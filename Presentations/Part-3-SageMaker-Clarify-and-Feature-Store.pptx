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aa07d7877e4017" /><Relationship Type="http://schemas.openxmlformats.org/officeDocument/2006/relationships/extended-properties" Target="/docProps/app.xml" Id="Rf62089e5a29f4175" /><Relationship Type="http://schemas.openxmlformats.org/officeDocument/2006/relationships/officeDocument" Target="/ppt/presentation.xml" Id="R22e94bb60cff4f06" /></Relationships>
</file>

<file path=ppt/presentation.xml><?xml version="1.0" encoding="utf-8"?>
<p:presentation xmlns:p="http://schemas.openxmlformats.org/presentationml/2006/main">
  <p:sldMasterIdLst>
    <p:sldMasterId xmlns:r="http://schemas.openxmlformats.org/officeDocument/2006/relationships" id="2147483648" r:id="Rb47fdf4f44874b85"/>
  </p:sldMasterIdLst>
  <p:notesMasterIdLst>
    <p:notesMasterId xmlns:r="http://schemas.openxmlformats.org/officeDocument/2006/relationships" r:id="R89fc6557a22d4ebb"/>
  </p:notesMasterIdLst>
  <p:sldIdLst>
    <p:sldId xmlns:r="http://schemas.openxmlformats.org/officeDocument/2006/relationships" id="256" r:id="Rb95e903fdf384f81"/>
    <p:sldId xmlns:r="http://schemas.openxmlformats.org/officeDocument/2006/relationships" id="257" r:id="R27e659a6f81441f8"/>
    <p:sldId xmlns:r="http://schemas.openxmlformats.org/officeDocument/2006/relationships" id="258" r:id="R9dcb827fef244e12"/>
    <p:sldId xmlns:r="http://schemas.openxmlformats.org/officeDocument/2006/relationships" id="259" r:id="Rd080513c9bc1448f"/>
    <p:sldId xmlns:r="http://schemas.openxmlformats.org/officeDocument/2006/relationships" id="260" r:id="Rb720a9283dcd40fc"/>
    <p:sldId xmlns:r="http://schemas.openxmlformats.org/officeDocument/2006/relationships" id="261" r:id="Re0ec2f8156794cb8"/>
    <p:sldId xmlns:r="http://schemas.openxmlformats.org/officeDocument/2006/relationships" id="262" r:id="R260242889d874c05"/>
    <p:sldId xmlns:r="http://schemas.openxmlformats.org/officeDocument/2006/relationships" id="263" r:id="Rbf82850f98a04179"/>
    <p:sldId xmlns:r="http://schemas.openxmlformats.org/officeDocument/2006/relationships" id="264" r:id="R381344944f834936"/>
    <p:sldId xmlns:r="http://schemas.openxmlformats.org/officeDocument/2006/relationships" id="265" r:id="R4ef31ec07a5547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259e5c222c4a7f" /><Relationship Type="http://schemas.openxmlformats.org/officeDocument/2006/relationships/slideMaster" Target="/ppt/slideMasters/slideMaster1.xml" Id="Rb47fdf4f44874b85" /><Relationship Type="http://schemas.openxmlformats.org/officeDocument/2006/relationships/notesMaster" Target="/ppt/notesMasters/notesMaster1.xml" Id="R89fc6557a22d4ebb" /><Relationship Type="http://schemas.openxmlformats.org/officeDocument/2006/relationships/presProps" Target="/ppt/presProps.xml" Id="R2b788e9982944018" /><Relationship Type="http://schemas.openxmlformats.org/officeDocument/2006/relationships/tableStyles" Target="/ppt/tableStyles.xml" Id="R5a09c763749448cc" /><Relationship Type="http://schemas.openxmlformats.org/officeDocument/2006/relationships/slide" Target="/ppt/slides/slide1.xml" Id="Rb95e903fdf384f81" /><Relationship Type="http://schemas.openxmlformats.org/officeDocument/2006/relationships/slide" Target="/ppt/slides/slide2.xml" Id="R27e659a6f81441f8" /><Relationship Type="http://schemas.openxmlformats.org/officeDocument/2006/relationships/slide" Target="/ppt/slides/slide3.xml" Id="R9dcb827fef244e12" /><Relationship Type="http://schemas.openxmlformats.org/officeDocument/2006/relationships/slide" Target="/ppt/slides/slide4.xml" Id="Rd080513c9bc1448f" /><Relationship Type="http://schemas.openxmlformats.org/officeDocument/2006/relationships/slide" Target="/ppt/slides/slide5.xml" Id="Rb720a9283dcd40fc" /><Relationship Type="http://schemas.openxmlformats.org/officeDocument/2006/relationships/slide" Target="/ppt/slides/slide6.xml" Id="Re0ec2f8156794cb8" /><Relationship Type="http://schemas.openxmlformats.org/officeDocument/2006/relationships/slide" Target="/ppt/slides/slide7.xml" Id="R260242889d874c05" /><Relationship Type="http://schemas.openxmlformats.org/officeDocument/2006/relationships/slide" Target="/ppt/slides/slide8.xml" Id="Rbf82850f98a04179" /><Relationship Type="http://schemas.openxmlformats.org/officeDocument/2006/relationships/slide" Target="/ppt/slides/slide9.xml" Id="R381344944f834936" /><Relationship Type="http://schemas.openxmlformats.org/officeDocument/2006/relationships/slide" Target="/ppt/slides/slide10.xml" Id="R4ef31ec07a5547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c4c0b5460240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82a079c0d44c14" /><Relationship Type="http://schemas.openxmlformats.org/officeDocument/2006/relationships/notesMaster" Target="/ppt/notesMasters/notesMaster1.xml" Id="R656d942b7e9447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4113b7fa5e4c18" /><Relationship Type="http://schemas.openxmlformats.org/officeDocument/2006/relationships/notesMaster" Target="/ppt/notesMasters/notesMaster1.xml" Id="R39e6db53aae349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a49477cc344360" /><Relationship Type="http://schemas.openxmlformats.org/officeDocument/2006/relationships/notesMaster" Target="/ppt/notesMasters/notesMaster1.xml" Id="Rb5457dd2ad0d4a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f79f302bce4209" /><Relationship Type="http://schemas.openxmlformats.org/officeDocument/2006/relationships/notesMaster" Target="/ppt/notesMasters/notesMaster1.xml" Id="Rc4d9bafce07b49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426c2ebd3349bf" /><Relationship Type="http://schemas.openxmlformats.org/officeDocument/2006/relationships/notesMaster" Target="/ppt/notesMasters/notesMaster1.xml" Id="Re595a0610a8f45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1a9699e6124e0d" /><Relationship Type="http://schemas.openxmlformats.org/officeDocument/2006/relationships/notesMaster" Target="/ppt/notesMasters/notesMaster1.xml" Id="Rf5741a792f8c4f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6111fbc726490c" /><Relationship Type="http://schemas.openxmlformats.org/officeDocument/2006/relationships/notesMaster" Target="/ppt/notesMasters/notesMaster1.xml" Id="R8a6abd099dc64b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c5de05143254a88" /><Relationship Type="http://schemas.openxmlformats.org/officeDocument/2006/relationships/notesMaster" Target="/ppt/notesMasters/notesMaster1.xml" Id="R0fa4ad6934c042c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a276b532d44af0" /><Relationship Type="http://schemas.openxmlformats.org/officeDocument/2006/relationships/notesMaster" Target="/ppt/notesMasters/notesMaster1.xml" Id="R47fa3c61d6db41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7e529b1d9d4f0f" /><Relationship Type="http://schemas.openxmlformats.org/officeDocument/2006/relationships/notesMaster" Target="/ppt/notesMasters/notesMaster1.xml" Id="R83c67bc6d5aa43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“Clarify and Feature Store”</a:t>
            </a:r>
          </a:p>
          <a:p xmlns:a="http://schemas.openxmlformats.org/drawingml/2006/main">
            <a:r>
              <a:t>Introduce Week 10 and explain that this part focuses on bias analysis, prediction explanations, and consistent reusable features for training and inference. The presentation expands the attached source into a step-by-step teaching sequence.</a:t>
            </a:r>
          </a:p>
          <a:p xmlns:a="http://schemas.openxmlformats.org/drawingml/2006/main">
            <a:r>
              <a:t>Source material: attached AWS presentation, adapted from slide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“Responsible AI adds two questions”</a:t>
            </a:r>
          </a:p>
          <a:p xmlns:a="http://schemas.openxmlformats.org/drawingml/2006/main">
            <a:r>
              <a:t>Introduce responsible AI through fairness and explainability. Accuracy summarizes predictive performance, but it does not show whether groups experience different outcomes or why a specific prediction occurred. Clarify adds analysis that helps teams investigate these questions before and after deployment.</a:t>
            </a:r>
          </a:p>
          <a:p xmlns:a="http://schemas.openxmlformats.org/drawingml/2006/main">
            <a:r>
              <a:t>Source material: attached AWS presentation, adapted from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“Facets organize bias analysis”</a:t>
            </a:r>
          </a:p>
          <a:p xmlns:a="http://schemas.openxmlformats.org/drawingml/2006/main">
            <a:r>
              <a:t>Explain that a facet provides the comparison frame for bias metrics. The choice should reflect the fairness question and applicable domain requirements. Results require context because an observed difference can arise from the data distribution, labels, sampling, or model behavior.</a:t>
            </a:r>
          </a:p>
          <a:p xmlns:a="http://schemas.openxmlformats.org/drawingml/2006/main">
            <a:r>
              <a:t>Source material: attached AWS presentation, adapted from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“Bias metrics answer different statistical questions”</a:t>
            </a:r>
          </a:p>
          <a:p xmlns:a="http://schemas.openxmlformats.org/drawingml/2006/main">
            <a:r>
              <a:t>Emphasize that no single metric represents all forms of bias. Class Imbalance focuses on how many examples each facet receives. DPL focuses on labels. KL divergence, Jensen-Shannon divergence, Lp-norm, Total Variation Distance, and Kolmogorov-Smirnov examine distribution differences in distinct ways.</a:t>
            </a:r>
          </a:p>
          <a:p xmlns:a="http://schemas.openxmlformats.org/drawingml/2006/main">
            <a:r>
              <a:t>Source material: attached AWS presentation, adapted from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“Distribution distance metrics”</a:t>
            </a:r>
          </a:p>
          <a:p xmlns:a="http://schemas.openxmlformats.org/drawingml/2006/main">
            <a:r>
              <a:t>Explain that these measures can disagree because they emphasize different aspects of the distributions. A practitioner should choose the metric based on the type of difference that matters for the fairness question. The numerical value should be interpreted with baselines and domain context.</a:t>
            </a:r>
          </a:p>
          <a:p xmlns:a="http://schemas.openxmlformats.org/drawingml/2006/main">
            <a:r>
              <a:t>Source material: attached AWS presentation, adapted from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“Partial Dependence Plots”</a:t>
            </a:r>
          </a:p>
          <a:p xmlns:a="http://schemas.openxmlformats.org/drawingml/2006/main">
            <a:r>
              <a:t>Describe a PDP as a global explanation tool. It estimates the model response as one or more selected features vary. The plot can be misleading in sparse regions or when strongly correlated features create unrealistic combinations, so the distribution context remains important.</a:t>
            </a:r>
          </a:p>
          <a:p xmlns:a="http://schemas.openxmlformats.org/drawingml/2006/main">
            <a:r>
              <a:t>Source material: attached AWS presentation, adapted from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“Shapley values and SHAP”</a:t>
            </a:r>
          </a:p>
          <a:p xmlns:a="http://schemas.openxmlformats.org/drawingml/2006/main">
            <a:r>
              <a:t>Use the game-theory intuition: features act like contributors to the prediction, and the method estimates each feature's fair share of the result across possible coalitions. Exact calculation becomes expensive as feature count grows, which motivates approximation methods such as SHAP.</a:t>
            </a:r>
          </a:p>
          <a:p xmlns:a="http://schemas.openxmlformats.org/drawingml/2006/main">
            <a:r>
              <a:t>Source material: attached AWS presentation, adapted from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“Asymmetric Shapley Values for time series”</a:t>
            </a:r>
          </a:p>
          <a:p xmlns:a="http://schemas.openxmlformats.org/drawingml/2006/main">
            <a:r>
              <a:t>Explain that ordinary feature attribution can ignore temporal order. In forecasting, earlier and later observations do not play identical roles. Asymmetric Shapley Values incorporate ordering assumptions so the explanation better reflects how information becomes available over time.</a:t>
            </a:r>
          </a:p>
          <a:p xmlns:a="http://schemas.openxmlformats.org/drawingml/2006/main">
            <a:r>
              <a:t>Source material: attached AWS presentation, adapted from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“Feature Store organizes reusable features”</a:t>
            </a:r>
          </a:p>
          <a:p xmlns:a="http://schemas.openxmlformats.org/drawingml/2006/main">
            <a:r>
              <a:t>Explain Feature Store as a managed place for consistent feature definitions and values. A Feature Group collects related features. Record identifiers locate entities, while event time records when the feature state applied. Reuse helps prevent separate teams from calculating the same feature differently.</a:t>
            </a:r>
          </a:p>
          <a:p xmlns:a="http://schemas.openxmlformats.org/drawingml/2006/main">
            <a:r>
              <a:t>Source material: attached AWS presentation, adapted from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“Online and Offline Store architecture”</a:t>
            </a:r>
          </a:p>
          <a:p xmlns:a="http://schemas.openxmlformats.org/drawingml/2006/main">
            <a:r>
              <a:t>Close by contrasting latency and scale needs. Real-time inference needs current features with fast retrieval, which fits the Online Store. Training and historical analysis need large batch access, which fits the Offline Store in S3. Using governed definitions across both paths helps reduce training-serving inconsistency.</a:t>
            </a:r>
          </a:p>
          <a:p xmlns:a="http://schemas.openxmlformats.org/drawingml/2006/main">
            <a:r>
              <a:t>Source material: attached AWS presentation, adapted from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bd0ae383ac4d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036b30a7b5e4f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9cfa1b1e04749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74de3d56cb54bc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3cb2c3259164e7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a1b61ff8f9f4d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DFD171-426D-43FC-835A-54E62202BA2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52FDE0E-BF62-4ADB-9757-A5734CA1B57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3E999D8-4BB0-4E19-9A37-C329FEDD603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69CB05-9FCC-466F-A7D4-E707A60C72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690DFE7-3824-4158-8B53-C3F9D1C58EC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DB586B4-4C4B-4EB0-89DE-267074A973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D4BB42-BB59-4754-8580-3544FF33D5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DD2B299-2E69-4A65-A731-1D7F5E5853B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62018C-C956-4D44-AA59-9077F26CC9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461951-21FC-445D-B0FE-93E3EABC44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a0b5670af34bbe" /><Relationship Type="http://schemas.openxmlformats.org/officeDocument/2006/relationships/slideLayout" Target="/ppt/slideLayouts/slideLayout1.xml" Id="Rd29543708b264a53" /><Relationship Type="http://schemas.openxmlformats.org/officeDocument/2006/relationships/slideLayout" Target="/ppt/slideLayouts/slideLayout2.xml" Id="R5169fe6245d44cdd" /><Relationship Type="http://schemas.openxmlformats.org/officeDocument/2006/relationships/slideLayout" Target="/ppt/slideLayouts/slideLayout3.xml" Id="R9c928273cf4941a4" /><Relationship Type="http://schemas.openxmlformats.org/officeDocument/2006/relationships/slideLayout" Target="/ppt/slideLayouts/slideLayout4.xml" Id="Ra75853eb97954113" /><Relationship Type="http://schemas.openxmlformats.org/officeDocument/2006/relationships/slideLayout" Target="/ppt/slideLayouts/slideLayout5.xml" Id="R7d30eb067a3f43d5" /><Relationship Type="http://schemas.openxmlformats.org/officeDocument/2006/relationships/slideLayout" Target="/ppt/slideLayouts/slideLayout6.xml" Id="Rb48d1553d6014b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9543708b264a53"/>
    <p:sldLayoutId xmlns:r="http://schemas.openxmlformats.org/officeDocument/2006/relationships" id="2147483650" r:id="R5169fe6245d44cdd"/>
    <p:sldLayoutId xmlns:r="http://schemas.openxmlformats.org/officeDocument/2006/relationships" id="2147483651" r:id="R9c928273cf4941a4"/>
    <p:sldLayoutId xmlns:r="http://schemas.openxmlformats.org/officeDocument/2006/relationships" id="2147483652" r:id="Ra75853eb97954113"/>
    <p:sldLayoutId xmlns:r="http://schemas.openxmlformats.org/officeDocument/2006/relationships" id="2147483653" r:id="R7d30eb067a3f43d5"/>
    <p:sldLayoutId xmlns:r="http://schemas.openxmlformats.org/officeDocument/2006/relationships" id="2147483654" r:id="Rb48d1553d6014b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f6793d4561e4b0e" /><Relationship Type="http://schemas.openxmlformats.org/officeDocument/2006/relationships/notesSlide" Target="/ppt/notesSlides/notesSlide1.xml" Id="R08e5fae5e80546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e61c86a14ee42d8" /><Relationship Type="http://schemas.openxmlformats.org/officeDocument/2006/relationships/notesSlide" Target="/ppt/notesSlides/notesSlide2.xml" Id="Rfd1e2898b5dc43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03d644e2654a57" /><Relationship Type="http://schemas.openxmlformats.org/officeDocument/2006/relationships/notesSlide" Target="/ppt/notesSlides/notesSlide3.xml" Id="R3df1ca65b29a47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43642749c7b4cca" /><Relationship Type="http://schemas.openxmlformats.org/officeDocument/2006/relationships/notesSlide" Target="/ppt/notesSlides/notesSlide4.xml" Id="R8994e8de00ba41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d0665a05c1e4198" /><Relationship Type="http://schemas.openxmlformats.org/officeDocument/2006/relationships/notesSlide" Target="/ppt/notesSlides/notesSlide5.xml" Id="Ra2826b0189ef4e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0bfb073c9ed4f8e" /><Relationship Type="http://schemas.openxmlformats.org/officeDocument/2006/relationships/notesSlide" Target="/ppt/notesSlides/notesSlide6.xml" Id="Rfa8825a2d1b944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7c86bba3a0448f6" /><Relationship Type="http://schemas.openxmlformats.org/officeDocument/2006/relationships/notesSlide" Target="/ppt/notesSlides/notesSlide7.xml" Id="R35c8e6d859894f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701b7fed35e4bdd" /><Relationship Type="http://schemas.openxmlformats.org/officeDocument/2006/relationships/notesSlide" Target="/ppt/notesSlides/notesSlide8.xml" Id="Rfaa3233dfbd342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12bccd0979f4e14" /><Relationship Type="http://schemas.openxmlformats.org/officeDocument/2006/relationships/notesSlide" Target="/ppt/notesSlides/notesSlide9.xml" Id="R00a23680567f40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9c352aa3b654f29" /><Relationship Type="http://schemas.openxmlformats.org/officeDocument/2006/relationships/notesSlide" Target="/ppt/notesSlides/notesSlide10.xml" Id="R04585f1b82294e83" /></Relationships>
</file>

<file path=ppt/slides/slide1.xml><?xml version="1.0" encoding="utf-8"?>
<p:sld xmlns:p="http://schemas.openxmlformats.org/presentationml/2006/main">
  <p:cSld>
    <p:bg>
      <p:bgPr>
        <a:solidFill xmlns:a="http://schemas.openxmlformats.org/drawingml/2006/main">
          <a:srgbClr val="FFF9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FB6C3A9-389D-42DD-B010-9E4D87E7D1D6}"/>
              </a:ext>
            </a:extLst>
          </p:cNvPr>
          <p:cNvSpPr>
            <a:spLocks xmlns:a="http://schemas.openxmlformats.org/drawingml/2006/main" noGrp="1"/>
          </p:cNvSpPr>
          <p:nvPr/>
        </p:nvSpPr>
        <p:spPr>
          <a:xfrm xmlns:a="http://schemas.openxmlformats.org/drawingml/2006/main">
            <a:off x="0" y="0"/>
            <a:ext cx="4476750" cy="6858000"/>
          </a:xfrm>
          <a:prstGeom xmlns:a="http://schemas.openxmlformats.org/drawingml/2006/main" prst="rect">
            <a:avLst/>
          </a:prstGeom>
          <a:solidFill xmlns:a="http://schemas.openxmlformats.org/drawingml/2006/main">
            <a:srgbClr val="7B2CB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BA3899B-11C2-4373-88CC-DF1190451F35}"/>
              </a:ext>
            </a:extLst>
          </p:cNvPr>
          <p:cNvSpPr>
            <a:spLocks xmlns:a="http://schemas.openxmlformats.org/drawingml/2006/main" noGrp="1"/>
          </p:cNvSpPr>
          <p:nvPr/>
        </p:nvSpPr>
        <p:spPr>
          <a:xfrm xmlns:a="http://schemas.openxmlformats.org/drawingml/2006/main">
            <a:off x="3333750" y="666750"/>
            <a:ext cx="2286000" cy="2286000"/>
          </a:xfrm>
          <a:prstGeom xmlns:a="http://schemas.openxmlformats.org/drawingml/2006/main" prst="ellipse">
            <a:avLst/>
          </a:prstGeom>
          <a:solidFill xmlns:a="http://schemas.openxmlformats.org/drawingml/2006/main">
            <a:srgbClr val="F4A261"/>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2531E2F-CFD2-4DEE-84D8-0F01885C67CA}"/>
              </a:ext>
            </a:extLst>
          </p:cNvPr>
          <p:cNvSpPr>
            <a:spLocks xmlns:a="http://schemas.openxmlformats.org/drawingml/2006/main" noGrp="1"/>
          </p:cNvSpPr>
          <p:nvPr/>
        </p:nvSpPr>
        <p:spPr>
          <a:xfrm xmlns:a="http://schemas.openxmlformats.org/drawingml/2006/main">
            <a:off x="619125" y="6667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WEEK 10</a:t>
            </a:r>
          </a:p>
        </p:txBody>
      </p:sp>
      <p:sp>
        <p:nvSpPr>
          <p:cNvPr id="4" name="">
            <a:extLst xmlns:a="http://schemas.openxmlformats.org/drawingml/2006/main">
              <a:ext uri="{FF2B5EF4-FFF2-40B4-BE49-F238E27FC236}">
                <a16:creationId xmlns:a16="http://schemas.microsoft.com/office/drawing/2014/main" id="{A41CA161-BEFA-412C-B076-BB372463AC4C}"/>
              </a:ext>
            </a:extLst>
          </p:cNvPr>
          <p:cNvSpPr>
            <a:spLocks xmlns:a="http://schemas.openxmlformats.org/drawingml/2006/main" noGrp="1"/>
          </p:cNvSpPr>
          <p:nvPr/>
        </p:nvSpPr>
        <p:spPr>
          <a:xfrm xmlns:a="http://schemas.openxmlformats.org/drawingml/2006/main">
            <a:off x="619125" y="11239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EADCF4"/>
                </a:solidFill>
              </a:defRPr>
            </a:defPPr>
            <a:lvl1pPr algn="l">
              <a:defRPr sz="1350" b="1">
                <a:solidFill>
                  <a:srgbClr val="EADCF4"/>
                </a:solidFill>
              </a:defRPr>
            </a:lvl1pPr>
            <a:lvl2pPr algn="l">
              <a:defRPr sz="1350" b="1">
                <a:solidFill>
                  <a:srgbClr val="EADCF4"/>
                </a:solidFill>
              </a:defRPr>
            </a:lvl2pPr>
            <a:lvl3pPr algn="l">
              <a:defRPr sz="1350" b="1">
                <a:solidFill>
                  <a:srgbClr val="EADCF4"/>
                </a:solidFill>
              </a:defRPr>
            </a:lvl3pPr>
            <a:lvl4pPr algn="l">
              <a:defRPr sz="1350" b="1">
                <a:solidFill>
                  <a:srgbClr val="EADCF4"/>
                </a:solidFill>
              </a:defRPr>
            </a:lvl4pPr>
            <a:lvl5pPr algn="l">
              <a:defRPr sz="1350" b="1">
                <a:solidFill>
                  <a:srgbClr val="EADCF4"/>
                </a:solidFill>
              </a:defRPr>
            </a:lvl5pPr>
            <a:lvl6pPr algn="l">
              <a:defRPr sz="1350" b="1">
                <a:solidFill>
                  <a:srgbClr val="EADCF4"/>
                </a:solidFill>
              </a:defRPr>
            </a:lvl6pPr>
            <a:lvl7pPr algn="l">
              <a:defRPr sz="1350" b="1">
                <a:solidFill>
                  <a:srgbClr val="EADCF4"/>
                </a:solidFill>
              </a:defRPr>
            </a:lvl7pPr>
            <a:lvl8pPr algn="l">
              <a:defRPr sz="1350" b="1">
                <a:solidFill>
                  <a:srgbClr val="EADCF4"/>
                </a:solidFill>
              </a:defRPr>
            </a:lvl8pPr>
            <a:lvl9pPr algn="l">
              <a:defRPr sz="1350" b="1">
                <a:solidFill>
                  <a:srgbClr val="EADCF4"/>
                </a:solidFill>
              </a:defRPr>
            </a:lvl9pPr>
          </a:lstStyle>
          <a:p xmlns:a="http://schemas.openxmlformats.org/drawingml/2006/main">
            <a:pPr algn="l">
              <a:defRPr sz="1350" b="1">
                <a:solidFill>
                  <a:srgbClr val="EADCF4"/>
                </a:solidFill>
              </a:defRPr>
            </a:pPr>
            <a:r>
              <a:rPr sz="1350" b="1">
                <a:solidFill>
                  <a:srgbClr val="EADCF4"/>
                </a:solidFill>
              </a:rPr>
              <a:t>PART 3</a:t>
            </a:r>
          </a:p>
        </p:txBody>
      </p:sp>
      <p:sp>
        <p:nvSpPr>
          <p:cNvPr id="5" name="">
            <a:extLst xmlns:a="http://schemas.openxmlformats.org/drawingml/2006/main">
              <a:ext uri="{FF2B5EF4-FFF2-40B4-BE49-F238E27FC236}">
                <a16:creationId xmlns:a16="http://schemas.microsoft.com/office/drawing/2014/main" id="{128E1DA9-34FC-4E1E-9CF4-09F99CF32944}"/>
              </a:ext>
            </a:extLst>
          </p:cNvPr>
          <p:cNvSpPr>
            <a:spLocks xmlns:a="http://schemas.openxmlformats.org/drawingml/2006/main" noGrp="1"/>
          </p:cNvSpPr>
          <p:nvPr/>
        </p:nvSpPr>
        <p:spPr>
          <a:xfrm xmlns:a="http://schemas.openxmlformats.org/drawingml/2006/main">
            <a:off x="5095875" y="1143000"/>
            <a:ext cx="6191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750" b="1">
                <a:solidFill>
                  <a:srgbClr val="321B3D"/>
                </a:solidFill>
              </a:defRPr>
            </a:defPPr>
            <a:lvl1pPr algn="l">
              <a:defRPr sz="3750" b="1">
                <a:solidFill>
                  <a:srgbClr val="321B3D"/>
                </a:solidFill>
              </a:defRPr>
            </a:lvl1pPr>
            <a:lvl2pPr algn="l">
              <a:defRPr sz="3750" b="1">
                <a:solidFill>
                  <a:srgbClr val="321B3D"/>
                </a:solidFill>
              </a:defRPr>
            </a:lvl2pPr>
            <a:lvl3pPr algn="l">
              <a:defRPr sz="3750" b="1">
                <a:solidFill>
                  <a:srgbClr val="321B3D"/>
                </a:solidFill>
              </a:defRPr>
            </a:lvl3pPr>
            <a:lvl4pPr algn="l">
              <a:defRPr sz="3750" b="1">
                <a:solidFill>
                  <a:srgbClr val="321B3D"/>
                </a:solidFill>
              </a:defRPr>
            </a:lvl4pPr>
            <a:lvl5pPr algn="l">
              <a:defRPr sz="3750" b="1">
                <a:solidFill>
                  <a:srgbClr val="321B3D"/>
                </a:solidFill>
              </a:defRPr>
            </a:lvl5pPr>
            <a:lvl6pPr algn="l">
              <a:defRPr sz="3750" b="1">
                <a:solidFill>
                  <a:srgbClr val="321B3D"/>
                </a:solidFill>
              </a:defRPr>
            </a:lvl6pPr>
            <a:lvl7pPr algn="l">
              <a:defRPr sz="3750" b="1">
                <a:solidFill>
                  <a:srgbClr val="321B3D"/>
                </a:solidFill>
              </a:defRPr>
            </a:lvl7pPr>
            <a:lvl8pPr algn="l">
              <a:defRPr sz="3750" b="1">
                <a:solidFill>
                  <a:srgbClr val="321B3D"/>
                </a:solidFill>
              </a:defRPr>
            </a:lvl8pPr>
            <a:lvl9pPr algn="l">
              <a:defRPr sz="3750" b="1">
                <a:solidFill>
                  <a:srgbClr val="321B3D"/>
                </a:solidFill>
              </a:defRPr>
            </a:lvl9pPr>
          </a:lstStyle>
          <a:p xmlns:a="http://schemas.openxmlformats.org/drawingml/2006/main">
            <a:pPr algn="l">
              <a:defRPr sz="3750" b="1">
                <a:solidFill>
                  <a:srgbClr val="321B3D"/>
                </a:solidFill>
              </a:defRPr>
            </a:pPr>
            <a:r>
              <a:rPr sz="3750" b="1">
                <a:solidFill>
                  <a:srgbClr val="321B3D"/>
                </a:solidFill>
              </a:rPr>
              <a:t>Clarify and Feature Store</a:t>
            </a:r>
          </a:p>
        </p:txBody>
      </p:sp>
      <p:sp>
        <p:nvSpPr>
          <p:cNvPr id="6" name="">
            <a:extLst xmlns:a="http://schemas.openxmlformats.org/drawingml/2006/main">
              <a:ext uri="{FF2B5EF4-FFF2-40B4-BE49-F238E27FC236}">
                <a16:creationId xmlns:a16="http://schemas.microsoft.com/office/drawing/2014/main" id="{6AB34177-1404-4291-B3D7-4F39C8606B24}"/>
              </a:ext>
            </a:extLst>
          </p:cNvPr>
          <p:cNvSpPr>
            <a:spLocks xmlns:a="http://schemas.openxmlformats.org/drawingml/2006/main" noGrp="1"/>
          </p:cNvSpPr>
          <p:nvPr/>
        </p:nvSpPr>
        <p:spPr>
          <a:xfrm xmlns:a="http://schemas.openxmlformats.org/drawingml/2006/main">
            <a:off x="5095875" y="3429000"/>
            <a:ext cx="5905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705D78"/>
                </a:solidFill>
              </a:defRPr>
            </a:defPPr>
            <a:lvl1pPr algn="l">
              <a:defRPr sz="1575" b="0">
                <a:solidFill>
                  <a:srgbClr val="705D78"/>
                </a:solidFill>
              </a:defRPr>
            </a:lvl1pPr>
            <a:lvl2pPr algn="l">
              <a:defRPr sz="1575" b="0">
                <a:solidFill>
                  <a:srgbClr val="705D78"/>
                </a:solidFill>
              </a:defRPr>
            </a:lvl2pPr>
            <a:lvl3pPr algn="l">
              <a:defRPr sz="1575" b="0">
                <a:solidFill>
                  <a:srgbClr val="705D78"/>
                </a:solidFill>
              </a:defRPr>
            </a:lvl3pPr>
            <a:lvl4pPr algn="l">
              <a:defRPr sz="1575" b="0">
                <a:solidFill>
                  <a:srgbClr val="705D78"/>
                </a:solidFill>
              </a:defRPr>
            </a:lvl4pPr>
            <a:lvl5pPr algn="l">
              <a:defRPr sz="1575" b="0">
                <a:solidFill>
                  <a:srgbClr val="705D78"/>
                </a:solidFill>
              </a:defRPr>
            </a:lvl5pPr>
            <a:lvl6pPr algn="l">
              <a:defRPr sz="1575" b="0">
                <a:solidFill>
                  <a:srgbClr val="705D78"/>
                </a:solidFill>
              </a:defRPr>
            </a:lvl6pPr>
            <a:lvl7pPr algn="l">
              <a:defRPr sz="1575" b="0">
                <a:solidFill>
                  <a:srgbClr val="705D78"/>
                </a:solidFill>
              </a:defRPr>
            </a:lvl7pPr>
            <a:lvl8pPr algn="l">
              <a:defRPr sz="1575" b="0">
                <a:solidFill>
                  <a:srgbClr val="705D78"/>
                </a:solidFill>
              </a:defRPr>
            </a:lvl8pPr>
            <a:lvl9pPr algn="l">
              <a:defRPr sz="1575" b="0">
                <a:solidFill>
                  <a:srgbClr val="705D78"/>
                </a:solidFill>
              </a:defRPr>
            </a:lvl9pPr>
          </a:lstStyle>
          <a:p xmlns:a="http://schemas.openxmlformats.org/drawingml/2006/main">
            <a:pPr algn="l">
              <a:defRPr sz="1575" b="0">
                <a:solidFill>
                  <a:srgbClr val="705D78"/>
                </a:solidFill>
              </a:defRPr>
            </a:pPr>
            <a:r>
              <a:rPr sz="1575" b="0">
                <a:solidFill>
                  <a:srgbClr val="705D78"/>
                </a:solidFill>
              </a:rPr>
              <a:t>Bias analysis, prediction explanations, and consistent reusable features for training and inference.</a:t>
            </a:r>
          </a:p>
        </p:txBody>
      </p:sp>
      <p:sp>
        <p:nvSpPr>
          <p:cNvPr id="7" name="">
            <a:extLst xmlns:a="http://schemas.openxmlformats.org/drawingml/2006/main">
              <a:ext uri="{FF2B5EF4-FFF2-40B4-BE49-F238E27FC236}">
                <a16:creationId xmlns:a16="http://schemas.microsoft.com/office/drawing/2014/main" id="{D5071C7C-AE09-4EE7-8191-EC473E889A29}"/>
              </a:ext>
            </a:extLst>
          </p:cNvPr>
          <p:cNvSpPr>
            <a:spLocks xmlns:a="http://schemas.openxmlformats.org/drawingml/2006/main" noGrp="1"/>
          </p:cNvSpPr>
          <p:nvPr/>
        </p:nvSpPr>
        <p:spPr>
          <a:xfrm xmlns:a="http://schemas.openxmlformats.org/drawingml/2006/main">
            <a:off x="619125" y="5905500"/>
            <a:ext cx="342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FFFFFF"/>
                </a:solidFill>
              </a:defRPr>
            </a:defPPr>
            <a:lvl1pPr algn="l">
              <a:defRPr sz="1200" b="1">
                <a:solidFill>
                  <a:srgbClr val="FFFFFF"/>
                </a:solidFill>
              </a:defRPr>
            </a:lvl1pPr>
            <a:lvl2pPr algn="l">
              <a:defRPr sz="1200" b="1">
                <a:solidFill>
                  <a:srgbClr val="FFFFFF"/>
                </a:solidFill>
              </a:defRPr>
            </a:lvl2pPr>
            <a:lvl3pPr algn="l">
              <a:defRPr sz="1200" b="1">
                <a:solidFill>
                  <a:srgbClr val="FFFFFF"/>
                </a:solidFill>
              </a:defRPr>
            </a:lvl3pPr>
            <a:lvl4pPr algn="l">
              <a:defRPr sz="1200" b="1">
                <a:solidFill>
                  <a:srgbClr val="FFFFFF"/>
                </a:solidFill>
              </a:defRPr>
            </a:lvl4pPr>
            <a:lvl5pPr algn="l">
              <a:defRPr sz="1200" b="1">
                <a:solidFill>
                  <a:srgbClr val="FFFFFF"/>
                </a:solidFill>
              </a:defRPr>
            </a:lvl5pPr>
            <a:lvl6pPr algn="l">
              <a:defRPr sz="1200" b="1">
                <a:solidFill>
                  <a:srgbClr val="FFFFFF"/>
                </a:solidFill>
              </a:defRPr>
            </a:lvl6pPr>
            <a:lvl7pPr algn="l">
              <a:defRPr sz="1200" b="1">
                <a:solidFill>
                  <a:srgbClr val="FFFFFF"/>
                </a:solidFill>
              </a:defRPr>
            </a:lvl7pPr>
            <a:lvl8pPr algn="l">
              <a:defRPr sz="1200" b="1">
                <a:solidFill>
                  <a:srgbClr val="FFFFFF"/>
                </a:solidFill>
              </a:defRPr>
            </a:lvl8pPr>
            <a:lvl9pPr algn="l">
              <a:defRPr sz="1200" b="1">
                <a:solidFill>
                  <a:srgbClr val="FFFFFF"/>
                </a:solidFill>
              </a:defRPr>
            </a:lvl9pPr>
          </a:lstStyle>
          <a:p xmlns:a="http://schemas.openxmlformats.org/drawingml/2006/main">
            <a:pPr algn="l">
              <a:defRPr sz="1200" b="1">
                <a:solidFill>
                  <a:srgbClr val="FFFFFF"/>
                </a:solidFill>
              </a:defRPr>
            </a:pPr>
            <a:r>
              <a:rPr sz="1200" b="1">
                <a:solidFill>
                  <a:srgbClr val="FFFFFF"/>
                </a:solidFill>
              </a:rPr>
              <a:t>AWS MACHINE LEARNING ENGINEER – ASSOCIATE</a:t>
            </a:r>
          </a:p>
        </p:txBody>
      </p:sp>
      <p:sp>
        <p:nvSpPr>
          <p:cNvPr id="8" name="">
            <a:extLst xmlns:a="http://schemas.openxmlformats.org/drawingml/2006/main">
              <a:ext uri="{FF2B5EF4-FFF2-40B4-BE49-F238E27FC236}">
                <a16:creationId xmlns:a16="http://schemas.microsoft.com/office/drawing/2014/main" id="{55933E20-1016-4551-A45B-9016717EABAD}"/>
              </a:ext>
            </a:extLst>
          </p:cNvPr>
          <p:cNvSpPr>
            <a:spLocks xmlns:a="http://schemas.openxmlformats.org/drawingml/2006/main" noGrp="1"/>
          </p:cNvSpPr>
          <p:nvPr/>
        </p:nvSpPr>
        <p:spPr>
          <a:xfrm xmlns:a="http://schemas.openxmlformats.org/drawingml/2006/main">
            <a:off x="609600" y="528637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Professor: Victor Govindaswamy</a:t>
            </a:r>
          </a:p>
        </p:txBody>
      </p:sp>
      <p:sp>
        <p:nvSpPr>
          <p:cNvPr id="9" name="">
            <a:extLst xmlns:a="http://schemas.openxmlformats.org/drawingml/2006/main">
              <a:ext uri="{FF2B5EF4-FFF2-40B4-BE49-F238E27FC236}">
                <a16:creationId xmlns:a16="http://schemas.microsoft.com/office/drawing/2014/main" id="{0384A629-986F-48C3-90FA-27BE58E47B22}"/>
              </a:ext>
            </a:extLst>
          </p:cNvPr>
          <p:cNvSpPr>
            <a:spLocks xmlns:a="http://schemas.openxmlformats.org/drawingml/2006/main" noGrp="1"/>
          </p:cNvSpPr>
          <p:nvPr/>
        </p:nvSpPr>
        <p:spPr>
          <a:xfrm xmlns:a="http://schemas.openxmlformats.org/drawingml/2006/main">
            <a:off x="5095875" y="58102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7B2CBF"/>
                </a:solidFill>
              </a:defRPr>
            </a:defPPr>
            <a:lvl1pPr algn="l">
              <a:defRPr sz="1350" b="1">
                <a:solidFill>
                  <a:srgbClr val="7B2CBF"/>
                </a:solidFill>
              </a:defRPr>
            </a:lvl1pPr>
            <a:lvl2pPr algn="l">
              <a:defRPr sz="1350" b="1">
                <a:solidFill>
                  <a:srgbClr val="7B2CBF"/>
                </a:solidFill>
              </a:defRPr>
            </a:lvl2pPr>
            <a:lvl3pPr algn="l">
              <a:defRPr sz="1350" b="1">
                <a:solidFill>
                  <a:srgbClr val="7B2CBF"/>
                </a:solidFill>
              </a:defRPr>
            </a:lvl3pPr>
            <a:lvl4pPr algn="l">
              <a:defRPr sz="1350" b="1">
                <a:solidFill>
                  <a:srgbClr val="7B2CBF"/>
                </a:solidFill>
              </a:defRPr>
            </a:lvl4pPr>
            <a:lvl5pPr algn="l">
              <a:defRPr sz="1350" b="1">
                <a:solidFill>
                  <a:srgbClr val="7B2CBF"/>
                </a:solidFill>
              </a:defRPr>
            </a:lvl5pPr>
            <a:lvl6pPr algn="l">
              <a:defRPr sz="1350" b="1">
                <a:solidFill>
                  <a:srgbClr val="7B2CBF"/>
                </a:solidFill>
              </a:defRPr>
            </a:lvl6pPr>
            <a:lvl7pPr algn="l">
              <a:defRPr sz="1350" b="1">
                <a:solidFill>
                  <a:srgbClr val="7B2CBF"/>
                </a:solidFill>
              </a:defRPr>
            </a:lvl7pPr>
            <a:lvl8pPr algn="l">
              <a:defRPr sz="1350" b="1">
                <a:solidFill>
                  <a:srgbClr val="7B2CBF"/>
                </a:solidFill>
              </a:defRPr>
            </a:lvl8pPr>
            <a:lvl9pPr algn="l">
              <a:defRPr sz="1350" b="1">
                <a:solidFill>
                  <a:srgbClr val="7B2CBF"/>
                </a:solidFill>
              </a:defRPr>
            </a:lvl9pPr>
          </a:lstStyle>
          <a:p xmlns:a="http://schemas.openxmlformats.org/drawingml/2006/main">
            <a:pPr algn="l">
              <a:defRPr sz="1350" b="1">
                <a:solidFill>
                  <a:srgbClr val="7B2CBF"/>
                </a:solidFill>
              </a:defRPr>
            </a:pPr>
            <a:r>
              <a:rPr sz="1350" b="1">
                <a:solidFill>
                  <a:srgbClr val="7B2CBF"/>
                </a:solidFill>
              </a:rPr>
              <a:t>Presented by: Rushikesh Nayak</a:t>
            </a:r>
          </a:p>
        </p:txBody>
      </p:sp>
    </p:spTree>
    <p:extLst>
      <p:ext uri="{BB962C8B-B14F-4D97-AF65-F5344CB8AC3E}">
        <p14:creationId xmlns:p14="http://schemas.microsoft.com/office/powerpoint/2010/main" val="1064017939"/>
      </p:ext>
    </p:extLst>
  </p:cSld>
</p:sld>
</file>

<file path=ppt/slides/slide2.xml><?xml version="1.0" encoding="utf-8"?>
<p:sld xmlns:p="http://schemas.openxmlformats.org/presentationml/2006/main">
  <p:cSld>
    <p:bg>
      <p:bgPr>
        <a:solidFill xmlns:a="http://schemas.openxmlformats.org/drawingml/2006/main">
          <a:srgbClr val="FFF9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67F3F7B-087B-4E5B-9D1D-BB4D322E8A20}"/>
              </a:ext>
            </a:extLst>
          </p:cNvPr>
          <p:cNvSpPr>
            <a:spLocks xmlns:a="http://schemas.openxmlformats.org/drawingml/2006/main" noGrp="1"/>
          </p:cNvSpPr>
          <p:nvPr/>
        </p:nvSpPr>
        <p:spPr>
          <a:xfrm xmlns:a="http://schemas.openxmlformats.org/drawingml/2006/main">
            <a:off x="60960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7B2CBF"/>
                </a:solidFill>
              </a:defRPr>
            </a:defPPr>
            <a:lvl1pPr algn="l">
              <a:defRPr sz="1050" b="1">
                <a:solidFill>
                  <a:srgbClr val="7B2CBF"/>
                </a:solidFill>
              </a:defRPr>
            </a:lvl1pPr>
            <a:lvl2pPr algn="l">
              <a:defRPr sz="1050" b="1">
                <a:solidFill>
                  <a:srgbClr val="7B2CBF"/>
                </a:solidFill>
              </a:defRPr>
            </a:lvl2pPr>
            <a:lvl3pPr algn="l">
              <a:defRPr sz="1050" b="1">
                <a:solidFill>
                  <a:srgbClr val="7B2CBF"/>
                </a:solidFill>
              </a:defRPr>
            </a:lvl3pPr>
            <a:lvl4pPr algn="l">
              <a:defRPr sz="1050" b="1">
                <a:solidFill>
                  <a:srgbClr val="7B2CBF"/>
                </a:solidFill>
              </a:defRPr>
            </a:lvl4pPr>
            <a:lvl5pPr algn="l">
              <a:defRPr sz="1050" b="1">
                <a:solidFill>
                  <a:srgbClr val="7B2CBF"/>
                </a:solidFill>
              </a:defRPr>
            </a:lvl5pPr>
            <a:lvl6pPr algn="l">
              <a:defRPr sz="1050" b="1">
                <a:solidFill>
                  <a:srgbClr val="7B2CBF"/>
                </a:solidFill>
              </a:defRPr>
            </a:lvl6pPr>
            <a:lvl7pPr algn="l">
              <a:defRPr sz="1050" b="1">
                <a:solidFill>
                  <a:srgbClr val="7B2CBF"/>
                </a:solidFill>
              </a:defRPr>
            </a:lvl7pPr>
            <a:lvl8pPr algn="l">
              <a:defRPr sz="1050" b="1">
                <a:solidFill>
                  <a:srgbClr val="7B2CBF"/>
                </a:solidFill>
              </a:defRPr>
            </a:lvl8pPr>
            <a:lvl9pPr algn="l">
              <a:defRPr sz="1050" b="1">
                <a:solidFill>
                  <a:srgbClr val="7B2CBF"/>
                </a:solidFill>
              </a:defRPr>
            </a:lvl9pPr>
          </a:lstStyle>
          <a:p xmlns:a="http://schemas.openxmlformats.org/drawingml/2006/main">
            <a:pPr algn="l">
              <a:defRPr sz="1050" b="1">
                <a:solidFill>
                  <a:srgbClr val="7B2CBF"/>
                </a:solidFill>
              </a:defRPr>
            </a:pPr>
            <a:r>
              <a:rPr sz="1050" b="1">
                <a:solidFill>
                  <a:srgbClr val="7B2CBF"/>
                </a:solidFill>
              </a:rPr>
              <a:t>WEEK 10 · PART 3</a:t>
            </a:r>
          </a:p>
        </p:txBody>
      </p:sp>
      <p:sp>
        <p:nvSpPr>
          <p:cNvPr id="2" name="">
            <a:extLst xmlns:a="http://schemas.openxmlformats.org/drawingml/2006/main">
              <a:ext uri="{FF2B5EF4-FFF2-40B4-BE49-F238E27FC236}">
                <a16:creationId xmlns:a16="http://schemas.microsoft.com/office/drawing/2014/main" id="{A5ADC2B7-DBBC-4AEA-9B10-AF769A34F958}"/>
              </a:ext>
            </a:extLst>
          </p:cNvPr>
          <p:cNvSpPr>
            <a:spLocks xmlns:a="http://schemas.openxmlformats.org/drawingml/2006/main" noGrp="1"/>
          </p:cNvSpPr>
          <p:nvPr/>
        </p:nvSpPr>
        <p:spPr>
          <a:xfrm xmlns:a="http://schemas.openxmlformats.org/drawingml/2006/main">
            <a:off x="11049000" y="26670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321B3D"/>
                </a:solidFill>
              </a:defRPr>
            </a:defPPr>
            <a:lvl1pPr algn="r">
              <a:defRPr sz="1350" b="1">
                <a:solidFill>
                  <a:srgbClr val="321B3D"/>
                </a:solidFill>
              </a:defRPr>
            </a:lvl1pPr>
            <a:lvl2pPr algn="r">
              <a:defRPr sz="1350" b="1">
                <a:solidFill>
                  <a:srgbClr val="321B3D"/>
                </a:solidFill>
              </a:defRPr>
            </a:lvl2pPr>
            <a:lvl3pPr algn="r">
              <a:defRPr sz="1350" b="1">
                <a:solidFill>
                  <a:srgbClr val="321B3D"/>
                </a:solidFill>
              </a:defRPr>
            </a:lvl3pPr>
            <a:lvl4pPr algn="r">
              <a:defRPr sz="1350" b="1">
                <a:solidFill>
                  <a:srgbClr val="321B3D"/>
                </a:solidFill>
              </a:defRPr>
            </a:lvl4pPr>
            <a:lvl5pPr algn="r">
              <a:defRPr sz="1350" b="1">
                <a:solidFill>
                  <a:srgbClr val="321B3D"/>
                </a:solidFill>
              </a:defRPr>
            </a:lvl5pPr>
            <a:lvl6pPr algn="r">
              <a:defRPr sz="1350" b="1">
                <a:solidFill>
                  <a:srgbClr val="321B3D"/>
                </a:solidFill>
              </a:defRPr>
            </a:lvl6pPr>
            <a:lvl7pPr algn="r">
              <a:defRPr sz="1350" b="1">
                <a:solidFill>
                  <a:srgbClr val="321B3D"/>
                </a:solidFill>
              </a:defRPr>
            </a:lvl7pPr>
            <a:lvl8pPr algn="r">
              <a:defRPr sz="1350" b="1">
                <a:solidFill>
                  <a:srgbClr val="321B3D"/>
                </a:solidFill>
              </a:defRPr>
            </a:lvl8pPr>
            <a:lvl9pPr algn="r">
              <a:defRPr sz="1350" b="1">
                <a:solidFill>
                  <a:srgbClr val="321B3D"/>
                </a:solidFill>
              </a:defRPr>
            </a:lvl9pPr>
          </a:lstStyle>
          <a:p xmlns:a="http://schemas.openxmlformats.org/drawingml/2006/main">
            <a:pPr algn="r">
              <a:defRPr sz="1350" b="1">
                <a:solidFill>
                  <a:srgbClr val="321B3D"/>
                </a:solidFill>
              </a:defRPr>
            </a:pPr>
            <a:r>
              <a:rPr sz="1350" b="1">
                <a:solidFill>
                  <a:srgbClr val="321B3D"/>
                </a:solidFill>
              </a:rPr>
              <a:t>02</a:t>
            </a:r>
          </a:p>
        </p:txBody>
      </p:sp>
      <p:sp>
        <p:nvSpPr>
          <p:cNvPr id="3" name="">
            <a:extLst xmlns:a="http://schemas.openxmlformats.org/drawingml/2006/main">
              <a:ext uri="{FF2B5EF4-FFF2-40B4-BE49-F238E27FC236}">
                <a16:creationId xmlns:a16="http://schemas.microsoft.com/office/drawing/2014/main" id="{9509010F-D4B4-4C6F-BB4F-6209A27E9C4D}"/>
              </a:ext>
            </a:extLst>
          </p:cNvPr>
          <p:cNvSpPr>
            <a:spLocks xmlns:a="http://schemas.openxmlformats.org/drawingml/2006/main" noGrp="1"/>
          </p:cNvSpPr>
          <p:nvPr/>
        </p:nvSpPr>
        <p:spPr>
          <a:xfrm xmlns:a="http://schemas.openxmlformats.org/drawingml/2006/main">
            <a:off x="609600" y="723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321B3D"/>
                </a:solidFill>
              </a:defRPr>
            </a:defPPr>
            <a:lvl1pPr algn="l">
              <a:defRPr sz="2550" b="1">
                <a:solidFill>
                  <a:srgbClr val="321B3D"/>
                </a:solidFill>
              </a:defRPr>
            </a:lvl1pPr>
            <a:lvl2pPr algn="l">
              <a:defRPr sz="2550" b="1">
                <a:solidFill>
                  <a:srgbClr val="321B3D"/>
                </a:solidFill>
              </a:defRPr>
            </a:lvl2pPr>
            <a:lvl3pPr algn="l">
              <a:defRPr sz="2550" b="1">
                <a:solidFill>
                  <a:srgbClr val="321B3D"/>
                </a:solidFill>
              </a:defRPr>
            </a:lvl3pPr>
            <a:lvl4pPr algn="l">
              <a:defRPr sz="2550" b="1">
                <a:solidFill>
                  <a:srgbClr val="321B3D"/>
                </a:solidFill>
              </a:defRPr>
            </a:lvl4pPr>
            <a:lvl5pPr algn="l">
              <a:defRPr sz="2550" b="1">
                <a:solidFill>
                  <a:srgbClr val="321B3D"/>
                </a:solidFill>
              </a:defRPr>
            </a:lvl5pPr>
            <a:lvl6pPr algn="l">
              <a:defRPr sz="2550" b="1">
                <a:solidFill>
                  <a:srgbClr val="321B3D"/>
                </a:solidFill>
              </a:defRPr>
            </a:lvl6pPr>
            <a:lvl7pPr algn="l">
              <a:defRPr sz="2550" b="1">
                <a:solidFill>
                  <a:srgbClr val="321B3D"/>
                </a:solidFill>
              </a:defRPr>
            </a:lvl7pPr>
            <a:lvl8pPr algn="l">
              <a:defRPr sz="2550" b="1">
                <a:solidFill>
                  <a:srgbClr val="321B3D"/>
                </a:solidFill>
              </a:defRPr>
            </a:lvl8pPr>
            <a:lvl9pPr algn="l">
              <a:defRPr sz="2550" b="1">
                <a:solidFill>
                  <a:srgbClr val="321B3D"/>
                </a:solidFill>
              </a:defRPr>
            </a:lvl9pPr>
          </a:lstStyle>
          <a:p xmlns:a="http://schemas.openxmlformats.org/drawingml/2006/main">
            <a:pPr algn="l">
              <a:defRPr sz="2550" b="1">
                <a:solidFill>
                  <a:srgbClr val="321B3D"/>
                </a:solidFill>
              </a:defRPr>
            </a:pPr>
            <a:r>
              <a:rPr sz="2550" b="1">
                <a:solidFill>
                  <a:srgbClr val="321B3D"/>
                </a:solidFill>
              </a:rPr>
              <a:t>Responsible AI adds two questions</a:t>
            </a:r>
          </a:p>
        </p:txBody>
      </p:sp>
      <p:sp>
        <p:nvSpPr>
          <p:cNvPr id="4" name="">
            <a:extLst xmlns:a="http://schemas.openxmlformats.org/drawingml/2006/main">
              <a:ext uri="{FF2B5EF4-FFF2-40B4-BE49-F238E27FC236}">
                <a16:creationId xmlns:a16="http://schemas.microsoft.com/office/drawing/2014/main" id="{B5B87F9E-2400-4B6B-B560-D12A28FED110}"/>
              </a:ext>
            </a:extLst>
          </p:cNvPr>
          <p:cNvSpPr>
            <a:spLocks xmlns:a="http://schemas.openxmlformats.org/drawingml/2006/main" noGrp="1"/>
          </p:cNvSpPr>
          <p:nvPr/>
        </p:nvSpPr>
        <p:spPr>
          <a:xfrm xmlns:a="http://schemas.openxmlformats.org/drawingml/2006/main">
            <a:off x="609600" y="6534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705D78"/>
                </a:solidFill>
              </a:defRPr>
            </a:defPPr>
            <a:lvl1pPr algn="l">
              <a:defRPr sz="750" b="0">
                <a:solidFill>
                  <a:srgbClr val="705D78"/>
                </a:solidFill>
              </a:defRPr>
            </a:lvl1pPr>
            <a:lvl2pPr algn="l">
              <a:defRPr sz="750" b="0">
                <a:solidFill>
                  <a:srgbClr val="705D78"/>
                </a:solidFill>
              </a:defRPr>
            </a:lvl2pPr>
            <a:lvl3pPr algn="l">
              <a:defRPr sz="750" b="0">
                <a:solidFill>
                  <a:srgbClr val="705D78"/>
                </a:solidFill>
              </a:defRPr>
            </a:lvl3pPr>
            <a:lvl4pPr algn="l">
              <a:defRPr sz="750" b="0">
                <a:solidFill>
                  <a:srgbClr val="705D78"/>
                </a:solidFill>
              </a:defRPr>
            </a:lvl4pPr>
            <a:lvl5pPr algn="l">
              <a:defRPr sz="750" b="0">
                <a:solidFill>
                  <a:srgbClr val="705D78"/>
                </a:solidFill>
              </a:defRPr>
            </a:lvl5pPr>
            <a:lvl6pPr algn="l">
              <a:defRPr sz="750" b="0">
                <a:solidFill>
                  <a:srgbClr val="705D78"/>
                </a:solidFill>
              </a:defRPr>
            </a:lvl6pPr>
            <a:lvl7pPr algn="l">
              <a:defRPr sz="750" b="0">
                <a:solidFill>
                  <a:srgbClr val="705D78"/>
                </a:solidFill>
              </a:defRPr>
            </a:lvl7pPr>
            <a:lvl8pPr algn="l">
              <a:defRPr sz="750" b="0">
                <a:solidFill>
                  <a:srgbClr val="705D78"/>
                </a:solidFill>
              </a:defRPr>
            </a:lvl8pPr>
            <a:lvl9pPr algn="l">
              <a:defRPr sz="750" b="0">
                <a:solidFill>
                  <a:srgbClr val="705D78"/>
                </a:solidFill>
              </a:defRPr>
            </a:lvl9pPr>
          </a:lstStyle>
          <a:p xmlns:a="http://schemas.openxmlformats.org/drawingml/2006/main">
            <a:pPr algn="l">
              <a:defRPr sz="750" b="0">
                <a:solidFill>
                  <a:srgbClr val="705D78"/>
                </a:solidFill>
              </a:defRPr>
            </a:pPr>
            <a:r>
              <a:rPr sz="750" b="0">
                <a:solidFill>
                  <a:srgbClr val="705D78"/>
                </a:solidFill>
              </a:rPr>
              <a:t>AWS ML Engineer · Week 10 · Part 3</a:t>
            </a:r>
          </a:p>
        </p:txBody>
      </p:sp>
      <p:sp>
        <p:nvSpPr>
          <p:cNvPr id="5" name="">
            <a:extLst xmlns:a="http://schemas.openxmlformats.org/drawingml/2006/main">
              <a:ext uri="{FF2B5EF4-FFF2-40B4-BE49-F238E27FC236}">
                <a16:creationId xmlns:a16="http://schemas.microsoft.com/office/drawing/2014/main" id="{57017B93-53CC-44C8-9810-D96BC6550201}"/>
              </a:ext>
            </a:extLst>
          </p:cNvPr>
          <p:cNvSpPr>
            <a:spLocks xmlns:a="http://schemas.openxmlformats.org/drawingml/2006/main" noGrp="1"/>
          </p:cNvSpPr>
          <p:nvPr/>
        </p:nvSpPr>
        <p:spPr>
          <a:xfrm xmlns:a="http://schemas.openxmlformats.org/drawingml/2006/main">
            <a:off x="666750" y="1857375"/>
            <a:ext cx="4905375" cy="3714750"/>
          </a:xfrm>
          <a:prstGeom xmlns:a="http://schemas.openxmlformats.org/drawingml/2006/main" prst="rect">
            <a:avLst/>
          </a:prstGeom>
          <a:solidFill xmlns:a="http://schemas.openxmlformats.org/drawingml/2006/main">
            <a:srgbClr val="7B2CB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BEA07AD-496C-4A1F-8E8D-1D0937237CCE}"/>
              </a:ext>
            </a:extLst>
          </p:cNvPr>
          <p:cNvSpPr>
            <a:spLocks xmlns:a="http://schemas.openxmlformats.org/drawingml/2006/main" noGrp="1"/>
          </p:cNvSpPr>
          <p:nvPr/>
        </p:nvSpPr>
        <p:spPr>
          <a:xfrm xmlns:a="http://schemas.openxmlformats.org/drawingml/2006/main">
            <a:off x="1143000" y="2381250"/>
            <a:ext cx="3952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400" b="1">
                <a:solidFill>
                  <a:srgbClr val="FFFFFF"/>
                </a:solidFill>
              </a:defRPr>
            </a:defPPr>
            <a:lvl1pPr algn="ctr">
              <a:defRPr sz="2400" b="1">
                <a:solidFill>
                  <a:srgbClr val="FFFFFF"/>
                </a:solidFill>
              </a:defRPr>
            </a:lvl1pPr>
            <a:lvl2pPr algn="ctr">
              <a:defRPr sz="2400" b="1">
                <a:solidFill>
                  <a:srgbClr val="FFFFFF"/>
                </a:solidFill>
              </a:defRPr>
            </a:lvl2pPr>
            <a:lvl3pPr algn="ctr">
              <a:defRPr sz="2400" b="1">
                <a:solidFill>
                  <a:srgbClr val="FFFFFF"/>
                </a:solidFill>
              </a:defRPr>
            </a:lvl3pPr>
            <a:lvl4pPr algn="ctr">
              <a:defRPr sz="2400" b="1">
                <a:solidFill>
                  <a:srgbClr val="FFFFFF"/>
                </a:solidFill>
              </a:defRPr>
            </a:lvl4pPr>
            <a:lvl5pPr algn="ctr">
              <a:defRPr sz="2400" b="1">
                <a:solidFill>
                  <a:srgbClr val="FFFFFF"/>
                </a:solidFill>
              </a:defRPr>
            </a:lvl5pPr>
            <a:lvl6pPr algn="ctr">
              <a:defRPr sz="2400" b="1">
                <a:solidFill>
                  <a:srgbClr val="FFFFFF"/>
                </a:solidFill>
              </a:defRPr>
            </a:lvl6pPr>
            <a:lvl7pPr algn="ctr">
              <a:defRPr sz="2400" b="1">
                <a:solidFill>
                  <a:srgbClr val="FFFFFF"/>
                </a:solidFill>
              </a:defRPr>
            </a:lvl7pPr>
            <a:lvl8pPr algn="ctr">
              <a:defRPr sz="2400" b="1">
                <a:solidFill>
                  <a:srgbClr val="FFFFFF"/>
                </a:solidFill>
              </a:defRPr>
            </a:lvl8pPr>
            <a:lvl9pPr algn="ctr">
              <a:defRPr sz="2400" b="1">
                <a:solidFill>
                  <a:srgbClr val="FFFFFF"/>
                </a:solidFill>
              </a:defRPr>
            </a:lvl9pPr>
          </a:lstStyle>
          <a:p xmlns:a="http://schemas.openxmlformats.org/drawingml/2006/main">
            <a:pPr algn="ctr">
              <a:defRPr sz="2400" b="1">
                <a:solidFill>
                  <a:srgbClr val="FFFFFF"/>
                </a:solidFill>
              </a:defRPr>
            </a:pPr>
            <a:r>
              <a:rPr sz="2400" b="1">
                <a:solidFill>
                  <a:srgbClr val="FFFFFF"/>
                </a:solidFill>
              </a:rPr>
              <a:t>FAIRNESS</a:t>
            </a:r>
          </a:p>
        </p:txBody>
      </p:sp>
      <p:sp>
        <p:nvSpPr>
          <p:cNvPr id="7" name="">
            <a:extLst xmlns:a="http://schemas.openxmlformats.org/drawingml/2006/main">
              <a:ext uri="{FF2B5EF4-FFF2-40B4-BE49-F238E27FC236}">
                <a16:creationId xmlns:a16="http://schemas.microsoft.com/office/drawing/2014/main" id="{677F1480-A7A5-4DA7-8CEC-49509245E76B}"/>
              </a:ext>
            </a:extLst>
          </p:cNvPr>
          <p:cNvSpPr>
            <a:spLocks xmlns:a="http://schemas.openxmlformats.org/drawingml/2006/main" noGrp="1"/>
          </p:cNvSpPr>
          <p:nvPr/>
        </p:nvSpPr>
        <p:spPr>
          <a:xfrm xmlns:a="http://schemas.openxmlformats.org/drawingml/2006/main">
            <a:off x="1190625" y="3333750"/>
            <a:ext cx="3857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0">
                <a:solidFill>
                  <a:srgbClr val="EADCF4"/>
                </a:solidFill>
              </a:defRPr>
            </a:defPPr>
            <a:lvl1pPr algn="ctr">
              <a:defRPr sz="1725" b="0">
                <a:solidFill>
                  <a:srgbClr val="EADCF4"/>
                </a:solidFill>
              </a:defRPr>
            </a:lvl1pPr>
            <a:lvl2pPr algn="ctr">
              <a:defRPr sz="1725" b="0">
                <a:solidFill>
                  <a:srgbClr val="EADCF4"/>
                </a:solidFill>
              </a:defRPr>
            </a:lvl2pPr>
            <a:lvl3pPr algn="ctr">
              <a:defRPr sz="1725" b="0">
                <a:solidFill>
                  <a:srgbClr val="EADCF4"/>
                </a:solidFill>
              </a:defRPr>
            </a:lvl3pPr>
            <a:lvl4pPr algn="ctr">
              <a:defRPr sz="1725" b="0">
                <a:solidFill>
                  <a:srgbClr val="EADCF4"/>
                </a:solidFill>
              </a:defRPr>
            </a:lvl4pPr>
            <a:lvl5pPr algn="ctr">
              <a:defRPr sz="1725" b="0">
                <a:solidFill>
                  <a:srgbClr val="EADCF4"/>
                </a:solidFill>
              </a:defRPr>
            </a:lvl5pPr>
            <a:lvl6pPr algn="ctr">
              <a:defRPr sz="1725" b="0">
                <a:solidFill>
                  <a:srgbClr val="EADCF4"/>
                </a:solidFill>
              </a:defRPr>
            </a:lvl6pPr>
            <a:lvl7pPr algn="ctr">
              <a:defRPr sz="1725" b="0">
                <a:solidFill>
                  <a:srgbClr val="EADCF4"/>
                </a:solidFill>
              </a:defRPr>
            </a:lvl7pPr>
            <a:lvl8pPr algn="ctr">
              <a:defRPr sz="1725" b="0">
                <a:solidFill>
                  <a:srgbClr val="EADCF4"/>
                </a:solidFill>
              </a:defRPr>
            </a:lvl8pPr>
            <a:lvl9pPr algn="ctr">
              <a:defRPr sz="1725" b="0">
                <a:solidFill>
                  <a:srgbClr val="EADCF4"/>
                </a:solidFill>
              </a:defRPr>
            </a:lvl9pPr>
          </a:lstStyle>
          <a:p xmlns:a="http://schemas.openxmlformats.org/drawingml/2006/main">
            <a:pPr algn="ctr">
              <a:defRPr sz="1725" b="0">
                <a:solidFill>
                  <a:srgbClr val="EADCF4"/>
                </a:solidFill>
              </a:defRPr>
            </a:pPr>
            <a:r>
              <a:rPr sz="1725" b="0">
                <a:solidFill>
                  <a:srgbClr val="EADCF4"/>
                </a:solidFill>
              </a:rPr>
              <a:t>Who is affected?</a:t>
            </a:r>
          </a:p>
        </p:txBody>
      </p:sp>
      <p:sp>
        <p:nvSpPr>
          <p:cNvPr id="8" name="">
            <a:extLst xmlns:a="http://schemas.openxmlformats.org/drawingml/2006/main">
              <a:ext uri="{FF2B5EF4-FFF2-40B4-BE49-F238E27FC236}">
                <a16:creationId xmlns:a16="http://schemas.microsoft.com/office/drawing/2014/main" id="{B7B3B5C0-23AD-4DF6-9D0C-B4A7B0D05C55}"/>
              </a:ext>
            </a:extLst>
          </p:cNvPr>
          <p:cNvSpPr>
            <a:spLocks xmlns:a="http://schemas.openxmlformats.org/drawingml/2006/main" noGrp="1"/>
          </p:cNvSpPr>
          <p:nvPr/>
        </p:nvSpPr>
        <p:spPr>
          <a:xfrm xmlns:a="http://schemas.openxmlformats.org/drawingml/2006/main">
            <a:off x="6619875" y="1857375"/>
            <a:ext cx="4905375" cy="3714750"/>
          </a:xfrm>
          <a:prstGeom xmlns:a="http://schemas.openxmlformats.org/drawingml/2006/main" prst="triangle">
            <a:avLst/>
          </a:prstGeom>
          <a:solidFill xmlns:a="http://schemas.openxmlformats.org/drawingml/2006/main">
            <a:srgbClr val="F4A26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80A7511-C1E8-4717-9B0A-C6E8DADDC2A8}"/>
              </a:ext>
            </a:extLst>
          </p:cNvPr>
          <p:cNvSpPr>
            <a:spLocks xmlns:a="http://schemas.openxmlformats.org/drawingml/2006/main" noGrp="1"/>
          </p:cNvSpPr>
          <p:nvPr/>
        </p:nvSpPr>
        <p:spPr>
          <a:xfrm xmlns:a="http://schemas.openxmlformats.org/drawingml/2006/main">
            <a:off x="7239000" y="2619375"/>
            <a:ext cx="3619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75" b="1">
                <a:solidFill>
                  <a:srgbClr val="321B3D"/>
                </a:solidFill>
              </a:defRPr>
            </a:defPPr>
            <a:lvl1pPr algn="ctr">
              <a:defRPr sz="2175" b="1">
                <a:solidFill>
                  <a:srgbClr val="321B3D"/>
                </a:solidFill>
              </a:defRPr>
            </a:lvl1pPr>
            <a:lvl2pPr algn="ctr">
              <a:defRPr sz="2175" b="1">
                <a:solidFill>
                  <a:srgbClr val="321B3D"/>
                </a:solidFill>
              </a:defRPr>
            </a:lvl2pPr>
            <a:lvl3pPr algn="ctr">
              <a:defRPr sz="2175" b="1">
                <a:solidFill>
                  <a:srgbClr val="321B3D"/>
                </a:solidFill>
              </a:defRPr>
            </a:lvl3pPr>
            <a:lvl4pPr algn="ctr">
              <a:defRPr sz="2175" b="1">
                <a:solidFill>
                  <a:srgbClr val="321B3D"/>
                </a:solidFill>
              </a:defRPr>
            </a:lvl4pPr>
            <a:lvl5pPr algn="ctr">
              <a:defRPr sz="2175" b="1">
                <a:solidFill>
                  <a:srgbClr val="321B3D"/>
                </a:solidFill>
              </a:defRPr>
            </a:lvl5pPr>
            <a:lvl6pPr algn="ctr">
              <a:defRPr sz="2175" b="1">
                <a:solidFill>
                  <a:srgbClr val="321B3D"/>
                </a:solidFill>
              </a:defRPr>
            </a:lvl6pPr>
            <a:lvl7pPr algn="ctr">
              <a:defRPr sz="2175" b="1">
                <a:solidFill>
                  <a:srgbClr val="321B3D"/>
                </a:solidFill>
              </a:defRPr>
            </a:lvl7pPr>
            <a:lvl8pPr algn="ctr">
              <a:defRPr sz="2175" b="1">
                <a:solidFill>
                  <a:srgbClr val="321B3D"/>
                </a:solidFill>
              </a:defRPr>
            </a:lvl8pPr>
            <a:lvl9pPr algn="ctr">
              <a:defRPr sz="2175" b="1">
                <a:solidFill>
                  <a:srgbClr val="321B3D"/>
                </a:solidFill>
              </a:defRPr>
            </a:lvl9pPr>
          </a:lstStyle>
          <a:p xmlns:a="http://schemas.openxmlformats.org/drawingml/2006/main">
            <a:pPr algn="ctr">
              <a:defRPr sz="2175" b="1">
                <a:solidFill>
                  <a:srgbClr val="321B3D"/>
                </a:solidFill>
              </a:defRPr>
            </a:pPr>
            <a:r>
              <a:rPr sz="2175" b="1">
                <a:solidFill>
                  <a:srgbClr val="321B3D"/>
                </a:solidFill>
              </a:rPr>
              <a:t>EXPLAINABILITY</a:t>
            </a:r>
          </a:p>
        </p:txBody>
      </p:sp>
      <p:sp>
        <p:nvSpPr>
          <p:cNvPr id="10" name="">
            <a:extLst xmlns:a="http://schemas.openxmlformats.org/drawingml/2006/main">
              <a:ext uri="{FF2B5EF4-FFF2-40B4-BE49-F238E27FC236}">
                <a16:creationId xmlns:a16="http://schemas.microsoft.com/office/drawing/2014/main" id="{92A169E2-28A5-4332-A707-5413FF689547}"/>
              </a:ext>
            </a:extLst>
          </p:cNvPr>
          <p:cNvSpPr>
            <a:spLocks xmlns:a="http://schemas.openxmlformats.org/drawingml/2006/main" noGrp="1"/>
          </p:cNvSpPr>
          <p:nvPr/>
        </p:nvSpPr>
        <p:spPr>
          <a:xfrm xmlns:a="http://schemas.openxmlformats.org/drawingml/2006/main">
            <a:off x="7381875" y="3714750"/>
            <a:ext cx="333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0">
                <a:solidFill>
                  <a:srgbClr val="321B3D"/>
                </a:solidFill>
              </a:defRPr>
            </a:defPPr>
            <a:lvl1pPr algn="ctr">
              <a:defRPr sz="1725" b="0">
                <a:solidFill>
                  <a:srgbClr val="321B3D"/>
                </a:solidFill>
              </a:defRPr>
            </a:lvl1pPr>
            <a:lvl2pPr algn="ctr">
              <a:defRPr sz="1725" b="0">
                <a:solidFill>
                  <a:srgbClr val="321B3D"/>
                </a:solidFill>
              </a:defRPr>
            </a:lvl2pPr>
            <a:lvl3pPr algn="ctr">
              <a:defRPr sz="1725" b="0">
                <a:solidFill>
                  <a:srgbClr val="321B3D"/>
                </a:solidFill>
              </a:defRPr>
            </a:lvl3pPr>
            <a:lvl4pPr algn="ctr">
              <a:defRPr sz="1725" b="0">
                <a:solidFill>
                  <a:srgbClr val="321B3D"/>
                </a:solidFill>
              </a:defRPr>
            </a:lvl4pPr>
            <a:lvl5pPr algn="ctr">
              <a:defRPr sz="1725" b="0">
                <a:solidFill>
                  <a:srgbClr val="321B3D"/>
                </a:solidFill>
              </a:defRPr>
            </a:lvl5pPr>
            <a:lvl6pPr algn="ctr">
              <a:defRPr sz="1725" b="0">
                <a:solidFill>
                  <a:srgbClr val="321B3D"/>
                </a:solidFill>
              </a:defRPr>
            </a:lvl6pPr>
            <a:lvl7pPr algn="ctr">
              <a:defRPr sz="1725" b="0">
                <a:solidFill>
                  <a:srgbClr val="321B3D"/>
                </a:solidFill>
              </a:defRPr>
            </a:lvl7pPr>
            <a:lvl8pPr algn="ctr">
              <a:defRPr sz="1725" b="0">
                <a:solidFill>
                  <a:srgbClr val="321B3D"/>
                </a:solidFill>
              </a:defRPr>
            </a:lvl8pPr>
            <a:lvl9pPr algn="ctr">
              <a:defRPr sz="1725" b="0">
                <a:solidFill>
                  <a:srgbClr val="321B3D"/>
                </a:solidFill>
              </a:defRPr>
            </a:lvl9pPr>
          </a:lstStyle>
          <a:p xmlns:a="http://schemas.openxmlformats.org/drawingml/2006/main">
            <a:pPr algn="ctr">
              <a:defRPr sz="1725" b="0">
                <a:solidFill>
                  <a:srgbClr val="321B3D"/>
                </a:solidFill>
              </a:defRPr>
            </a:pPr>
            <a:r>
              <a:rPr sz="1725" b="0">
                <a:solidFill>
                  <a:srgbClr val="321B3D"/>
                </a:solidFill>
              </a:rPr>
              <a:t>Why this prediction?</a:t>
            </a:r>
          </a:p>
        </p:txBody>
      </p:sp>
      <p:sp>
        <p:nvSpPr>
          <p:cNvPr id="11" name="">
            <a:extLst xmlns:a="http://schemas.openxmlformats.org/drawingml/2006/main">
              <a:ext uri="{FF2B5EF4-FFF2-40B4-BE49-F238E27FC236}">
                <a16:creationId xmlns:a16="http://schemas.microsoft.com/office/drawing/2014/main" id="{6F9EDBBB-F388-4EBC-A4EF-2B85CBED907E}"/>
              </a:ext>
            </a:extLst>
          </p:cNvPr>
          <p:cNvSpPr>
            <a:spLocks xmlns:a="http://schemas.openxmlformats.org/drawingml/2006/main" noGrp="1"/>
          </p:cNvSpPr>
          <p:nvPr/>
        </p:nvSpPr>
        <p:spPr>
          <a:xfrm xmlns:a="http://schemas.openxmlformats.org/drawingml/2006/main">
            <a:off x="5238750" y="3000375"/>
            <a:ext cx="1714500" cy="1714500"/>
          </a:xfrm>
          <a:prstGeom xmlns:a="http://schemas.openxmlformats.org/drawingml/2006/main" prst="ellipse">
            <a:avLst/>
          </a:prstGeom>
          <a:solidFill xmlns:a="http://schemas.openxmlformats.org/drawingml/2006/main">
            <a:srgbClr val="0FA3B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305D127-1B7A-4FFD-BA09-2F43F99E0C09}"/>
              </a:ext>
            </a:extLst>
          </p:cNvPr>
          <p:cNvSpPr>
            <a:spLocks xmlns:a="http://schemas.openxmlformats.org/drawingml/2006/main" noGrp="1"/>
          </p:cNvSpPr>
          <p:nvPr/>
        </p:nvSpPr>
        <p:spPr>
          <a:xfrm xmlns:a="http://schemas.openxmlformats.org/drawingml/2006/main">
            <a:off x="5476875" y="3476625"/>
            <a:ext cx="123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FFFFF"/>
                </a:solidFill>
              </a:defRPr>
            </a:defPPr>
            <a:lvl1pPr algn="ctr">
              <a:defRPr sz="1650" b="1">
                <a:solidFill>
                  <a:srgbClr val="FFFFFF"/>
                </a:solidFill>
              </a:defRPr>
            </a:lvl1pPr>
            <a:lvl2pPr algn="ctr">
              <a:defRPr sz="1650" b="1">
                <a:solidFill>
                  <a:srgbClr val="FFFFFF"/>
                </a:solidFill>
              </a:defRPr>
            </a:lvl2pPr>
            <a:lvl3pPr algn="ctr">
              <a:defRPr sz="1650" b="1">
                <a:solidFill>
                  <a:srgbClr val="FFFFFF"/>
                </a:solidFill>
              </a:defRPr>
            </a:lvl3pPr>
            <a:lvl4pPr algn="ctr">
              <a:defRPr sz="1650" b="1">
                <a:solidFill>
                  <a:srgbClr val="FFFFFF"/>
                </a:solidFill>
              </a:defRPr>
            </a:lvl4pPr>
            <a:lvl5pPr algn="ctr">
              <a:defRPr sz="1650" b="1">
                <a:solidFill>
                  <a:srgbClr val="FFFFFF"/>
                </a:solidFill>
              </a:defRPr>
            </a:lvl5pPr>
            <a:lvl6pPr algn="ctr">
              <a:defRPr sz="1650" b="1">
                <a:solidFill>
                  <a:srgbClr val="FFFFFF"/>
                </a:solidFill>
              </a:defRPr>
            </a:lvl6pPr>
            <a:lvl7pPr algn="ctr">
              <a:defRPr sz="1650" b="1">
                <a:solidFill>
                  <a:srgbClr val="FFFFFF"/>
                </a:solidFill>
              </a:defRPr>
            </a:lvl7pPr>
            <a:lvl8pPr algn="ctr">
              <a:defRPr sz="1650" b="1">
                <a:solidFill>
                  <a:srgbClr val="FFFFFF"/>
                </a:solidFill>
              </a:defRPr>
            </a:lvl8pPr>
            <a:lvl9pPr algn="ctr">
              <a:defRPr sz="1650" b="1">
                <a:solidFill>
                  <a:srgbClr val="FFFFFF"/>
                </a:solidFill>
              </a:defRPr>
            </a:lvl9pPr>
          </a:lstStyle>
          <a:p xmlns:a="http://schemas.openxmlformats.org/drawingml/2006/main">
            <a:pPr algn="ctr">
              <a:defRPr sz="1650" b="1">
                <a:solidFill>
                  <a:srgbClr val="FFFFFF"/>
                </a:solidFill>
              </a:defRPr>
            </a:pPr>
            <a:r>
              <a:rPr sz="1650" b="1">
                <a:solidFill>
                  <a:srgbClr val="FFFFFF"/>
                </a:solidFill>
              </a:rPr>
              <a:t>CLARIFY</a:t>
            </a:r>
          </a:p>
        </p:txBody>
      </p:sp>
    </p:spTree>
    <p:extLst>
      <p:ext uri="{BB962C8B-B14F-4D97-AF65-F5344CB8AC3E}">
        <p14:creationId xmlns:p14="http://schemas.microsoft.com/office/powerpoint/2010/main" val="1612438408"/>
      </p:ext>
    </p:extLst>
  </p:cSld>
</p:sld>
</file>

<file path=ppt/slides/slide3.xml><?xml version="1.0" encoding="utf-8"?>
<p:sld xmlns:p="http://schemas.openxmlformats.org/presentationml/2006/main">
  <p:cSld>
    <p:bg>
      <p:bgPr>
        <a:solidFill xmlns:a="http://schemas.openxmlformats.org/drawingml/2006/main">
          <a:srgbClr val="FF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053F365-A7B1-4EDD-80C1-415ADBDC33C5}"/>
              </a:ext>
            </a:extLst>
          </p:cNvPr>
          <p:cNvSpPr>
            <a:spLocks xmlns:a="http://schemas.openxmlformats.org/drawingml/2006/main" noGrp="1"/>
          </p:cNvSpPr>
          <p:nvPr/>
        </p:nvSpPr>
        <p:spPr>
          <a:xfrm xmlns:a="http://schemas.openxmlformats.org/drawingml/2006/main">
            <a:off x="60960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7B2CBF"/>
                </a:solidFill>
              </a:defRPr>
            </a:defPPr>
            <a:lvl1pPr algn="l">
              <a:defRPr sz="1050" b="1">
                <a:solidFill>
                  <a:srgbClr val="7B2CBF"/>
                </a:solidFill>
              </a:defRPr>
            </a:lvl1pPr>
            <a:lvl2pPr algn="l">
              <a:defRPr sz="1050" b="1">
                <a:solidFill>
                  <a:srgbClr val="7B2CBF"/>
                </a:solidFill>
              </a:defRPr>
            </a:lvl2pPr>
            <a:lvl3pPr algn="l">
              <a:defRPr sz="1050" b="1">
                <a:solidFill>
                  <a:srgbClr val="7B2CBF"/>
                </a:solidFill>
              </a:defRPr>
            </a:lvl3pPr>
            <a:lvl4pPr algn="l">
              <a:defRPr sz="1050" b="1">
                <a:solidFill>
                  <a:srgbClr val="7B2CBF"/>
                </a:solidFill>
              </a:defRPr>
            </a:lvl4pPr>
            <a:lvl5pPr algn="l">
              <a:defRPr sz="1050" b="1">
                <a:solidFill>
                  <a:srgbClr val="7B2CBF"/>
                </a:solidFill>
              </a:defRPr>
            </a:lvl5pPr>
            <a:lvl6pPr algn="l">
              <a:defRPr sz="1050" b="1">
                <a:solidFill>
                  <a:srgbClr val="7B2CBF"/>
                </a:solidFill>
              </a:defRPr>
            </a:lvl6pPr>
            <a:lvl7pPr algn="l">
              <a:defRPr sz="1050" b="1">
                <a:solidFill>
                  <a:srgbClr val="7B2CBF"/>
                </a:solidFill>
              </a:defRPr>
            </a:lvl7pPr>
            <a:lvl8pPr algn="l">
              <a:defRPr sz="1050" b="1">
                <a:solidFill>
                  <a:srgbClr val="7B2CBF"/>
                </a:solidFill>
              </a:defRPr>
            </a:lvl8pPr>
            <a:lvl9pPr algn="l">
              <a:defRPr sz="1050" b="1">
                <a:solidFill>
                  <a:srgbClr val="7B2CBF"/>
                </a:solidFill>
              </a:defRPr>
            </a:lvl9pPr>
          </a:lstStyle>
          <a:p xmlns:a="http://schemas.openxmlformats.org/drawingml/2006/main">
            <a:pPr algn="l">
              <a:defRPr sz="1050" b="1">
                <a:solidFill>
                  <a:srgbClr val="7B2CBF"/>
                </a:solidFill>
              </a:defRPr>
            </a:pPr>
            <a:r>
              <a:rPr sz="1050" b="1">
                <a:solidFill>
                  <a:srgbClr val="7B2CBF"/>
                </a:solidFill>
              </a:rPr>
              <a:t>WEEK 10 · PART 3</a:t>
            </a:r>
          </a:p>
        </p:txBody>
      </p:sp>
      <p:sp>
        <p:nvSpPr>
          <p:cNvPr id="2" name="">
            <a:extLst xmlns:a="http://schemas.openxmlformats.org/drawingml/2006/main">
              <a:ext uri="{FF2B5EF4-FFF2-40B4-BE49-F238E27FC236}">
                <a16:creationId xmlns:a16="http://schemas.microsoft.com/office/drawing/2014/main" id="{309F5D4A-A4A2-4ECD-858B-C0B03200F0DF}"/>
              </a:ext>
            </a:extLst>
          </p:cNvPr>
          <p:cNvSpPr>
            <a:spLocks xmlns:a="http://schemas.openxmlformats.org/drawingml/2006/main" noGrp="1"/>
          </p:cNvSpPr>
          <p:nvPr/>
        </p:nvSpPr>
        <p:spPr>
          <a:xfrm xmlns:a="http://schemas.openxmlformats.org/drawingml/2006/main">
            <a:off x="11049000" y="26670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321B3D"/>
                </a:solidFill>
              </a:defRPr>
            </a:defPPr>
            <a:lvl1pPr algn="r">
              <a:defRPr sz="1350" b="1">
                <a:solidFill>
                  <a:srgbClr val="321B3D"/>
                </a:solidFill>
              </a:defRPr>
            </a:lvl1pPr>
            <a:lvl2pPr algn="r">
              <a:defRPr sz="1350" b="1">
                <a:solidFill>
                  <a:srgbClr val="321B3D"/>
                </a:solidFill>
              </a:defRPr>
            </a:lvl2pPr>
            <a:lvl3pPr algn="r">
              <a:defRPr sz="1350" b="1">
                <a:solidFill>
                  <a:srgbClr val="321B3D"/>
                </a:solidFill>
              </a:defRPr>
            </a:lvl3pPr>
            <a:lvl4pPr algn="r">
              <a:defRPr sz="1350" b="1">
                <a:solidFill>
                  <a:srgbClr val="321B3D"/>
                </a:solidFill>
              </a:defRPr>
            </a:lvl4pPr>
            <a:lvl5pPr algn="r">
              <a:defRPr sz="1350" b="1">
                <a:solidFill>
                  <a:srgbClr val="321B3D"/>
                </a:solidFill>
              </a:defRPr>
            </a:lvl5pPr>
            <a:lvl6pPr algn="r">
              <a:defRPr sz="1350" b="1">
                <a:solidFill>
                  <a:srgbClr val="321B3D"/>
                </a:solidFill>
              </a:defRPr>
            </a:lvl6pPr>
            <a:lvl7pPr algn="r">
              <a:defRPr sz="1350" b="1">
                <a:solidFill>
                  <a:srgbClr val="321B3D"/>
                </a:solidFill>
              </a:defRPr>
            </a:lvl7pPr>
            <a:lvl8pPr algn="r">
              <a:defRPr sz="1350" b="1">
                <a:solidFill>
                  <a:srgbClr val="321B3D"/>
                </a:solidFill>
              </a:defRPr>
            </a:lvl8pPr>
            <a:lvl9pPr algn="r">
              <a:defRPr sz="1350" b="1">
                <a:solidFill>
                  <a:srgbClr val="321B3D"/>
                </a:solidFill>
              </a:defRPr>
            </a:lvl9pPr>
          </a:lstStyle>
          <a:p xmlns:a="http://schemas.openxmlformats.org/drawingml/2006/main">
            <a:pPr algn="r">
              <a:defRPr sz="1350" b="1">
                <a:solidFill>
                  <a:srgbClr val="321B3D"/>
                </a:solidFill>
              </a:defRPr>
            </a:pPr>
            <a:r>
              <a:rPr sz="1350" b="1">
                <a:solidFill>
                  <a:srgbClr val="321B3D"/>
                </a:solidFill>
              </a:rPr>
              <a:t>03</a:t>
            </a:r>
          </a:p>
        </p:txBody>
      </p:sp>
      <p:sp>
        <p:nvSpPr>
          <p:cNvPr id="3" name="">
            <a:extLst xmlns:a="http://schemas.openxmlformats.org/drawingml/2006/main">
              <a:ext uri="{FF2B5EF4-FFF2-40B4-BE49-F238E27FC236}">
                <a16:creationId xmlns:a16="http://schemas.microsoft.com/office/drawing/2014/main" id="{9D939581-5345-4DC3-8D74-F0882B018D24}"/>
              </a:ext>
            </a:extLst>
          </p:cNvPr>
          <p:cNvSpPr>
            <a:spLocks xmlns:a="http://schemas.openxmlformats.org/drawingml/2006/main" noGrp="1"/>
          </p:cNvSpPr>
          <p:nvPr/>
        </p:nvSpPr>
        <p:spPr>
          <a:xfrm xmlns:a="http://schemas.openxmlformats.org/drawingml/2006/main">
            <a:off x="609600" y="723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321B3D"/>
                </a:solidFill>
              </a:defRPr>
            </a:defPPr>
            <a:lvl1pPr algn="l">
              <a:defRPr sz="2550" b="1">
                <a:solidFill>
                  <a:srgbClr val="321B3D"/>
                </a:solidFill>
              </a:defRPr>
            </a:lvl1pPr>
            <a:lvl2pPr algn="l">
              <a:defRPr sz="2550" b="1">
                <a:solidFill>
                  <a:srgbClr val="321B3D"/>
                </a:solidFill>
              </a:defRPr>
            </a:lvl2pPr>
            <a:lvl3pPr algn="l">
              <a:defRPr sz="2550" b="1">
                <a:solidFill>
                  <a:srgbClr val="321B3D"/>
                </a:solidFill>
              </a:defRPr>
            </a:lvl3pPr>
            <a:lvl4pPr algn="l">
              <a:defRPr sz="2550" b="1">
                <a:solidFill>
                  <a:srgbClr val="321B3D"/>
                </a:solidFill>
              </a:defRPr>
            </a:lvl4pPr>
            <a:lvl5pPr algn="l">
              <a:defRPr sz="2550" b="1">
                <a:solidFill>
                  <a:srgbClr val="321B3D"/>
                </a:solidFill>
              </a:defRPr>
            </a:lvl5pPr>
            <a:lvl6pPr algn="l">
              <a:defRPr sz="2550" b="1">
                <a:solidFill>
                  <a:srgbClr val="321B3D"/>
                </a:solidFill>
              </a:defRPr>
            </a:lvl6pPr>
            <a:lvl7pPr algn="l">
              <a:defRPr sz="2550" b="1">
                <a:solidFill>
                  <a:srgbClr val="321B3D"/>
                </a:solidFill>
              </a:defRPr>
            </a:lvl7pPr>
            <a:lvl8pPr algn="l">
              <a:defRPr sz="2550" b="1">
                <a:solidFill>
                  <a:srgbClr val="321B3D"/>
                </a:solidFill>
              </a:defRPr>
            </a:lvl8pPr>
            <a:lvl9pPr algn="l">
              <a:defRPr sz="2550" b="1">
                <a:solidFill>
                  <a:srgbClr val="321B3D"/>
                </a:solidFill>
              </a:defRPr>
            </a:lvl9pPr>
          </a:lstStyle>
          <a:p xmlns:a="http://schemas.openxmlformats.org/drawingml/2006/main">
            <a:pPr algn="l">
              <a:defRPr sz="2550" b="1">
                <a:solidFill>
                  <a:srgbClr val="321B3D"/>
                </a:solidFill>
              </a:defRPr>
            </a:pPr>
            <a:r>
              <a:rPr sz="2550" b="1">
                <a:solidFill>
                  <a:srgbClr val="321B3D"/>
                </a:solidFill>
              </a:rPr>
              <a:t>Facets organize bias analysis</a:t>
            </a:r>
          </a:p>
        </p:txBody>
      </p:sp>
      <p:sp>
        <p:nvSpPr>
          <p:cNvPr id="4" name="">
            <a:extLst xmlns:a="http://schemas.openxmlformats.org/drawingml/2006/main">
              <a:ext uri="{FF2B5EF4-FFF2-40B4-BE49-F238E27FC236}">
                <a16:creationId xmlns:a16="http://schemas.microsoft.com/office/drawing/2014/main" id="{E2AE0B6E-29AE-400C-8798-A790D33DDE16}"/>
              </a:ext>
            </a:extLst>
          </p:cNvPr>
          <p:cNvSpPr>
            <a:spLocks xmlns:a="http://schemas.openxmlformats.org/drawingml/2006/main" noGrp="1"/>
          </p:cNvSpPr>
          <p:nvPr/>
        </p:nvSpPr>
        <p:spPr>
          <a:xfrm xmlns:a="http://schemas.openxmlformats.org/drawingml/2006/main">
            <a:off x="609600" y="6534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705D78"/>
                </a:solidFill>
              </a:defRPr>
            </a:defPPr>
            <a:lvl1pPr algn="l">
              <a:defRPr sz="750" b="0">
                <a:solidFill>
                  <a:srgbClr val="705D78"/>
                </a:solidFill>
              </a:defRPr>
            </a:lvl1pPr>
            <a:lvl2pPr algn="l">
              <a:defRPr sz="750" b="0">
                <a:solidFill>
                  <a:srgbClr val="705D78"/>
                </a:solidFill>
              </a:defRPr>
            </a:lvl2pPr>
            <a:lvl3pPr algn="l">
              <a:defRPr sz="750" b="0">
                <a:solidFill>
                  <a:srgbClr val="705D78"/>
                </a:solidFill>
              </a:defRPr>
            </a:lvl3pPr>
            <a:lvl4pPr algn="l">
              <a:defRPr sz="750" b="0">
                <a:solidFill>
                  <a:srgbClr val="705D78"/>
                </a:solidFill>
              </a:defRPr>
            </a:lvl4pPr>
            <a:lvl5pPr algn="l">
              <a:defRPr sz="750" b="0">
                <a:solidFill>
                  <a:srgbClr val="705D78"/>
                </a:solidFill>
              </a:defRPr>
            </a:lvl5pPr>
            <a:lvl6pPr algn="l">
              <a:defRPr sz="750" b="0">
                <a:solidFill>
                  <a:srgbClr val="705D78"/>
                </a:solidFill>
              </a:defRPr>
            </a:lvl6pPr>
            <a:lvl7pPr algn="l">
              <a:defRPr sz="750" b="0">
                <a:solidFill>
                  <a:srgbClr val="705D78"/>
                </a:solidFill>
              </a:defRPr>
            </a:lvl7pPr>
            <a:lvl8pPr algn="l">
              <a:defRPr sz="750" b="0">
                <a:solidFill>
                  <a:srgbClr val="705D78"/>
                </a:solidFill>
              </a:defRPr>
            </a:lvl8pPr>
            <a:lvl9pPr algn="l">
              <a:defRPr sz="750" b="0">
                <a:solidFill>
                  <a:srgbClr val="705D78"/>
                </a:solidFill>
              </a:defRPr>
            </a:lvl9pPr>
          </a:lstStyle>
          <a:p xmlns:a="http://schemas.openxmlformats.org/drawingml/2006/main">
            <a:pPr algn="l">
              <a:defRPr sz="750" b="0">
                <a:solidFill>
                  <a:srgbClr val="705D78"/>
                </a:solidFill>
              </a:defRPr>
            </a:pPr>
            <a:r>
              <a:rPr sz="750" b="0">
                <a:solidFill>
                  <a:srgbClr val="705D78"/>
                </a:solidFill>
              </a:rPr>
              <a:t>AWS ML Engineer · Week 10 · Part 3</a:t>
            </a:r>
          </a:p>
        </p:txBody>
      </p:sp>
      <p:sp>
        <p:nvSpPr>
          <p:cNvPr id="5" name="">
            <a:extLst xmlns:a="http://schemas.openxmlformats.org/drawingml/2006/main">
              <a:ext uri="{FF2B5EF4-FFF2-40B4-BE49-F238E27FC236}">
                <a16:creationId xmlns:a16="http://schemas.microsoft.com/office/drawing/2014/main" id="{27D03DC2-644D-46C2-95FB-A713515EE91E}"/>
              </a:ext>
            </a:extLst>
          </p:cNvPr>
          <p:cNvSpPr>
            <a:spLocks xmlns:a="http://schemas.openxmlformats.org/drawingml/2006/main" noGrp="1"/>
          </p:cNvSpPr>
          <p:nvPr/>
        </p:nvSpPr>
        <p:spPr>
          <a:xfrm xmlns:a="http://schemas.openxmlformats.org/drawingml/2006/main">
            <a:off x="4048125" y="1714500"/>
            <a:ext cx="4095750" cy="4095750"/>
          </a:xfrm>
          <a:prstGeom xmlns:a="http://schemas.openxmlformats.org/drawingml/2006/main" prst="ellipse">
            <a:avLst/>
          </a:prstGeom>
          <a:solidFill xmlns:a="http://schemas.openxmlformats.org/drawingml/2006/main">
            <a:srgbClr val="F0E4F7"/>
          </a:solidFill>
          <a:ln xmlns:a="http://schemas.openxmlformats.org/drawingml/2006/main" w="19050">
            <a:solidFill>
              <a:srgbClr val="7B2CBF"/>
            </a:solidFill>
            <a:prstDash val="solid"/>
          </a:ln>
        </p:spPr>
      </p:sp>
      <p:sp>
        <p:nvSpPr>
          <p:cNvPr id="6" name="">
            <a:extLst xmlns:a="http://schemas.openxmlformats.org/drawingml/2006/main">
              <a:ext uri="{FF2B5EF4-FFF2-40B4-BE49-F238E27FC236}">
                <a16:creationId xmlns:a16="http://schemas.microsoft.com/office/drawing/2014/main" id="{01B8CD04-F580-4EB8-B9BD-6DD464281D7A}"/>
              </a:ext>
            </a:extLst>
          </p:cNvPr>
          <p:cNvSpPr>
            <a:spLocks xmlns:a="http://schemas.openxmlformats.org/drawingml/2006/main" noGrp="1"/>
          </p:cNvSpPr>
          <p:nvPr/>
        </p:nvSpPr>
        <p:spPr>
          <a:xfrm xmlns:a="http://schemas.openxmlformats.org/drawingml/2006/main">
            <a:off x="4714875" y="2381250"/>
            <a:ext cx="276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7B2CBF"/>
                </a:solidFill>
              </a:defRPr>
            </a:defPPr>
            <a:lvl1pPr algn="ctr">
              <a:defRPr sz="1950" b="1">
                <a:solidFill>
                  <a:srgbClr val="7B2CBF"/>
                </a:solidFill>
              </a:defRPr>
            </a:lvl1pPr>
            <a:lvl2pPr algn="ctr">
              <a:defRPr sz="1950" b="1">
                <a:solidFill>
                  <a:srgbClr val="7B2CBF"/>
                </a:solidFill>
              </a:defRPr>
            </a:lvl2pPr>
            <a:lvl3pPr algn="ctr">
              <a:defRPr sz="1950" b="1">
                <a:solidFill>
                  <a:srgbClr val="7B2CBF"/>
                </a:solidFill>
              </a:defRPr>
            </a:lvl3pPr>
            <a:lvl4pPr algn="ctr">
              <a:defRPr sz="1950" b="1">
                <a:solidFill>
                  <a:srgbClr val="7B2CBF"/>
                </a:solidFill>
              </a:defRPr>
            </a:lvl4pPr>
            <a:lvl5pPr algn="ctr">
              <a:defRPr sz="1950" b="1">
                <a:solidFill>
                  <a:srgbClr val="7B2CBF"/>
                </a:solidFill>
              </a:defRPr>
            </a:lvl5pPr>
            <a:lvl6pPr algn="ctr">
              <a:defRPr sz="1950" b="1">
                <a:solidFill>
                  <a:srgbClr val="7B2CBF"/>
                </a:solidFill>
              </a:defRPr>
            </a:lvl6pPr>
            <a:lvl7pPr algn="ctr">
              <a:defRPr sz="1950" b="1">
                <a:solidFill>
                  <a:srgbClr val="7B2CBF"/>
                </a:solidFill>
              </a:defRPr>
            </a:lvl7pPr>
            <a:lvl8pPr algn="ctr">
              <a:defRPr sz="1950" b="1">
                <a:solidFill>
                  <a:srgbClr val="7B2CBF"/>
                </a:solidFill>
              </a:defRPr>
            </a:lvl8pPr>
            <a:lvl9pPr algn="ctr">
              <a:defRPr sz="1950" b="1">
                <a:solidFill>
                  <a:srgbClr val="7B2CBF"/>
                </a:solidFill>
              </a:defRPr>
            </a:lvl9pPr>
          </a:lstStyle>
          <a:p xmlns:a="http://schemas.openxmlformats.org/drawingml/2006/main">
            <a:pPr algn="ctr">
              <a:defRPr sz="1950" b="1">
                <a:solidFill>
                  <a:srgbClr val="7B2CBF"/>
                </a:solidFill>
              </a:defRPr>
            </a:pPr>
            <a:r>
              <a:rPr sz="1950" b="1">
                <a:solidFill>
                  <a:srgbClr val="7B2CBF"/>
                </a:solidFill>
              </a:rPr>
              <a:t>POPULATION</a:t>
            </a:r>
          </a:p>
        </p:txBody>
      </p:sp>
      <p:sp>
        <p:nvSpPr>
          <p:cNvPr id="7" name="">
            <a:extLst xmlns:a="http://schemas.openxmlformats.org/drawingml/2006/main">
              <a:ext uri="{FF2B5EF4-FFF2-40B4-BE49-F238E27FC236}">
                <a16:creationId xmlns:a16="http://schemas.microsoft.com/office/drawing/2014/main" id="{611EF628-FBE3-4055-B89E-B3F5F22D7CFF}"/>
              </a:ext>
            </a:extLst>
          </p:cNvPr>
          <p:cNvSpPr>
            <a:spLocks xmlns:a="http://schemas.openxmlformats.org/drawingml/2006/main" noGrp="1"/>
          </p:cNvSpPr>
          <p:nvPr/>
        </p:nvSpPr>
        <p:spPr>
          <a:xfrm xmlns:a="http://schemas.openxmlformats.org/drawingml/2006/main">
            <a:off x="1714500" y="2714625"/>
            <a:ext cx="2190750" cy="876300"/>
          </a:xfrm>
          <a:prstGeom xmlns:a="http://schemas.openxmlformats.org/drawingml/2006/main" prst="roundRect">
            <a:avLst>
              <a:gd name="adj" fmla="val 13043"/>
            </a:avLst>
          </a:prstGeom>
          <a:solidFill xmlns:a="http://schemas.openxmlformats.org/drawingml/2006/main">
            <a:srgbClr val="7B2CB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150677C-E92D-48F4-B5EC-57481581F7DD}"/>
              </a:ext>
            </a:extLst>
          </p:cNvPr>
          <p:cNvSpPr>
            <a:spLocks xmlns:a="http://schemas.openxmlformats.org/drawingml/2006/main" noGrp="1"/>
          </p:cNvSpPr>
          <p:nvPr/>
        </p:nvSpPr>
        <p:spPr>
          <a:xfrm xmlns:a="http://schemas.openxmlformats.org/drawingml/2006/main">
            <a:off x="1885950" y="2867025"/>
            <a:ext cx="1847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defRPr sz="1425" b="1">
                <a:solidFill>
                  <a:srgbClr val="FFFFFF"/>
                </a:solidFill>
              </a:defRPr>
            </a:pPr>
            <a:r>
              <a:rPr sz="1425" b="1">
                <a:solidFill>
                  <a:srgbClr val="FFFFFF"/>
                </a:solidFill>
              </a:rPr>
              <a:t>AGE</a:t>
            </a:r>
          </a:p>
        </p:txBody>
      </p:sp>
      <p:sp>
        <p:nvSpPr>
          <p:cNvPr id="9" name="">
            <a:extLst xmlns:a="http://schemas.openxmlformats.org/drawingml/2006/main">
              <a:ext uri="{FF2B5EF4-FFF2-40B4-BE49-F238E27FC236}">
                <a16:creationId xmlns:a16="http://schemas.microsoft.com/office/drawing/2014/main" id="{F9DC4156-A9A1-44A3-ADA3-C486BF291A0B}"/>
              </a:ext>
            </a:extLst>
          </p:cNvPr>
          <p:cNvSpPr>
            <a:spLocks xmlns:a="http://schemas.openxmlformats.org/drawingml/2006/main" noGrp="1"/>
          </p:cNvSpPr>
          <p:nvPr/>
        </p:nvSpPr>
        <p:spPr>
          <a:xfrm xmlns:a="http://schemas.openxmlformats.org/drawingml/2006/main">
            <a:off x="8286750" y="2714625"/>
            <a:ext cx="2190750" cy="876300"/>
          </a:xfrm>
          <a:prstGeom xmlns:a="http://schemas.openxmlformats.org/drawingml/2006/main" prst="roundRect">
            <a:avLst>
              <a:gd name="adj" fmla="val 13043"/>
            </a:avLst>
          </a:prstGeom>
          <a:solidFill xmlns:a="http://schemas.openxmlformats.org/drawingml/2006/main">
            <a:srgbClr val="0FA3B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21F0FE4-6CBD-43C1-8573-85AEEC46D3E6}"/>
              </a:ext>
            </a:extLst>
          </p:cNvPr>
          <p:cNvSpPr>
            <a:spLocks xmlns:a="http://schemas.openxmlformats.org/drawingml/2006/main" noGrp="1"/>
          </p:cNvSpPr>
          <p:nvPr/>
        </p:nvSpPr>
        <p:spPr>
          <a:xfrm xmlns:a="http://schemas.openxmlformats.org/drawingml/2006/main">
            <a:off x="8458200" y="2867025"/>
            <a:ext cx="1847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defRPr sz="1425" b="1">
                <a:solidFill>
                  <a:srgbClr val="FFFFFF"/>
                </a:solidFill>
              </a:defRPr>
            </a:pPr>
            <a:r>
              <a:rPr sz="1425" b="1">
                <a:solidFill>
                  <a:srgbClr val="FFFFFF"/>
                </a:solidFill>
              </a:rPr>
              <a:t>INCOME</a:t>
            </a:r>
          </a:p>
        </p:txBody>
      </p:sp>
      <p:sp>
        <p:nvSpPr>
          <p:cNvPr id="11" name="">
            <a:extLst xmlns:a="http://schemas.openxmlformats.org/drawingml/2006/main">
              <a:ext uri="{FF2B5EF4-FFF2-40B4-BE49-F238E27FC236}">
                <a16:creationId xmlns:a16="http://schemas.microsoft.com/office/drawing/2014/main" id="{9C31CD10-D94F-4DA3-BCD2-36F7A99B0DC2}"/>
              </a:ext>
            </a:extLst>
          </p:cNvPr>
          <p:cNvSpPr>
            <a:spLocks xmlns:a="http://schemas.openxmlformats.org/drawingml/2006/main" noGrp="1"/>
          </p:cNvSpPr>
          <p:nvPr/>
        </p:nvSpPr>
        <p:spPr>
          <a:xfrm xmlns:a="http://schemas.openxmlformats.org/drawingml/2006/main">
            <a:off x="4905375" y="4429125"/>
            <a:ext cx="2190750" cy="876300"/>
          </a:xfrm>
          <a:prstGeom xmlns:a="http://schemas.openxmlformats.org/drawingml/2006/main" prst="roundRect">
            <a:avLst>
              <a:gd name="adj" fmla="val 13043"/>
            </a:avLst>
          </a:prstGeom>
          <a:solidFill xmlns:a="http://schemas.openxmlformats.org/drawingml/2006/main">
            <a:srgbClr val="F4A26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F29A8E5-EF9A-4A23-B42A-A8930A0B88BC}"/>
              </a:ext>
            </a:extLst>
          </p:cNvPr>
          <p:cNvSpPr>
            <a:spLocks xmlns:a="http://schemas.openxmlformats.org/drawingml/2006/main" noGrp="1"/>
          </p:cNvSpPr>
          <p:nvPr/>
        </p:nvSpPr>
        <p:spPr>
          <a:xfrm xmlns:a="http://schemas.openxmlformats.org/drawingml/2006/main">
            <a:off x="5076825" y="4581525"/>
            <a:ext cx="1847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321B3D"/>
                </a:solidFill>
              </a:defRPr>
            </a:defPPr>
            <a:lvl1pPr algn="ctr">
              <a:defRPr sz="1425" b="1">
                <a:solidFill>
                  <a:srgbClr val="321B3D"/>
                </a:solidFill>
              </a:defRPr>
            </a:lvl1pPr>
            <a:lvl2pPr algn="ctr">
              <a:defRPr sz="1425" b="1">
                <a:solidFill>
                  <a:srgbClr val="321B3D"/>
                </a:solidFill>
              </a:defRPr>
            </a:lvl2pPr>
            <a:lvl3pPr algn="ctr">
              <a:defRPr sz="1425" b="1">
                <a:solidFill>
                  <a:srgbClr val="321B3D"/>
                </a:solidFill>
              </a:defRPr>
            </a:lvl3pPr>
            <a:lvl4pPr algn="ctr">
              <a:defRPr sz="1425" b="1">
                <a:solidFill>
                  <a:srgbClr val="321B3D"/>
                </a:solidFill>
              </a:defRPr>
            </a:lvl4pPr>
            <a:lvl5pPr algn="ctr">
              <a:defRPr sz="1425" b="1">
                <a:solidFill>
                  <a:srgbClr val="321B3D"/>
                </a:solidFill>
              </a:defRPr>
            </a:lvl5pPr>
            <a:lvl6pPr algn="ctr">
              <a:defRPr sz="1425" b="1">
                <a:solidFill>
                  <a:srgbClr val="321B3D"/>
                </a:solidFill>
              </a:defRPr>
            </a:lvl6pPr>
            <a:lvl7pPr algn="ctr">
              <a:defRPr sz="1425" b="1">
                <a:solidFill>
                  <a:srgbClr val="321B3D"/>
                </a:solidFill>
              </a:defRPr>
            </a:lvl7pPr>
            <a:lvl8pPr algn="ctr">
              <a:defRPr sz="1425" b="1">
                <a:solidFill>
                  <a:srgbClr val="321B3D"/>
                </a:solidFill>
              </a:defRPr>
            </a:lvl8pPr>
            <a:lvl9pPr algn="ctr">
              <a:defRPr sz="1425" b="1">
                <a:solidFill>
                  <a:srgbClr val="321B3D"/>
                </a:solidFill>
              </a:defRPr>
            </a:lvl9pPr>
          </a:lstStyle>
          <a:p xmlns:a="http://schemas.openxmlformats.org/drawingml/2006/main">
            <a:pPr algn="ctr">
              <a:defRPr sz="1425" b="1">
                <a:solidFill>
                  <a:srgbClr val="321B3D"/>
                </a:solidFill>
              </a:defRPr>
            </a:pPr>
            <a:r>
              <a:rPr sz="1425" b="1">
                <a:solidFill>
                  <a:srgbClr val="321B3D"/>
                </a:solidFill>
              </a:rPr>
              <a:t>OTHER FACET</a:t>
            </a:r>
          </a:p>
        </p:txBody>
      </p:sp>
      <p:sp>
        <p:nvSpPr>
          <p:cNvPr id="13" name="">
            <a:extLst xmlns:a="http://schemas.openxmlformats.org/drawingml/2006/main">
              <a:ext uri="{FF2B5EF4-FFF2-40B4-BE49-F238E27FC236}">
                <a16:creationId xmlns:a16="http://schemas.microsoft.com/office/drawing/2014/main" id="{CBCC0304-580C-47B4-A780-DB4E5BA3D5F4}"/>
              </a:ext>
            </a:extLst>
          </p:cNvPr>
          <p:cNvSpPr>
            <a:spLocks xmlns:a="http://schemas.openxmlformats.org/drawingml/2006/main" noGrp="1"/>
          </p:cNvSpPr>
          <p:nvPr/>
        </p:nvSpPr>
        <p:spPr>
          <a:xfrm xmlns:a="http://schemas.openxmlformats.org/drawingml/2006/main">
            <a:off x="3286125" y="5857875"/>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705D78"/>
                </a:solidFill>
              </a:defRPr>
            </a:defPPr>
            <a:lvl1pPr algn="ctr">
              <a:defRPr sz="1350" b="1">
                <a:solidFill>
                  <a:srgbClr val="705D78"/>
                </a:solidFill>
              </a:defRPr>
            </a:lvl1pPr>
            <a:lvl2pPr algn="ctr">
              <a:defRPr sz="1350" b="1">
                <a:solidFill>
                  <a:srgbClr val="705D78"/>
                </a:solidFill>
              </a:defRPr>
            </a:lvl2pPr>
            <a:lvl3pPr algn="ctr">
              <a:defRPr sz="1350" b="1">
                <a:solidFill>
                  <a:srgbClr val="705D78"/>
                </a:solidFill>
              </a:defRPr>
            </a:lvl3pPr>
            <a:lvl4pPr algn="ctr">
              <a:defRPr sz="1350" b="1">
                <a:solidFill>
                  <a:srgbClr val="705D78"/>
                </a:solidFill>
              </a:defRPr>
            </a:lvl4pPr>
            <a:lvl5pPr algn="ctr">
              <a:defRPr sz="1350" b="1">
                <a:solidFill>
                  <a:srgbClr val="705D78"/>
                </a:solidFill>
              </a:defRPr>
            </a:lvl5pPr>
            <a:lvl6pPr algn="ctr">
              <a:defRPr sz="1350" b="1">
                <a:solidFill>
                  <a:srgbClr val="705D78"/>
                </a:solidFill>
              </a:defRPr>
            </a:lvl6pPr>
            <a:lvl7pPr algn="ctr">
              <a:defRPr sz="1350" b="1">
                <a:solidFill>
                  <a:srgbClr val="705D78"/>
                </a:solidFill>
              </a:defRPr>
            </a:lvl7pPr>
            <a:lvl8pPr algn="ctr">
              <a:defRPr sz="1350" b="1">
                <a:solidFill>
                  <a:srgbClr val="705D78"/>
                </a:solidFill>
              </a:defRPr>
            </a:lvl8pPr>
            <a:lvl9pPr algn="ctr">
              <a:defRPr sz="1350" b="1">
                <a:solidFill>
                  <a:srgbClr val="705D78"/>
                </a:solidFill>
              </a:defRPr>
            </a:lvl9pPr>
          </a:lstStyle>
          <a:p xmlns:a="http://schemas.openxmlformats.org/drawingml/2006/main">
            <a:pPr algn="ctr">
              <a:defRPr sz="1350" b="1">
                <a:solidFill>
                  <a:srgbClr val="705D78"/>
                </a:solidFill>
              </a:defRPr>
            </a:pPr>
            <a:r>
              <a:rPr sz="1350" b="1">
                <a:solidFill>
                  <a:srgbClr val="705D78"/>
                </a:solidFill>
              </a:rPr>
              <a:t>Facets create a meaningful comparison frame</a:t>
            </a:r>
          </a:p>
        </p:txBody>
      </p:sp>
    </p:spTree>
    <p:extLst>
      <p:ext uri="{BB962C8B-B14F-4D97-AF65-F5344CB8AC3E}">
        <p14:creationId xmlns:p14="http://schemas.microsoft.com/office/powerpoint/2010/main" val="1205016880"/>
      </p:ext>
    </p:extLst>
  </p:cSld>
</p:sld>
</file>

<file path=ppt/slides/slide4.xml><?xml version="1.0" encoding="utf-8"?>
<p:sld xmlns:p="http://schemas.openxmlformats.org/presentationml/2006/main">
  <p:cSld>
    <p:bg>
      <p:bgPr>
        <a:solidFill xmlns:a="http://schemas.openxmlformats.org/drawingml/2006/main">
          <a:srgbClr val="FFF9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C68A0C2-ABF6-4D5D-9004-BE98BFDE044E}"/>
              </a:ext>
            </a:extLst>
          </p:cNvPr>
          <p:cNvSpPr>
            <a:spLocks xmlns:a="http://schemas.openxmlformats.org/drawingml/2006/main" noGrp="1"/>
          </p:cNvSpPr>
          <p:nvPr/>
        </p:nvSpPr>
        <p:spPr>
          <a:xfrm xmlns:a="http://schemas.openxmlformats.org/drawingml/2006/main">
            <a:off x="60960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7B2CBF"/>
                </a:solidFill>
              </a:defRPr>
            </a:defPPr>
            <a:lvl1pPr algn="l">
              <a:defRPr sz="1050" b="1">
                <a:solidFill>
                  <a:srgbClr val="7B2CBF"/>
                </a:solidFill>
              </a:defRPr>
            </a:lvl1pPr>
            <a:lvl2pPr algn="l">
              <a:defRPr sz="1050" b="1">
                <a:solidFill>
                  <a:srgbClr val="7B2CBF"/>
                </a:solidFill>
              </a:defRPr>
            </a:lvl2pPr>
            <a:lvl3pPr algn="l">
              <a:defRPr sz="1050" b="1">
                <a:solidFill>
                  <a:srgbClr val="7B2CBF"/>
                </a:solidFill>
              </a:defRPr>
            </a:lvl3pPr>
            <a:lvl4pPr algn="l">
              <a:defRPr sz="1050" b="1">
                <a:solidFill>
                  <a:srgbClr val="7B2CBF"/>
                </a:solidFill>
              </a:defRPr>
            </a:lvl4pPr>
            <a:lvl5pPr algn="l">
              <a:defRPr sz="1050" b="1">
                <a:solidFill>
                  <a:srgbClr val="7B2CBF"/>
                </a:solidFill>
              </a:defRPr>
            </a:lvl5pPr>
            <a:lvl6pPr algn="l">
              <a:defRPr sz="1050" b="1">
                <a:solidFill>
                  <a:srgbClr val="7B2CBF"/>
                </a:solidFill>
              </a:defRPr>
            </a:lvl6pPr>
            <a:lvl7pPr algn="l">
              <a:defRPr sz="1050" b="1">
                <a:solidFill>
                  <a:srgbClr val="7B2CBF"/>
                </a:solidFill>
              </a:defRPr>
            </a:lvl7pPr>
            <a:lvl8pPr algn="l">
              <a:defRPr sz="1050" b="1">
                <a:solidFill>
                  <a:srgbClr val="7B2CBF"/>
                </a:solidFill>
              </a:defRPr>
            </a:lvl8pPr>
            <a:lvl9pPr algn="l">
              <a:defRPr sz="1050" b="1">
                <a:solidFill>
                  <a:srgbClr val="7B2CBF"/>
                </a:solidFill>
              </a:defRPr>
            </a:lvl9pPr>
          </a:lstStyle>
          <a:p xmlns:a="http://schemas.openxmlformats.org/drawingml/2006/main">
            <a:pPr algn="l">
              <a:defRPr sz="1050" b="1">
                <a:solidFill>
                  <a:srgbClr val="7B2CBF"/>
                </a:solidFill>
              </a:defRPr>
            </a:pPr>
            <a:r>
              <a:rPr sz="1050" b="1">
                <a:solidFill>
                  <a:srgbClr val="7B2CBF"/>
                </a:solidFill>
              </a:rPr>
              <a:t>WEEK 10 · PART 3</a:t>
            </a:r>
          </a:p>
        </p:txBody>
      </p:sp>
      <p:sp>
        <p:nvSpPr>
          <p:cNvPr id="2" name="">
            <a:extLst xmlns:a="http://schemas.openxmlformats.org/drawingml/2006/main">
              <a:ext uri="{FF2B5EF4-FFF2-40B4-BE49-F238E27FC236}">
                <a16:creationId xmlns:a16="http://schemas.microsoft.com/office/drawing/2014/main" id="{69FF3468-9301-4928-95AC-D2EFF5D67D01}"/>
              </a:ext>
            </a:extLst>
          </p:cNvPr>
          <p:cNvSpPr>
            <a:spLocks xmlns:a="http://schemas.openxmlformats.org/drawingml/2006/main" noGrp="1"/>
          </p:cNvSpPr>
          <p:nvPr/>
        </p:nvSpPr>
        <p:spPr>
          <a:xfrm xmlns:a="http://schemas.openxmlformats.org/drawingml/2006/main">
            <a:off x="11049000" y="26670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321B3D"/>
                </a:solidFill>
              </a:defRPr>
            </a:defPPr>
            <a:lvl1pPr algn="r">
              <a:defRPr sz="1350" b="1">
                <a:solidFill>
                  <a:srgbClr val="321B3D"/>
                </a:solidFill>
              </a:defRPr>
            </a:lvl1pPr>
            <a:lvl2pPr algn="r">
              <a:defRPr sz="1350" b="1">
                <a:solidFill>
                  <a:srgbClr val="321B3D"/>
                </a:solidFill>
              </a:defRPr>
            </a:lvl2pPr>
            <a:lvl3pPr algn="r">
              <a:defRPr sz="1350" b="1">
                <a:solidFill>
                  <a:srgbClr val="321B3D"/>
                </a:solidFill>
              </a:defRPr>
            </a:lvl3pPr>
            <a:lvl4pPr algn="r">
              <a:defRPr sz="1350" b="1">
                <a:solidFill>
                  <a:srgbClr val="321B3D"/>
                </a:solidFill>
              </a:defRPr>
            </a:lvl4pPr>
            <a:lvl5pPr algn="r">
              <a:defRPr sz="1350" b="1">
                <a:solidFill>
                  <a:srgbClr val="321B3D"/>
                </a:solidFill>
              </a:defRPr>
            </a:lvl5pPr>
            <a:lvl6pPr algn="r">
              <a:defRPr sz="1350" b="1">
                <a:solidFill>
                  <a:srgbClr val="321B3D"/>
                </a:solidFill>
              </a:defRPr>
            </a:lvl6pPr>
            <a:lvl7pPr algn="r">
              <a:defRPr sz="1350" b="1">
                <a:solidFill>
                  <a:srgbClr val="321B3D"/>
                </a:solidFill>
              </a:defRPr>
            </a:lvl7pPr>
            <a:lvl8pPr algn="r">
              <a:defRPr sz="1350" b="1">
                <a:solidFill>
                  <a:srgbClr val="321B3D"/>
                </a:solidFill>
              </a:defRPr>
            </a:lvl8pPr>
            <a:lvl9pPr algn="r">
              <a:defRPr sz="1350" b="1">
                <a:solidFill>
                  <a:srgbClr val="321B3D"/>
                </a:solidFill>
              </a:defRPr>
            </a:lvl9pPr>
          </a:lstStyle>
          <a:p xmlns:a="http://schemas.openxmlformats.org/drawingml/2006/main">
            <a:pPr algn="r">
              <a:defRPr sz="1350" b="1">
                <a:solidFill>
                  <a:srgbClr val="321B3D"/>
                </a:solidFill>
              </a:defRPr>
            </a:pPr>
            <a:r>
              <a:rPr sz="1350" b="1">
                <a:solidFill>
                  <a:srgbClr val="321B3D"/>
                </a:solidFill>
              </a:rPr>
              <a:t>04</a:t>
            </a:r>
          </a:p>
        </p:txBody>
      </p:sp>
      <p:sp>
        <p:nvSpPr>
          <p:cNvPr id="3" name="">
            <a:extLst xmlns:a="http://schemas.openxmlformats.org/drawingml/2006/main">
              <a:ext uri="{FF2B5EF4-FFF2-40B4-BE49-F238E27FC236}">
                <a16:creationId xmlns:a16="http://schemas.microsoft.com/office/drawing/2014/main" id="{050C7228-AE03-4638-9A7F-70F49B5424B8}"/>
              </a:ext>
            </a:extLst>
          </p:cNvPr>
          <p:cNvSpPr>
            <a:spLocks xmlns:a="http://schemas.openxmlformats.org/drawingml/2006/main" noGrp="1"/>
          </p:cNvSpPr>
          <p:nvPr/>
        </p:nvSpPr>
        <p:spPr>
          <a:xfrm xmlns:a="http://schemas.openxmlformats.org/drawingml/2006/main">
            <a:off x="609600" y="723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321B3D"/>
                </a:solidFill>
              </a:defRPr>
            </a:defPPr>
            <a:lvl1pPr algn="l">
              <a:defRPr sz="2550" b="1">
                <a:solidFill>
                  <a:srgbClr val="321B3D"/>
                </a:solidFill>
              </a:defRPr>
            </a:lvl1pPr>
            <a:lvl2pPr algn="l">
              <a:defRPr sz="2550" b="1">
                <a:solidFill>
                  <a:srgbClr val="321B3D"/>
                </a:solidFill>
              </a:defRPr>
            </a:lvl2pPr>
            <a:lvl3pPr algn="l">
              <a:defRPr sz="2550" b="1">
                <a:solidFill>
                  <a:srgbClr val="321B3D"/>
                </a:solidFill>
              </a:defRPr>
            </a:lvl3pPr>
            <a:lvl4pPr algn="l">
              <a:defRPr sz="2550" b="1">
                <a:solidFill>
                  <a:srgbClr val="321B3D"/>
                </a:solidFill>
              </a:defRPr>
            </a:lvl4pPr>
            <a:lvl5pPr algn="l">
              <a:defRPr sz="2550" b="1">
                <a:solidFill>
                  <a:srgbClr val="321B3D"/>
                </a:solidFill>
              </a:defRPr>
            </a:lvl5pPr>
            <a:lvl6pPr algn="l">
              <a:defRPr sz="2550" b="1">
                <a:solidFill>
                  <a:srgbClr val="321B3D"/>
                </a:solidFill>
              </a:defRPr>
            </a:lvl6pPr>
            <a:lvl7pPr algn="l">
              <a:defRPr sz="2550" b="1">
                <a:solidFill>
                  <a:srgbClr val="321B3D"/>
                </a:solidFill>
              </a:defRPr>
            </a:lvl7pPr>
            <a:lvl8pPr algn="l">
              <a:defRPr sz="2550" b="1">
                <a:solidFill>
                  <a:srgbClr val="321B3D"/>
                </a:solidFill>
              </a:defRPr>
            </a:lvl8pPr>
            <a:lvl9pPr algn="l">
              <a:defRPr sz="2550" b="1">
                <a:solidFill>
                  <a:srgbClr val="321B3D"/>
                </a:solidFill>
              </a:defRPr>
            </a:lvl9pPr>
          </a:lstStyle>
          <a:p xmlns:a="http://schemas.openxmlformats.org/drawingml/2006/main">
            <a:pPr algn="l">
              <a:defRPr sz="2550" b="1">
                <a:solidFill>
                  <a:srgbClr val="321B3D"/>
                </a:solidFill>
              </a:defRPr>
            </a:pPr>
            <a:r>
              <a:rPr sz="2550" b="1">
                <a:solidFill>
                  <a:srgbClr val="321B3D"/>
                </a:solidFill>
              </a:rPr>
              <a:t>Bias metrics answer different statistical questions</a:t>
            </a:r>
          </a:p>
        </p:txBody>
      </p:sp>
      <p:sp>
        <p:nvSpPr>
          <p:cNvPr id="4" name="">
            <a:extLst xmlns:a="http://schemas.openxmlformats.org/drawingml/2006/main">
              <a:ext uri="{FF2B5EF4-FFF2-40B4-BE49-F238E27FC236}">
                <a16:creationId xmlns:a16="http://schemas.microsoft.com/office/drawing/2014/main" id="{14F8AF5E-1F01-43FB-A11A-028DF5D031E1}"/>
              </a:ext>
            </a:extLst>
          </p:cNvPr>
          <p:cNvSpPr>
            <a:spLocks xmlns:a="http://schemas.openxmlformats.org/drawingml/2006/main" noGrp="1"/>
          </p:cNvSpPr>
          <p:nvPr/>
        </p:nvSpPr>
        <p:spPr>
          <a:xfrm xmlns:a="http://schemas.openxmlformats.org/drawingml/2006/main">
            <a:off x="609600" y="6534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705D78"/>
                </a:solidFill>
              </a:defRPr>
            </a:defPPr>
            <a:lvl1pPr algn="l">
              <a:defRPr sz="750" b="0">
                <a:solidFill>
                  <a:srgbClr val="705D78"/>
                </a:solidFill>
              </a:defRPr>
            </a:lvl1pPr>
            <a:lvl2pPr algn="l">
              <a:defRPr sz="750" b="0">
                <a:solidFill>
                  <a:srgbClr val="705D78"/>
                </a:solidFill>
              </a:defRPr>
            </a:lvl2pPr>
            <a:lvl3pPr algn="l">
              <a:defRPr sz="750" b="0">
                <a:solidFill>
                  <a:srgbClr val="705D78"/>
                </a:solidFill>
              </a:defRPr>
            </a:lvl3pPr>
            <a:lvl4pPr algn="l">
              <a:defRPr sz="750" b="0">
                <a:solidFill>
                  <a:srgbClr val="705D78"/>
                </a:solidFill>
              </a:defRPr>
            </a:lvl4pPr>
            <a:lvl5pPr algn="l">
              <a:defRPr sz="750" b="0">
                <a:solidFill>
                  <a:srgbClr val="705D78"/>
                </a:solidFill>
              </a:defRPr>
            </a:lvl5pPr>
            <a:lvl6pPr algn="l">
              <a:defRPr sz="750" b="0">
                <a:solidFill>
                  <a:srgbClr val="705D78"/>
                </a:solidFill>
              </a:defRPr>
            </a:lvl6pPr>
            <a:lvl7pPr algn="l">
              <a:defRPr sz="750" b="0">
                <a:solidFill>
                  <a:srgbClr val="705D78"/>
                </a:solidFill>
              </a:defRPr>
            </a:lvl7pPr>
            <a:lvl8pPr algn="l">
              <a:defRPr sz="750" b="0">
                <a:solidFill>
                  <a:srgbClr val="705D78"/>
                </a:solidFill>
              </a:defRPr>
            </a:lvl8pPr>
            <a:lvl9pPr algn="l">
              <a:defRPr sz="750" b="0">
                <a:solidFill>
                  <a:srgbClr val="705D78"/>
                </a:solidFill>
              </a:defRPr>
            </a:lvl9pPr>
          </a:lstStyle>
          <a:p xmlns:a="http://schemas.openxmlformats.org/drawingml/2006/main">
            <a:pPr algn="l">
              <a:defRPr sz="750" b="0">
                <a:solidFill>
                  <a:srgbClr val="705D78"/>
                </a:solidFill>
              </a:defRPr>
            </a:pPr>
            <a:r>
              <a:rPr sz="750" b="0">
                <a:solidFill>
                  <a:srgbClr val="705D78"/>
                </a:solidFill>
              </a:rPr>
              <a:t>AWS ML Engineer · Week 10 · Part 3</a:t>
            </a:r>
          </a:p>
        </p:txBody>
      </p:sp>
      <p:sp>
        <p:nvSpPr>
          <p:cNvPr id="5" name="">
            <a:extLst xmlns:a="http://schemas.openxmlformats.org/drawingml/2006/main">
              <a:ext uri="{FF2B5EF4-FFF2-40B4-BE49-F238E27FC236}">
                <a16:creationId xmlns:a16="http://schemas.microsoft.com/office/drawing/2014/main" id="{E1F44A09-63E1-449C-B9C6-F91E9313FC55}"/>
              </a:ext>
            </a:extLst>
          </p:cNvPr>
          <p:cNvSpPr>
            <a:spLocks xmlns:a="http://schemas.openxmlformats.org/drawingml/2006/main" noGrp="1"/>
          </p:cNvSpPr>
          <p:nvPr/>
        </p:nvSpPr>
        <p:spPr>
          <a:xfrm xmlns:a="http://schemas.openxmlformats.org/drawingml/2006/main">
            <a:off x="666750" y="2095500"/>
            <a:ext cx="3238500" cy="2857500"/>
          </a:xfrm>
          <a:prstGeom xmlns:a="http://schemas.openxmlformats.org/drawingml/2006/main" prst="hexagon">
            <a:avLst/>
          </a:prstGeom>
          <a:solidFill xmlns:a="http://schemas.openxmlformats.org/drawingml/2006/main">
            <a:srgbClr val="7B2CB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CA9AB2D-6A73-4E67-A11C-E52585D43C8F}"/>
              </a:ext>
            </a:extLst>
          </p:cNvPr>
          <p:cNvSpPr>
            <a:spLocks xmlns:a="http://schemas.openxmlformats.org/drawingml/2006/main" noGrp="1"/>
          </p:cNvSpPr>
          <p:nvPr/>
        </p:nvSpPr>
        <p:spPr>
          <a:xfrm xmlns:a="http://schemas.openxmlformats.org/drawingml/2006/main">
            <a:off x="1000125" y="2524125"/>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defRPr sz="1500" b="1">
                <a:solidFill>
                  <a:srgbClr val="FFFFFF"/>
                </a:solidFill>
              </a:defRPr>
            </a:pPr>
            <a:r>
              <a:rPr sz="1500" b="1">
                <a:solidFill>
                  <a:srgbClr val="FFFFFF"/>
                </a:solidFill>
              </a:rPr>
              <a:t>REPRESENTATION</a:t>
            </a:r>
          </a:p>
        </p:txBody>
      </p:sp>
      <p:sp>
        <p:nvSpPr>
          <p:cNvPr id="7" name="">
            <a:extLst xmlns:a="http://schemas.openxmlformats.org/drawingml/2006/main">
              <a:ext uri="{FF2B5EF4-FFF2-40B4-BE49-F238E27FC236}">
                <a16:creationId xmlns:a16="http://schemas.microsoft.com/office/drawing/2014/main" id="{FC526D5F-E83D-49B1-92D5-61A1100B45E0}"/>
              </a:ext>
            </a:extLst>
          </p:cNvPr>
          <p:cNvSpPr>
            <a:spLocks xmlns:a="http://schemas.openxmlformats.org/drawingml/2006/main" noGrp="1"/>
          </p:cNvSpPr>
          <p:nvPr/>
        </p:nvSpPr>
        <p:spPr>
          <a:xfrm xmlns:a="http://schemas.openxmlformats.org/drawingml/2006/main">
            <a:off x="1095375" y="3429000"/>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defRPr sz="1500" b="1">
                <a:solidFill>
                  <a:srgbClr val="FFFFFF"/>
                </a:solidFill>
              </a:defRPr>
            </a:pPr>
            <a:r>
              <a:rPr sz="1500" b="1">
                <a:solidFill>
                  <a:srgbClr val="FFFFFF"/>
                </a:solidFill>
              </a:rPr>
              <a:t>Class Imbalance</a:t>
            </a:r>
          </a:p>
        </p:txBody>
      </p:sp>
      <p:sp>
        <p:nvSpPr>
          <p:cNvPr id="8" name="">
            <a:extLst xmlns:a="http://schemas.openxmlformats.org/drawingml/2006/main">
              <a:ext uri="{FF2B5EF4-FFF2-40B4-BE49-F238E27FC236}">
                <a16:creationId xmlns:a16="http://schemas.microsoft.com/office/drawing/2014/main" id="{A528ED90-7612-466B-A993-7784DB14253D}"/>
              </a:ext>
            </a:extLst>
          </p:cNvPr>
          <p:cNvSpPr>
            <a:spLocks xmlns:a="http://schemas.openxmlformats.org/drawingml/2006/main" noGrp="1"/>
          </p:cNvSpPr>
          <p:nvPr/>
        </p:nvSpPr>
        <p:spPr>
          <a:xfrm xmlns:a="http://schemas.openxmlformats.org/drawingml/2006/main">
            <a:off x="4286250" y="2095500"/>
            <a:ext cx="3238500" cy="2857500"/>
          </a:xfrm>
          <a:prstGeom xmlns:a="http://schemas.openxmlformats.org/drawingml/2006/main" prst="diamond">
            <a:avLst/>
          </a:prstGeom>
          <a:solidFill xmlns:a="http://schemas.openxmlformats.org/drawingml/2006/main">
            <a:srgbClr val="0FA3B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524DC4F-A126-4271-94FA-EC3E63EA2118}"/>
              </a:ext>
            </a:extLst>
          </p:cNvPr>
          <p:cNvSpPr>
            <a:spLocks xmlns:a="http://schemas.openxmlformats.org/drawingml/2006/main" noGrp="1"/>
          </p:cNvSpPr>
          <p:nvPr/>
        </p:nvSpPr>
        <p:spPr>
          <a:xfrm xmlns:a="http://schemas.openxmlformats.org/drawingml/2006/main">
            <a:off x="4619625" y="2524125"/>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defRPr sz="1500" b="1">
                <a:solidFill>
                  <a:srgbClr val="FFFFFF"/>
                </a:solidFill>
              </a:defRPr>
            </a:pPr>
            <a:r>
              <a:rPr sz="1500" b="1">
                <a:solidFill>
                  <a:srgbClr val="FFFFFF"/>
                </a:solidFill>
              </a:rPr>
              <a:t>LABEL RATES</a:t>
            </a:r>
          </a:p>
        </p:txBody>
      </p:sp>
      <p:sp>
        <p:nvSpPr>
          <p:cNvPr id="10" name="">
            <a:extLst xmlns:a="http://schemas.openxmlformats.org/drawingml/2006/main">
              <a:ext uri="{FF2B5EF4-FFF2-40B4-BE49-F238E27FC236}">
                <a16:creationId xmlns:a16="http://schemas.microsoft.com/office/drawing/2014/main" id="{A5109D5B-C3B6-4A9E-AB30-749BA4207A4C}"/>
              </a:ext>
            </a:extLst>
          </p:cNvPr>
          <p:cNvSpPr>
            <a:spLocks xmlns:a="http://schemas.openxmlformats.org/drawingml/2006/main" noGrp="1"/>
          </p:cNvSpPr>
          <p:nvPr/>
        </p:nvSpPr>
        <p:spPr>
          <a:xfrm xmlns:a="http://schemas.openxmlformats.org/drawingml/2006/main">
            <a:off x="4714875" y="3429000"/>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defRPr sz="1500" b="1">
                <a:solidFill>
                  <a:srgbClr val="FFFFFF"/>
                </a:solidFill>
              </a:defRPr>
            </a:pPr>
            <a:r>
              <a:rPr sz="1500" b="1">
                <a:solidFill>
                  <a:srgbClr val="FFFFFF"/>
                </a:solidFill>
              </a:rPr>
              <a:t>DPL</a:t>
            </a:r>
          </a:p>
        </p:txBody>
      </p:sp>
      <p:sp>
        <p:nvSpPr>
          <p:cNvPr id="11" name="">
            <a:extLst xmlns:a="http://schemas.openxmlformats.org/drawingml/2006/main">
              <a:ext uri="{FF2B5EF4-FFF2-40B4-BE49-F238E27FC236}">
                <a16:creationId xmlns:a16="http://schemas.microsoft.com/office/drawing/2014/main" id="{3CBAC399-85D5-41EA-9ECB-207A46AAE3EF}"/>
              </a:ext>
            </a:extLst>
          </p:cNvPr>
          <p:cNvSpPr>
            <a:spLocks xmlns:a="http://schemas.openxmlformats.org/drawingml/2006/main" noGrp="1"/>
          </p:cNvSpPr>
          <p:nvPr/>
        </p:nvSpPr>
        <p:spPr>
          <a:xfrm xmlns:a="http://schemas.openxmlformats.org/drawingml/2006/main">
            <a:off x="7905750" y="2095500"/>
            <a:ext cx="3238500" cy="2857500"/>
          </a:xfrm>
          <a:prstGeom xmlns:a="http://schemas.openxmlformats.org/drawingml/2006/main" prst="roundRect">
            <a:avLst>
              <a:gd name="adj" fmla="val 4000"/>
            </a:avLst>
          </a:prstGeom>
          <a:solidFill xmlns:a="http://schemas.openxmlformats.org/drawingml/2006/main">
            <a:srgbClr val="F4A26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6AF2AD5-8457-4BD7-8DEA-BBDC7E3D6D36}"/>
              </a:ext>
            </a:extLst>
          </p:cNvPr>
          <p:cNvSpPr>
            <a:spLocks xmlns:a="http://schemas.openxmlformats.org/drawingml/2006/main" noGrp="1"/>
          </p:cNvSpPr>
          <p:nvPr/>
        </p:nvSpPr>
        <p:spPr>
          <a:xfrm xmlns:a="http://schemas.openxmlformats.org/drawingml/2006/main">
            <a:off x="8239125" y="2524125"/>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321B3D"/>
                </a:solidFill>
              </a:defRPr>
            </a:defPPr>
            <a:lvl1pPr algn="ctr">
              <a:defRPr sz="1500" b="1">
                <a:solidFill>
                  <a:srgbClr val="321B3D"/>
                </a:solidFill>
              </a:defRPr>
            </a:lvl1pPr>
            <a:lvl2pPr algn="ctr">
              <a:defRPr sz="1500" b="1">
                <a:solidFill>
                  <a:srgbClr val="321B3D"/>
                </a:solidFill>
              </a:defRPr>
            </a:lvl2pPr>
            <a:lvl3pPr algn="ctr">
              <a:defRPr sz="1500" b="1">
                <a:solidFill>
                  <a:srgbClr val="321B3D"/>
                </a:solidFill>
              </a:defRPr>
            </a:lvl3pPr>
            <a:lvl4pPr algn="ctr">
              <a:defRPr sz="1500" b="1">
                <a:solidFill>
                  <a:srgbClr val="321B3D"/>
                </a:solidFill>
              </a:defRPr>
            </a:lvl4pPr>
            <a:lvl5pPr algn="ctr">
              <a:defRPr sz="1500" b="1">
                <a:solidFill>
                  <a:srgbClr val="321B3D"/>
                </a:solidFill>
              </a:defRPr>
            </a:lvl5pPr>
            <a:lvl6pPr algn="ctr">
              <a:defRPr sz="1500" b="1">
                <a:solidFill>
                  <a:srgbClr val="321B3D"/>
                </a:solidFill>
              </a:defRPr>
            </a:lvl6pPr>
            <a:lvl7pPr algn="ctr">
              <a:defRPr sz="1500" b="1">
                <a:solidFill>
                  <a:srgbClr val="321B3D"/>
                </a:solidFill>
              </a:defRPr>
            </a:lvl7pPr>
            <a:lvl8pPr algn="ctr">
              <a:defRPr sz="1500" b="1">
                <a:solidFill>
                  <a:srgbClr val="321B3D"/>
                </a:solidFill>
              </a:defRPr>
            </a:lvl8pPr>
            <a:lvl9pPr algn="ctr">
              <a:defRPr sz="1500" b="1">
                <a:solidFill>
                  <a:srgbClr val="321B3D"/>
                </a:solidFill>
              </a:defRPr>
            </a:lvl9pPr>
          </a:lstStyle>
          <a:p xmlns:a="http://schemas.openxmlformats.org/drawingml/2006/main">
            <a:pPr algn="ctr">
              <a:defRPr sz="1500" b="1">
                <a:solidFill>
                  <a:srgbClr val="321B3D"/>
                </a:solidFill>
              </a:defRPr>
            </a:pPr>
            <a:r>
              <a:rPr sz="1500" b="1">
                <a:solidFill>
                  <a:srgbClr val="321B3D"/>
                </a:solidFill>
              </a:rPr>
              <a:t>DISTRIBUTIONS</a:t>
            </a:r>
          </a:p>
        </p:txBody>
      </p:sp>
      <p:sp>
        <p:nvSpPr>
          <p:cNvPr id="13" name="">
            <a:extLst xmlns:a="http://schemas.openxmlformats.org/drawingml/2006/main">
              <a:ext uri="{FF2B5EF4-FFF2-40B4-BE49-F238E27FC236}">
                <a16:creationId xmlns:a16="http://schemas.microsoft.com/office/drawing/2014/main" id="{C8973EC2-F5D9-44D0-B464-74FCB772F5CA}"/>
              </a:ext>
            </a:extLst>
          </p:cNvPr>
          <p:cNvSpPr>
            <a:spLocks xmlns:a="http://schemas.openxmlformats.org/drawingml/2006/main" noGrp="1"/>
          </p:cNvSpPr>
          <p:nvPr/>
        </p:nvSpPr>
        <p:spPr>
          <a:xfrm xmlns:a="http://schemas.openxmlformats.org/drawingml/2006/main">
            <a:off x="8334375" y="3429000"/>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321B3D"/>
                </a:solidFill>
              </a:defRPr>
            </a:defPPr>
            <a:lvl1pPr algn="ctr">
              <a:defRPr sz="1500" b="1">
                <a:solidFill>
                  <a:srgbClr val="321B3D"/>
                </a:solidFill>
              </a:defRPr>
            </a:lvl1pPr>
            <a:lvl2pPr algn="ctr">
              <a:defRPr sz="1500" b="1">
                <a:solidFill>
                  <a:srgbClr val="321B3D"/>
                </a:solidFill>
              </a:defRPr>
            </a:lvl2pPr>
            <a:lvl3pPr algn="ctr">
              <a:defRPr sz="1500" b="1">
                <a:solidFill>
                  <a:srgbClr val="321B3D"/>
                </a:solidFill>
              </a:defRPr>
            </a:lvl3pPr>
            <a:lvl4pPr algn="ctr">
              <a:defRPr sz="1500" b="1">
                <a:solidFill>
                  <a:srgbClr val="321B3D"/>
                </a:solidFill>
              </a:defRPr>
            </a:lvl4pPr>
            <a:lvl5pPr algn="ctr">
              <a:defRPr sz="1500" b="1">
                <a:solidFill>
                  <a:srgbClr val="321B3D"/>
                </a:solidFill>
              </a:defRPr>
            </a:lvl5pPr>
            <a:lvl6pPr algn="ctr">
              <a:defRPr sz="1500" b="1">
                <a:solidFill>
                  <a:srgbClr val="321B3D"/>
                </a:solidFill>
              </a:defRPr>
            </a:lvl6pPr>
            <a:lvl7pPr algn="ctr">
              <a:defRPr sz="1500" b="1">
                <a:solidFill>
                  <a:srgbClr val="321B3D"/>
                </a:solidFill>
              </a:defRPr>
            </a:lvl7pPr>
            <a:lvl8pPr algn="ctr">
              <a:defRPr sz="1500" b="1">
                <a:solidFill>
                  <a:srgbClr val="321B3D"/>
                </a:solidFill>
              </a:defRPr>
            </a:lvl8pPr>
            <a:lvl9pPr algn="ctr">
              <a:defRPr sz="1500" b="1">
                <a:solidFill>
                  <a:srgbClr val="321B3D"/>
                </a:solidFill>
              </a:defRPr>
            </a:lvl9pPr>
          </a:lstStyle>
          <a:p xmlns:a="http://schemas.openxmlformats.org/drawingml/2006/main">
            <a:pPr algn="ctr">
              <a:defRPr sz="1500" b="1">
                <a:solidFill>
                  <a:srgbClr val="321B3D"/>
                </a:solidFill>
              </a:defRPr>
            </a:pPr>
            <a:r>
              <a:rPr sz="1500" b="1">
                <a:solidFill>
                  <a:srgbClr val="321B3D"/>
                </a:solidFill>
              </a:rPr>
              <a:t>Divergence and distance</a:t>
            </a:r>
          </a:p>
        </p:txBody>
      </p:sp>
      <p:sp>
        <p:nvSpPr>
          <p:cNvPr id="14" name="">
            <a:extLst xmlns:a="http://schemas.openxmlformats.org/drawingml/2006/main">
              <a:ext uri="{FF2B5EF4-FFF2-40B4-BE49-F238E27FC236}">
                <a16:creationId xmlns:a16="http://schemas.microsoft.com/office/drawing/2014/main" id="{37561EE3-CE18-46E1-8EC0-1CD69B6104E5}"/>
              </a:ext>
            </a:extLst>
          </p:cNvPr>
          <p:cNvSpPr>
            <a:spLocks xmlns:a="http://schemas.openxmlformats.org/drawingml/2006/main" noGrp="1"/>
          </p:cNvSpPr>
          <p:nvPr/>
        </p:nvSpPr>
        <p:spPr>
          <a:xfrm xmlns:a="http://schemas.openxmlformats.org/drawingml/2006/main">
            <a:off x="2571750" y="5429250"/>
            <a:ext cx="704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321B3D"/>
                </a:solidFill>
              </a:defRPr>
            </a:defPPr>
            <a:lvl1pPr algn="ctr">
              <a:defRPr sz="1575" b="1">
                <a:solidFill>
                  <a:srgbClr val="321B3D"/>
                </a:solidFill>
              </a:defRPr>
            </a:lvl1pPr>
            <a:lvl2pPr algn="ctr">
              <a:defRPr sz="1575" b="1">
                <a:solidFill>
                  <a:srgbClr val="321B3D"/>
                </a:solidFill>
              </a:defRPr>
            </a:lvl2pPr>
            <a:lvl3pPr algn="ctr">
              <a:defRPr sz="1575" b="1">
                <a:solidFill>
                  <a:srgbClr val="321B3D"/>
                </a:solidFill>
              </a:defRPr>
            </a:lvl3pPr>
            <a:lvl4pPr algn="ctr">
              <a:defRPr sz="1575" b="1">
                <a:solidFill>
                  <a:srgbClr val="321B3D"/>
                </a:solidFill>
              </a:defRPr>
            </a:lvl4pPr>
            <a:lvl5pPr algn="ctr">
              <a:defRPr sz="1575" b="1">
                <a:solidFill>
                  <a:srgbClr val="321B3D"/>
                </a:solidFill>
              </a:defRPr>
            </a:lvl5pPr>
            <a:lvl6pPr algn="ctr">
              <a:defRPr sz="1575" b="1">
                <a:solidFill>
                  <a:srgbClr val="321B3D"/>
                </a:solidFill>
              </a:defRPr>
            </a:lvl6pPr>
            <a:lvl7pPr algn="ctr">
              <a:defRPr sz="1575" b="1">
                <a:solidFill>
                  <a:srgbClr val="321B3D"/>
                </a:solidFill>
              </a:defRPr>
            </a:lvl7pPr>
            <a:lvl8pPr algn="ctr">
              <a:defRPr sz="1575" b="1">
                <a:solidFill>
                  <a:srgbClr val="321B3D"/>
                </a:solidFill>
              </a:defRPr>
            </a:lvl8pPr>
            <a:lvl9pPr algn="ctr">
              <a:defRPr sz="1575" b="1">
                <a:solidFill>
                  <a:srgbClr val="321B3D"/>
                </a:solidFill>
              </a:defRPr>
            </a:lvl9pPr>
          </a:lstStyle>
          <a:p xmlns:a="http://schemas.openxmlformats.org/drawingml/2006/main">
            <a:pPr algn="ctr">
              <a:defRPr sz="1575" b="1">
                <a:solidFill>
                  <a:srgbClr val="321B3D"/>
                </a:solidFill>
              </a:defRPr>
            </a:pPr>
            <a:r>
              <a:rPr sz="1575" b="1">
                <a:solidFill>
                  <a:srgbClr val="321B3D"/>
                </a:solidFill>
              </a:rPr>
              <a:t>Choose the metric that matches the fairness question</a:t>
            </a:r>
          </a:p>
        </p:txBody>
      </p:sp>
    </p:spTree>
    <p:extLst>
      <p:ext uri="{BB962C8B-B14F-4D97-AF65-F5344CB8AC3E}">
        <p14:creationId xmlns:p14="http://schemas.microsoft.com/office/powerpoint/2010/main" val="1563052021"/>
      </p:ext>
    </p:extLst>
  </p:cSld>
</p:sld>
</file>

<file path=ppt/slides/slide5.xml><?xml version="1.0" encoding="utf-8"?>
<p:sld xmlns:p="http://schemas.openxmlformats.org/presentationml/2006/main">
  <p:cSld>
    <p:bg>
      <p:bgPr>
        <a:solidFill xmlns:a="http://schemas.openxmlformats.org/drawingml/2006/main">
          <a:srgbClr val="FFF9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C090695-43DD-4B65-9A17-28B6DEF490D0}"/>
              </a:ext>
            </a:extLst>
          </p:cNvPr>
          <p:cNvSpPr>
            <a:spLocks xmlns:a="http://schemas.openxmlformats.org/drawingml/2006/main" noGrp="1"/>
          </p:cNvSpPr>
          <p:nvPr/>
        </p:nvSpPr>
        <p:spPr>
          <a:xfrm xmlns:a="http://schemas.openxmlformats.org/drawingml/2006/main">
            <a:off x="60960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7B2CBF"/>
                </a:solidFill>
              </a:defRPr>
            </a:defPPr>
            <a:lvl1pPr algn="l">
              <a:defRPr sz="1050" b="1">
                <a:solidFill>
                  <a:srgbClr val="7B2CBF"/>
                </a:solidFill>
              </a:defRPr>
            </a:lvl1pPr>
            <a:lvl2pPr algn="l">
              <a:defRPr sz="1050" b="1">
                <a:solidFill>
                  <a:srgbClr val="7B2CBF"/>
                </a:solidFill>
              </a:defRPr>
            </a:lvl2pPr>
            <a:lvl3pPr algn="l">
              <a:defRPr sz="1050" b="1">
                <a:solidFill>
                  <a:srgbClr val="7B2CBF"/>
                </a:solidFill>
              </a:defRPr>
            </a:lvl3pPr>
            <a:lvl4pPr algn="l">
              <a:defRPr sz="1050" b="1">
                <a:solidFill>
                  <a:srgbClr val="7B2CBF"/>
                </a:solidFill>
              </a:defRPr>
            </a:lvl4pPr>
            <a:lvl5pPr algn="l">
              <a:defRPr sz="1050" b="1">
                <a:solidFill>
                  <a:srgbClr val="7B2CBF"/>
                </a:solidFill>
              </a:defRPr>
            </a:lvl5pPr>
            <a:lvl6pPr algn="l">
              <a:defRPr sz="1050" b="1">
                <a:solidFill>
                  <a:srgbClr val="7B2CBF"/>
                </a:solidFill>
              </a:defRPr>
            </a:lvl6pPr>
            <a:lvl7pPr algn="l">
              <a:defRPr sz="1050" b="1">
                <a:solidFill>
                  <a:srgbClr val="7B2CBF"/>
                </a:solidFill>
              </a:defRPr>
            </a:lvl7pPr>
            <a:lvl8pPr algn="l">
              <a:defRPr sz="1050" b="1">
                <a:solidFill>
                  <a:srgbClr val="7B2CBF"/>
                </a:solidFill>
              </a:defRPr>
            </a:lvl8pPr>
            <a:lvl9pPr algn="l">
              <a:defRPr sz="1050" b="1">
                <a:solidFill>
                  <a:srgbClr val="7B2CBF"/>
                </a:solidFill>
              </a:defRPr>
            </a:lvl9pPr>
          </a:lstStyle>
          <a:p xmlns:a="http://schemas.openxmlformats.org/drawingml/2006/main">
            <a:pPr algn="l">
              <a:defRPr sz="1050" b="1">
                <a:solidFill>
                  <a:srgbClr val="7B2CBF"/>
                </a:solidFill>
              </a:defRPr>
            </a:pPr>
            <a:r>
              <a:rPr sz="1050" b="1">
                <a:solidFill>
                  <a:srgbClr val="7B2CBF"/>
                </a:solidFill>
              </a:rPr>
              <a:t>WEEK 10 · PART 3</a:t>
            </a:r>
          </a:p>
        </p:txBody>
      </p:sp>
      <p:sp>
        <p:nvSpPr>
          <p:cNvPr id="2" name="">
            <a:extLst xmlns:a="http://schemas.openxmlformats.org/drawingml/2006/main">
              <a:ext uri="{FF2B5EF4-FFF2-40B4-BE49-F238E27FC236}">
                <a16:creationId xmlns:a16="http://schemas.microsoft.com/office/drawing/2014/main" id="{8B5BE894-0A3D-4B2A-86F3-7594A4ED2700}"/>
              </a:ext>
            </a:extLst>
          </p:cNvPr>
          <p:cNvSpPr>
            <a:spLocks xmlns:a="http://schemas.openxmlformats.org/drawingml/2006/main" noGrp="1"/>
          </p:cNvSpPr>
          <p:nvPr/>
        </p:nvSpPr>
        <p:spPr>
          <a:xfrm xmlns:a="http://schemas.openxmlformats.org/drawingml/2006/main">
            <a:off x="11049000" y="26670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321B3D"/>
                </a:solidFill>
              </a:defRPr>
            </a:defPPr>
            <a:lvl1pPr algn="r">
              <a:defRPr sz="1350" b="1">
                <a:solidFill>
                  <a:srgbClr val="321B3D"/>
                </a:solidFill>
              </a:defRPr>
            </a:lvl1pPr>
            <a:lvl2pPr algn="r">
              <a:defRPr sz="1350" b="1">
                <a:solidFill>
                  <a:srgbClr val="321B3D"/>
                </a:solidFill>
              </a:defRPr>
            </a:lvl2pPr>
            <a:lvl3pPr algn="r">
              <a:defRPr sz="1350" b="1">
                <a:solidFill>
                  <a:srgbClr val="321B3D"/>
                </a:solidFill>
              </a:defRPr>
            </a:lvl3pPr>
            <a:lvl4pPr algn="r">
              <a:defRPr sz="1350" b="1">
                <a:solidFill>
                  <a:srgbClr val="321B3D"/>
                </a:solidFill>
              </a:defRPr>
            </a:lvl4pPr>
            <a:lvl5pPr algn="r">
              <a:defRPr sz="1350" b="1">
                <a:solidFill>
                  <a:srgbClr val="321B3D"/>
                </a:solidFill>
              </a:defRPr>
            </a:lvl5pPr>
            <a:lvl6pPr algn="r">
              <a:defRPr sz="1350" b="1">
                <a:solidFill>
                  <a:srgbClr val="321B3D"/>
                </a:solidFill>
              </a:defRPr>
            </a:lvl6pPr>
            <a:lvl7pPr algn="r">
              <a:defRPr sz="1350" b="1">
                <a:solidFill>
                  <a:srgbClr val="321B3D"/>
                </a:solidFill>
              </a:defRPr>
            </a:lvl7pPr>
            <a:lvl8pPr algn="r">
              <a:defRPr sz="1350" b="1">
                <a:solidFill>
                  <a:srgbClr val="321B3D"/>
                </a:solidFill>
              </a:defRPr>
            </a:lvl8pPr>
            <a:lvl9pPr algn="r">
              <a:defRPr sz="1350" b="1">
                <a:solidFill>
                  <a:srgbClr val="321B3D"/>
                </a:solidFill>
              </a:defRPr>
            </a:lvl9pPr>
          </a:lstStyle>
          <a:p xmlns:a="http://schemas.openxmlformats.org/drawingml/2006/main">
            <a:pPr algn="r">
              <a:defRPr sz="1350" b="1">
                <a:solidFill>
                  <a:srgbClr val="321B3D"/>
                </a:solidFill>
              </a:defRPr>
            </a:pPr>
            <a:r>
              <a:rPr sz="1350" b="1">
                <a:solidFill>
                  <a:srgbClr val="321B3D"/>
                </a:solidFill>
              </a:rPr>
              <a:t>05</a:t>
            </a:r>
          </a:p>
        </p:txBody>
      </p:sp>
      <p:sp>
        <p:nvSpPr>
          <p:cNvPr id="3" name="">
            <a:extLst xmlns:a="http://schemas.openxmlformats.org/drawingml/2006/main">
              <a:ext uri="{FF2B5EF4-FFF2-40B4-BE49-F238E27FC236}">
                <a16:creationId xmlns:a16="http://schemas.microsoft.com/office/drawing/2014/main" id="{CC22538D-9DA0-45C6-81E4-34E7D3BE0B01}"/>
              </a:ext>
            </a:extLst>
          </p:cNvPr>
          <p:cNvSpPr>
            <a:spLocks xmlns:a="http://schemas.openxmlformats.org/drawingml/2006/main" noGrp="1"/>
          </p:cNvSpPr>
          <p:nvPr/>
        </p:nvSpPr>
        <p:spPr>
          <a:xfrm xmlns:a="http://schemas.openxmlformats.org/drawingml/2006/main">
            <a:off x="609600" y="723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321B3D"/>
                </a:solidFill>
              </a:defRPr>
            </a:defPPr>
            <a:lvl1pPr algn="l">
              <a:defRPr sz="2550" b="1">
                <a:solidFill>
                  <a:srgbClr val="321B3D"/>
                </a:solidFill>
              </a:defRPr>
            </a:lvl1pPr>
            <a:lvl2pPr algn="l">
              <a:defRPr sz="2550" b="1">
                <a:solidFill>
                  <a:srgbClr val="321B3D"/>
                </a:solidFill>
              </a:defRPr>
            </a:lvl2pPr>
            <a:lvl3pPr algn="l">
              <a:defRPr sz="2550" b="1">
                <a:solidFill>
                  <a:srgbClr val="321B3D"/>
                </a:solidFill>
              </a:defRPr>
            </a:lvl3pPr>
            <a:lvl4pPr algn="l">
              <a:defRPr sz="2550" b="1">
                <a:solidFill>
                  <a:srgbClr val="321B3D"/>
                </a:solidFill>
              </a:defRPr>
            </a:lvl4pPr>
            <a:lvl5pPr algn="l">
              <a:defRPr sz="2550" b="1">
                <a:solidFill>
                  <a:srgbClr val="321B3D"/>
                </a:solidFill>
              </a:defRPr>
            </a:lvl5pPr>
            <a:lvl6pPr algn="l">
              <a:defRPr sz="2550" b="1">
                <a:solidFill>
                  <a:srgbClr val="321B3D"/>
                </a:solidFill>
              </a:defRPr>
            </a:lvl6pPr>
            <a:lvl7pPr algn="l">
              <a:defRPr sz="2550" b="1">
                <a:solidFill>
                  <a:srgbClr val="321B3D"/>
                </a:solidFill>
              </a:defRPr>
            </a:lvl7pPr>
            <a:lvl8pPr algn="l">
              <a:defRPr sz="2550" b="1">
                <a:solidFill>
                  <a:srgbClr val="321B3D"/>
                </a:solidFill>
              </a:defRPr>
            </a:lvl8pPr>
            <a:lvl9pPr algn="l">
              <a:defRPr sz="2550" b="1">
                <a:solidFill>
                  <a:srgbClr val="321B3D"/>
                </a:solidFill>
              </a:defRPr>
            </a:lvl9pPr>
          </a:lstStyle>
          <a:p xmlns:a="http://schemas.openxmlformats.org/drawingml/2006/main">
            <a:pPr algn="l">
              <a:defRPr sz="2550" b="1">
                <a:solidFill>
                  <a:srgbClr val="321B3D"/>
                </a:solidFill>
              </a:defRPr>
            </a:pPr>
            <a:r>
              <a:rPr sz="2550" b="1">
                <a:solidFill>
                  <a:srgbClr val="321B3D"/>
                </a:solidFill>
              </a:rPr>
              <a:t>Distribution distance metrics</a:t>
            </a:r>
          </a:p>
        </p:txBody>
      </p:sp>
      <p:sp>
        <p:nvSpPr>
          <p:cNvPr id="4" name="">
            <a:extLst xmlns:a="http://schemas.openxmlformats.org/drawingml/2006/main">
              <a:ext uri="{FF2B5EF4-FFF2-40B4-BE49-F238E27FC236}">
                <a16:creationId xmlns:a16="http://schemas.microsoft.com/office/drawing/2014/main" id="{796B01F3-79DC-4C04-85FC-1CA4F60A6961}"/>
              </a:ext>
            </a:extLst>
          </p:cNvPr>
          <p:cNvSpPr>
            <a:spLocks xmlns:a="http://schemas.openxmlformats.org/drawingml/2006/main" noGrp="1"/>
          </p:cNvSpPr>
          <p:nvPr/>
        </p:nvSpPr>
        <p:spPr>
          <a:xfrm xmlns:a="http://schemas.openxmlformats.org/drawingml/2006/main">
            <a:off x="609600" y="6534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705D78"/>
                </a:solidFill>
              </a:defRPr>
            </a:defPPr>
            <a:lvl1pPr algn="l">
              <a:defRPr sz="750" b="0">
                <a:solidFill>
                  <a:srgbClr val="705D78"/>
                </a:solidFill>
              </a:defRPr>
            </a:lvl1pPr>
            <a:lvl2pPr algn="l">
              <a:defRPr sz="750" b="0">
                <a:solidFill>
                  <a:srgbClr val="705D78"/>
                </a:solidFill>
              </a:defRPr>
            </a:lvl2pPr>
            <a:lvl3pPr algn="l">
              <a:defRPr sz="750" b="0">
                <a:solidFill>
                  <a:srgbClr val="705D78"/>
                </a:solidFill>
              </a:defRPr>
            </a:lvl3pPr>
            <a:lvl4pPr algn="l">
              <a:defRPr sz="750" b="0">
                <a:solidFill>
                  <a:srgbClr val="705D78"/>
                </a:solidFill>
              </a:defRPr>
            </a:lvl4pPr>
            <a:lvl5pPr algn="l">
              <a:defRPr sz="750" b="0">
                <a:solidFill>
                  <a:srgbClr val="705D78"/>
                </a:solidFill>
              </a:defRPr>
            </a:lvl5pPr>
            <a:lvl6pPr algn="l">
              <a:defRPr sz="750" b="0">
                <a:solidFill>
                  <a:srgbClr val="705D78"/>
                </a:solidFill>
              </a:defRPr>
            </a:lvl6pPr>
            <a:lvl7pPr algn="l">
              <a:defRPr sz="750" b="0">
                <a:solidFill>
                  <a:srgbClr val="705D78"/>
                </a:solidFill>
              </a:defRPr>
            </a:lvl7pPr>
            <a:lvl8pPr algn="l">
              <a:defRPr sz="750" b="0">
                <a:solidFill>
                  <a:srgbClr val="705D78"/>
                </a:solidFill>
              </a:defRPr>
            </a:lvl8pPr>
            <a:lvl9pPr algn="l">
              <a:defRPr sz="750" b="0">
                <a:solidFill>
                  <a:srgbClr val="705D78"/>
                </a:solidFill>
              </a:defRPr>
            </a:lvl9pPr>
          </a:lstStyle>
          <a:p xmlns:a="http://schemas.openxmlformats.org/drawingml/2006/main">
            <a:pPr algn="l">
              <a:defRPr sz="750" b="0">
                <a:solidFill>
                  <a:srgbClr val="705D78"/>
                </a:solidFill>
              </a:defRPr>
            </a:pPr>
            <a:r>
              <a:rPr sz="750" b="0">
                <a:solidFill>
                  <a:srgbClr val="705D78"/>
                </a:solidFill>
              </a:rPr>
              <a:t>AWS ML Engineer · Week 10 · Part 3</a:t>
            </a:r>
          </a:p>
        </p:txBody>
      </p:sp>
      <p:sp>
        <p:nvSpPr>
          <p:cNvPr id="5" name="">
            <a:extLst xmlns:a="http://schemas.openxmlformats.org/drawingml/2006/main">
              <a:ext uri="{FF2B5EF4-FFF2-40B4-BE49-F238E27FC236}">
                <a16:creationId xmlns:a16="http://schemas.microsoft.com/office/drawing/2014/main" id="{5B459DAA-D3CE-4F4B-962C-C3157A1669F4}"/>
              </a:ext>
            </a:extLst>
          </p:cNvPr>
          <p:cNvSpPr>
            <a:spLocks xmlns:a="http://schemas.openxmlformats.org/drawingml/2006/main" noGrp="1"/>
          </p:cNvSpPr>
          <p:nvPr/>
        </p:nvSpPr>
        <p:spPr>
          <a:xfrm xmlns:a="http://schemas.openxmlformats.org/drawingml/2006/main">
            <a:off x="1047750" y="3714750"/>
            <a:ext cx="10096500" cy="76200"/>
          </a:xfrm>
          <a:prstGeom xmlns:a="http://schemas.openxmlformats.org/drawingml/2006/main" prst="rect">
            <a:avLst/>
          </a:prstGeom>
          <a:solidFill xmlns:a="http://schemas.openxmlformats.org/drawingml/2006/main">
            <a:srgbClr val="321B3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0678000-9332-4273-B846-4E862C58E4AB}"/>
              </a:ext>
            </a:extLst>
          </p:cNvPr>
          <p:cNvSpPr>
            <a:spLocks xmlns:a="http://schemas.openxmlformats.org/drawingml/2006/main" noGrp="1"/>
          </p:cNvSpPr>
          <p:nvPr/>
        </p:nvSpPr>
        <p:spPr>
          <a:xfrm xmlns:a="http://schemas.openxmlformats.org/drawingml/2006/main">
            <a:off x="1238250" y="3286125"/>
            <a:ext cx="933450" cy="933450"/>
          </a:xfrm>
          <a:prstGeom xmlns:a="http://schemas.openxmlformats.org/drawingml/2006/main" prst="ellipse">
            <a:avLst/>
          </a:prstGeom>
          <a:solidFill xmlns:a="http://schemas.openxmlformats.org/drawingml/2006/main">
            <a:srgbClr val="0FA3B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19891E0-FD52-4440-8F72-005C4255708D}"/>
              </a:ext>
            </a:extLst>
          </p:cNvPr>
          <p:cNvSpPr>
            <a:spLocks xmlns:a="http://schemas.openxmlformats.org/drawingml/2006/main" noGrp="1"/>
          </p:cNvSpPr>
          <p:nvPr/>
        </p:nvSpPr>
        <p:spPr>
          <a:xfrm xmlns:a="http://schemas.openxmlformats.org/drawingml/2006/main">
            <a:off x="1285875" y="3476625"/>
            <a:ext cx="838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FFFFFF"/>
                </a:solidFill>
              </a:defRPr>
            </a:defPPr>
            <a:lvl1pPr algn="ctr">
              <a:defRPr sz="1350" b="1">
                <a:solidFill>
                  <a:srgbClr val="FFFFFF"/>
                </a:solidFill>
              </a:defRPr>
            </a:lvl1pPr>
            <a:lvl2pPr algn="ctr">
              <a:defRPr sz="1350" b="1">
                <a:solidFill>
                  <a:srgbClr val="FFFFFF"/>
                </a:solidFill>
              </a:defRPr>
            </a:lvl2pPr>
            <a:lvl3pPr algn="ctr">
              <a:defRPr sz="1350" b="1">
                <a:solidFill>
                  <a:srgbClr val="FFFFFF"/>
                </a:solidFill>
              </a:defRPr>
            </a:lvl3pPr>
            <a:lvl4pPr algn="ctr">
              <a:defRPr sz="1350" b="1">
                <a:solidFill>
                  <a:srgbClr val="FFFFFF"/>
                </a:solidFill>
              </a:defRPr>
            </a:lvl4pPr>
            <a:lvl5pPr algn="ctr">
              <a:defRPr sz="1350" b="1">
                <a:solidFill>
                  <a:srgbClr val="FFFFFF"/>
                </a:solidFill>
              </a:defRPr>
            </a:lvl5pPr>
            <a:lvl6pPr algn="ctr">
              <a:defRPr sz="1350" b="1">
                <a:solidFill>
                  <a:srgbClr val="FFFFFF"/>
                </a:solidFill>
              </a:defRPr>
            </a:lvl6pPr>
            <a:lvl7pPr algn="ctr">
              <a:defRPr sz="1350" b="1">
                <a:solidFill>
                  <a:srgbClr val="FFFFFF"/>
                </a:solidFill>
              </a:defRPr>
            </a:lvl7pPr>
            <a:lvl8pPr algn="ctr">
              <a:defRPr sz="1350" b="1">
                <a:solidFill>
                  <a:srgbClr val="FFFFFF"/>
                </a:solidFill>
              </a:defRPr>
            </a:lvl8pPr>
            <a:lvl9pPr algn="ctr">
              <a:defRPr sz="1350" b="1">
                <a:solidFill>
                  <a:srgbClr val="FFFFFF"/>
                </a:solidFill>
              </a:defRPr>
            </a:lvl9pPr>
          </a:lstStyle>
          <a:p xmlns:a="http://schemas.openxmlformats.org/drawingml/2006/main">
            <a:pPr algn="ctr">
              <a:defRPr sz="1350" b="1">
                <a:solidFill>
                  <a:srgbClr val="FFFFFF"/>
                </a:solidFill>
              </a:defRPr>
            </a:pPr>
            <a:r>
              <a:rPr sz="1350" b="1">
                <a:solidFill>
                  <a:srgbClr val="FFFFFF"/>
                </a:solidFill>
              </a:rPr>
              <a:t>Lp / TVD</a:t>
            </a:r>
          </a:p>
        </p:txBody>
      </p:sp>
      <p:sp>
        <p:nvSpPr>
          <p:cNvPr id="8" name="">
            <a:extLst xmlns:a="http://schemas.openxmlformats.org/drawingml/2006/main">
              <a:ext uri="{FF2B5EF4-FFF2-40B4-BE49-F238E27FC236}">
                <a16:creationId xmlns:a16="http://schemas.microsoft.com/office/drawing/2014/main" id="{5C78E3EF-706E-4190-BA57-3355D0B8420D}"/>
              </a:ext>
            </a:extLst>
          </p:cNvPr>
          <p:cNvSpPr>
            <a:spLocks xmlns:a="http://schemas.openxmlformats.org/drawingml/2006/main" noGrp="1"/>
          </p:cNvSpPr>
          <p:nvPr/>
        </p:nvSpPr>
        <p:spPr>
          <a:xfrm xmlns:a="http://schemas.openxmlformats.org/drawingml/2006/main">
            <a:off x="857250" y="4524375"/>
            <a:ext cx="171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0">
                <a:solidFill>
                  <a:srgbClr val="705D78"/>
                </a:solidFill>
              </a:defRPr>
            </a:defPPr>
            <a:lvl1pPr algn="ctr">
              <a:defRPr sz="1200" b="0">
                <a:solidFill>
                  <a:srgbClr val="705D78"/>
                </a:solidFill>
              </a:defRPr>
            </a:lvl1pPr>
            <a:lvl2pPr algn="ctr">
              <a:defRPr sz="1200" b="0">
                <a:solidFill>
                  <a:srgbClr val="705D78"/>
                </a:solidFill>
              </a:defRPr>
            </a:lvl2pPr>
            <a:lvl3pPr algn="ctr">
              <a:defRPr sz="1200" b="0">
                <a:solidFill>
                  <a:srgbClr val="705D78"/>
                </a:solidFill>
              </a:defRPr>
            </a:lvl3pPr>
            <a:lvl4pPr algn="ctr">
              <a:defRPr sz="1200" b="0">
                <a:solidFill>
                  <a:srgbClr val="705D78"/>
                </a:solidFill>
              </a:defRPr>
            </a:lvl4pPr>
            <a:lvl5pPr algn="ctr">
              <a:defRPr sz="1200" b="0">
                <a:solidFill>
                  <a:srgbClr val="705D78"/>
                </a:solidFill>
              </a:defRPr>
            </a:lvl5pPr>
            <a:lvl6pPr algn="ctr">
              <a:defRPr sz="1200" b="0">
                <a:solidFill>
                  <a:srgbClr val="705D78"/>
                </a:solidFill>
              </a:defRPr>
            </a:lvl6pPr>
            <a:lvl7pPr algn="ctr">
              <a:defRPr sz="1200" b="0">
                <a:solidFill>
                  <a:srgbClr val="705D78"/>
                </a:solidFill>
              </a:defRPr>
            </a:lvl7pPr>
            <a:lvl8pPr algn="ctr">
              <a:defRPr sz="1200" b="0">
                <a:solidFill>
                  <a:srgbClr val="705D78"/>
                </a:solidFill>
              </a:defRPr>
            </a:lvl8pPr>
            <a:lvl9pPr algn="ctr">
              <a:defRPr sz="1200" b="0">
                <a:solidFill>
                  <a:srgbClr val="705D78"/>
                </a:solidFill>
              </a:defRPr>
            </a:lvl9pPr>
          </a:lstStyle>
          <a:p xmlns:a="http://schemas.openxmlformats.org/drawingml/2006/main">
            <a:pPr algn="ctr">
              <a:defRPr sz="1200" b="0">
                <a:solidFill>
                  <a:srgbClr val="705D78"/>
                </a:solidFill>
              </a:defRPr>
            </a:pPr>
            <a:r>
              <a:rPr sz="1200" b="0">
                <a:solidFill>
                  <a:srgbClr val="705D78"/>
                </a:solidFill>
              </a:rPr>
              <a:t>Distance</a:t>
            </a:r>
          </a:p>
        </p:txBody>
      </p:sp>
      <p:sp>
        <p:nvSpPr>
          <p:cNvPr id="9" name="">
            <a:extLst xmlns:a="http://schemas.openxmlformats.org/drawingml/2006/main">
              <a:ext uri="{FF2B5EF4-FFF2-40B4-BE49-F238E27FC236}">
                <a16:creationId xmlns:a16="http://schemas.microsoft.com/office/drawing/2014/main" id="{3CC9F413-6E4A-4D5F-99D7-B6BF0D7D552E}"/>
              </a:ext>
            </a:extLst>
          </p:cNvPr>
          <p:cNvSpPr>
            <a:spLocks xmlns:a="http://schemas.openxmlformats.org/drawingml/2006/main" noGrp="1"/>
          </p:cNvSpPr>
          <p:nvPr/>
        </p:nvSpPr>
        <p:spPr>
          <a:xfrm xmlns:a="http://schemas.openxmlformats.org/drawingml/2006/main">
            <a:off x="3905250" y="3286125"/>
            <a:ext cx="933450" cy="933450"/>
          </a:xfrm>
          <a:prstGeom xmlns:a="http://schemas.openxmlformats.org/drawingml/2006/main" prst="ellipse">
            <a:avLst/>
          </a:prstGeom>
          <a:solidFill xmlns:a="http://schemas.openxmlformats.org/drawingml/2006/main">
            <a:srgbClr val="F4A26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069142A-9100-4D57-A1C8-7B33C0B51063}"/>
              </a:ext>
            </a:extLst>
          </p:cNvPr>
          <p:cNvSpPr>
            <a:spLocks xmlns:a="http://schemas.openxmlformats.org/drawingml/2006/main" noGrp="1"/>
          </p:cNvSpPr>
          <p:nvPr/>
        </p:nvSpPr>
        <p:spPr>
          <a:xfrm xmlns:a="http://schemas.openxmlformats.org/drawingml/2006/main">
            <a:off x="3952875" y="3476625"/>
            <a:ext cx="838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321B3D"/>
                </a:solidFill>
              </a:defRPr>
            </a:defPPr>
            <a:lvl1pPr algn="ctr">
              <a:defRPr sz="1350" b="1">
                <a:solidFill>
                  <a:srgbClr val="321B3D"/>
                </a:solidFill>
              </a:defRPr>
            </a:lvl1pPr>
            <a:lvl2pPr algn="ctr">
              <a:defRPr sz="1350" b="1">
                <a:solidFill>
                  <a:srgbClr val="321B3D"/>
                </a:solidFill>
              </a:defRPr>
            </a:lvl2pPr>
            <a:lvl3pPr algn="ctr">
              <a:defRPr sz="1350" b="1">
                <a:solidFill>
                  <a:srgbClr val="321B3D"/>
                </a:solidFill>
              </a:defRPr>
            </a:lvl3pPr>
            <a:lvl4pPr algn="ctr">
              <a:defRPr sz="1350" b="1">
                <a:solidFill>
                  <a:srgbClr val="321B3D"/>
                </a:solidFill>
              </a:defRPr>
            </a:lvl4pPr>
            <a:lvl5pPr algn="ctr">
              <a:defRPr sz="1350" b="1">
                <a:solidFill>
                  <a:srgbClr val="321B3D"/>
                </a:solidFill>
              </a:defRPr>
            </a:lvl5pPr>
            <a:lvl6pPr algn="ctr">
              <a:defRPr sz="1350" b="1">
                <a:solidFill>
                  <a:srgbClr val="321B3D"/>
                </a:solidFill>
              </a:defRPr>
            </a:lvl6pPr>
            <a:lvl7pPr algn="ctr">
              <a:defRPr sz="1350" b="1">
                <a:solidFill>
                  <a:srgbClr val="321B3D"/>
                </a:solidFill>
              </a:defRPr>
            </a:lvl7pPr>
            <a:lvl8pPr algn="ctr">
              <a:defRPr sz="1350" b="1">
                <a:solidFill>
                  <a:srgbClr val="321B3D"/>
                </a:solidFill>
              </a:defRPr>
            </a:lvl8pPr>
            <a:lvl9pPr algn="ctr">
              <a:defRPr sz="1350" b="1">
                <a:solidFill>
                  <a:srgbClr val="321B3D"/>
                </a:solidFill>
              </a:defRPr>
            </a:lvl9pPr>
          </a:lstStyle>
          <a:p xmlns:a="http://schemas.openxmlformats.org/drawingml/2006/main">
            <a:pPr algn="ctr">
              <a:defRPr sz="1350" b="1">
                <a:solidFill>
                  <a:srgbClr val="321B3D"/>
                </a:solidFill>
              </a:defRPr>
            </a:pPr>
            <a:r>
              <a:rPr sz="1350" b="1">
                <a:solidFill>
                  <a:srgbClr val="321B3D"/>
                </a:solidFill>
              </a:rPr>
              <a:t>JS</a:t>
            </a:r>
          </a:p>
        </p:txBody>
      </p:sp>
      <p:sp>
        <p:nvSpPr>
          <p:cNvPr id="11" name="">
            <a:extLst xmlns:a="http://schemas.openxmlformats.org/drawingml/2006/main">
              <a:ext uri="{FF2B5EF4-FFF2-40B4-BE49-F238E27FC236}">
                <a16:creationId xmlns:a16="http://schemas.microsoft.com/office/drawing/2014/main" id="{9C7A4B6A-2853-4DDA-B313-D22B043B9CF1}"/>
              </a:ext>
            </a:extLst>
          </p:cNvPr>
          <p:cNvSpPr>
            <a:spLocks xmlns:a="http://schemas.openxmlformats.org/drawingml/2006/main" noGrp="1"/>
          </p:cNvSpPr>
          <p:nvPr/>
        </p:nvSpPr>
        <p:spPr>
          <a:xfrm xmlns:a="http://schemas.openxmlformats.org/drawingml/2006/main">
            <a:off x="3524250" y="4524375"/>
            <a:ext cx="171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0">
                <a:solidFill>
                  <a:srgbClr val="705D78"/>
                </a:solidFill>
              </a:defRPr>
            </a:defPPr>
            <a:lvl1pPr algn="ctr">
              <a:defRPr sz="1200" b="0">
                <a:solidFill>
                  <a:srgbClr val="705D78"/>
                </a:solidFill>
              </a:defRPr>
            </a:lvl1pPr>
            <a:lvl2pPr algn="ctr">
              <a:defRPr sz="1200" b="0">
                <a:solidFill>
                  <a:srgbClr val="705D78"/>
                </a:solidFill>
              </a:defRPr>
            </a:lvl2pPr>
            <a:lvl3pPr algn="ctr">
              <a:defRPr sz="1200" b="0">
                <a:solidFill>
                  <a:srgbClr val="705D78"/>
                </a:solidFill>
              </a:defRPr>
            </a:lvl3pPr>
            <a:lvl4pPr algn="ctr">
              <a:defRPr sz="1200" b="0">
                <a:solidFill>
                  <a:srgbClr val="705D78"/>
                </a:solidFill>
              </a:defRPr>
            </a:lvl4pPr>
            <a:lvl5pPr algn="ctr">
              <a:defRPr sz="1200" b="0">
                <a:solidFill>
                  <a:srgbClr val="705D78"/>
                </a:solidFill>
              </a:defRPr>
            </a:lvl5pPr>
            <a:lvl6pPr algn="ctr">
              <a:defRPr sz="1200" b="0">
                <a:solidFill>
                  <a:srgbClr val="705D78"/>
                </a:solidFill>
              </a:defRPr>
            </a:lvl6pPr>
            <a:lvl7pPr algn="ctr">
              <a:defRPr sz="1200" b="0">
                <a:solidFill>
                  <a:srgbClr val="705D78"/>
                </a:solidFill>
              </a:defRPr>
            </a:lvl7pPr>
            <a:lvl8pPr algn="ctr">
              <a:defRPr sz="1200" b="0">
                <a:solidFill>
                  <a:srgbClr val="705D78"/>
                </a:solidFill>
              </a:defRPr>
            </a:lvl8pPr>
            <a:lvl9pPr algn="ctr">
              <a:defRPr sz="1200" b="0">
                <a:solidFill>
                  <a:srgbClr val="705D78"/>
                </a:solidFill>
              </a:defRPr>
            </a:lvl9pPr>
          </a:lstStyle>
          <a:p xmlns:a="http://schemas.openxmlformats.org/drawingml/2006/main">
            <a:pPr algn="ctr">
              <a:defRPr sz="1200" b="0">
                <a:solidFill>
                  <a:srgbClr val="705D78"/>
                </a:solidFill>
              </a:defRPr>
            </a:pPr>
            <a:r>
              <a:rPr sz="1200" b="0">
                <a:solidFill>
                  <a:srgbClr val="705D78"/>
                </a:solidFill>
              </a:rPr>
              <a:t>Symmetric divergence</a:t>
            </a:r>
          </a:p>
        </p:txBody>
      </p:sp>
      <p:sp>
        <p:nvSpPr>
          <p:cNvPr id="12" name="">
            <a:extLst xmlns:a="http://schemas.openxmlformats.org/drawingml/2006/main">
              <a:ext uri="{FF2B5EF4-FFF2-40B4-BE49-F238E27FC236}">
                <a16:creationId xmlns:a16="http://schemas.microsoft.com/office/drawing/2014/main" id="{157F0F7A-FEA4-40A3-BC7C-204029E5FF0F}"/>
              </a:ext>
            </a:extLst>
          </p:cNvPr>
          <p:cNvSpPr>
            <a:spLocks xmlns:a="http://schemas.openxmlformats.org/drawingml/2006/main" noGrp="1"/>
          </p:cNvSpPr>
          <p:nvPr/>
        </p:nvSpPr>
        <p:spPr>
          <a:xfrm xmlns:a="http://schemas.openxmlformats.org/drawingml/2006/main">
            <a:off x="6572250" y="3286125"/>
            <a:ext cx="933450" cy="933450"/>
          </a:xfrm>
          <a:prstGeom xmlns:a="http://schemas.openxmlformats.org/drawingml/2006/main" prst="ellipse">
            <a:avLst/>
          </a:prstGeom>
          <a:solidFill xmlns:a="http://schemas.openxmlformats.org/drawingml/2006/main">
            <a:srgbClr val="7B2CB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60D82F4-1A1A-4207-B511-E649A06C97DC}"/>
              </a:ext>
            </a:extLst>
          </p:cNvPr>
          <p:cNvSpPr>
            <a:spLocks xmlns:a="http://schemas.openxmlformats.org/drawingml/2006/main" noGrp="1"/>
          </p:cNvSpPr>
          <p:nvPr/>
        </p:nvSpPr>
        <p:spPr>
          <a:xfrm xmlns:a="http://schemas.openxmlformats.org/drawingml/2006/main">
            <a:off x="6619875" y="3476625"/>
            <a:ext cx="838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FFFFFF"/>
                </a:solidFill>
              </a:defRPr>
            </a:defPPr>
            <a:lvl1pPr algn="ctr">
              <a:defRPr sz="1350" b="1">
                <a:solidFill>
                  <a:srgbClr val="FFFFFF"/>
                </a:solidFill>
              </a:defRPr>
            </a:lvl1pPr>
            <a:lvl2pPr algn="ctr">
              <a:defRPr sz="1350" b="1">
                <a:solidFill>
                  <a:srgbClr val="FFFFFF"/>
                </a:solidFill>
              </a:defRPr>
            </a:lvl2pPr>
            <a:lvl3pPr algn="ctr">
              <a:defRPr sz="1350" b="1">
                <a:solidFill>
                  <a:srgbClr val="FFFFFF"/>
                </a:solidFill>
              </a:defRPr>
            </a:lvl3pPr>
            <a:lvl4pPr algn="ctr">
              <a:defRPr sz="1350" b="1">
                <a:solidFill>
                  <a:srgbClr val="FFFFFF"/>
                </a:solidFill>
              </a:defRPr>
            </a:lvl4pPr>
            <a:lvl5pPr algn="ctr">
              <a:defRPr sz="1350" b="1">
                <a:solidFill>
                  <a:srgbClr val="FFFFFF"/>
                </a:solidFill>
              </a:defRPr>
            </a:lvl5pPr>
            <a:lvl6pPr algn="ctr">
              <a:defRPr sz="1350" b="1">
                <a:solidFill>
                  <a:srgbClr val="FFFFFF"/>
                </a:solidFill>
              </a:defRPr>
            </a:lvl6pPr>
            <a:lvl7pPr algn="ctr">
              <a:defRPr sz="1350" b="1">
                <a:solidFill>
                  <a:srgbClr val="FFFFFF"/>
                </a:solidFill>
              </a:defRPr>
            </a:lvl7pPr>
            <a:lvl8pPr algn="ctr">
              <a:defRPr sz="1350" b="1">
                <a:solidFill>
                  <a:srgbClr val="FFFFFF"/>
                </a:solidFill>
              </a:defRPr>
            </a:lvl8pPr>
            <a:lvl9pPr algn="ctr">
              <a:defRPr sz="1350" b="1">
                <a:solidFill>
                  <a:srgbClr val="FFFFFF"/>
                </a:solidFill>
              </a:defRPr>
            </a:lvl9pPr>
          </a:lstStyle>
          <a:p xmlns:a="http://schemas.openxmlformats.org/drawingml/2006/main">
            <a:pPr algn="ctr">
              <a:defRPr sz="1350" b="1">
                <a:solidFill>
                  <a:srgbClr val="FFFFFF"/>
                </a:solidFill>
              </a:defRPr>
            </a:pPr>
            <a:r>
              <a:rPr sz="1350" b="1">
                <a:solidFill>
                  <a:srgbClr val="FFFFFF"/>
                </a:solidFill>
              </a:rPr>
              <a:t>KL</a:t>
            </a:r>
          </a:p>
        </p:txBody>
      </p:sp>
      <p:sp>
        <p:nvSpPr>
          <p:cNvPr id="14" name="">
            <a:extLst xmlns:a="http://schemas.openxmlformats.org/drawingml/2006/main">
              <a:ext uri="{FF2B5EF4-FFF2-40B4-BE49-F238E27FC236}">
                <a16:creationId xmlns:a16="http://schemas.microsoft.com/office/drawing/2014/main" id="{54A0B24E-AEF7-4C62-99F0-C27C38126F8D}"/>
              </a:ext>
            </a:extLst>
          </p:cNvPr>
          <p:cNvSpPr>
            <a:spLocks xmlns:a="http://schemas.openxmlformats.org/drawingml/2006/main" noGrp="1"/>
          </p:cNvSpPr>
          <p:nvPr/>
        </p:nvSpPr>
        <p:spPr>
          <a:xfrm xmlns:a="http://schemas.openxmlformats.org/drawingml/2006/main">
            <a:off x="6191250" y="4524375"/>
            <a:ext cx="171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0">
                <a:solidFill>
                  <a:srgbClr val="705D78"/>
                </a:solidFill>
              </a:defRPr>
            </a:defPPr>
            <a:lvl1pPr algn="ctr">
              <a:defRPr sz="1200" b="0">
                <a:solidFill>
                  <a:srgbClr val="705D78"/>
                </a:solidFill>
              </a:defRPr>
            </a:lvl1pPr>
            <a:lvl2pPr algn="ctr">
              <a:defRPr sz="1200" b="0">
                <a:solidFill>
                  <a:srgbClr val="705D78"/>
                </a:solidFill>
              </a:defRPr>
            </a:lvl2pPr>
            <a:lvl3pPr algn="ctr">
              <a:defRPr sz="1200" b="0">
                <a:solidFill>
                  <a:srgbClr val="705D78"/>
                </a:solidFill>
              </a:defRPr>
            </a:lvl3pPr>
            <a:lvl4pPr algn="ctr">
              <a:defRPr sz="1200" b="0">
                <a:solidFill>
                  <a:srgbClr val="705D78"/>
                </a:solidFill>
              </a:defRPr>
            </a:lvl4pPr>
            <a:lvl5pPr algn="ctr">
              <a:defRPr sz="1200" b="0">
                <a:solidFill>
                  <a:srgbClr val="705D78"/>
                </a:solidFill>
              </a:defRPr>
            </a:lvl5pPr>
            <a:lvl6pPr algn="ctr">
              <a:defRPr sz="1200" b="0">
                <a:solidFill>
                  <a:srgbClr val="705D78"/>
                </a:solidFill>
              </a:defRPr>
            </a:lvl6pPr>
            <a:lvl7pPr algn="ctr">
              <a:defRPr sz="1200" b="0">
                <a:solidFill>
                  <a:srgbClr val="705D78"/>
                </a:solidFill>
              </a:defRPr>
            </a:lvl7pPr>
            <a:lvl8pPr algn="ctr">
              <a:defRPr sz="1200" b="0">
                <a:solidFill>
                  <a:srgbClr val="705D78"/>
                </a:solidFill>
              </a:defRPr>
            </a:lvl8pPr>
            <a:lvl9pPr algn="ctr">
              <a:defRPr sz="1200" b="0">
                <a:solidFill>
                  <a:srgbClr val="705D78"/>
                </a:solidFill>
              </a:defRPr>
            </a:lvl9pPr>
          </a:lstStyle>
          <a:p xmlns:a="http://schemas.openxmlformats.org/drawingml/2006/main">
            <a:pPr algn="ctr">
              <a:defRPr sz="1200" b="0">
                <a:solidFill>
                  <a:srgbClr val="705D78"/>
                </a:solidFill>
              </a:defRPr>
            </a:pPr>
            <a:r>
              <a:rPr sz="1200" b="0">
                <a:solidFill>
                  <a:srgbClr val="705D78"/>
                </a:solidFill>
              </a:rPr>
              <a:t>Directed divergence</a:t>
            </a:r>
          </a:p>
        </p:txBody>
      </p:sp>
      <p:sp>
        <p:nvSpPr>
          <p:cNvPr id="15" name="">
            <a:extLst xmlns:a="http://schemas.openxmlformats.org/drawingml/2006/main">
              <a:ext uri="{FF2B5EF4-FFF2-40B4-BE49-F238E27FC236}">
                <a16:creationId xmlns:a16="http://schemas.microsoft.com/office/drawing/2014/main" id="{EF0C43E6-2EC1-4466-BF91-67C49CFE4274}"/>
              </a:ext>
            </a:extLst>
          </p:cNvPr>
          <p:cNvSpPr>
            <a:spLocks xmlns:a="http://schemas.openxmlformats.org/drawingml/2006/main" noGrp="1"/>
          </p:cNvSpPr>
          <p:nvPr/>
        </p:nvSpPr>
        <p:spPr>
          <a:xfrm xmlns:a="http://schemas.openxmlformats.org/drawingml/2006/main">
            <a:off x="9239250" y="3286125"/>
            <a:ext cx="933450" cy="933450"/>
          </a:xfrm>
          <a:prstGeom xmlns:a="http://schemas.openxmlformats.org/drawingml/2006/main" prst="ellipse">
            <a:avLst/>
          </a:prstGeom>
          <a:solidFill xmlns:a="http://schemas.openxmlformats.org/drawingml/2006/main">
            <a:srgbClr val="321B3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29F81F0-36DF-4147-AD4B-40C11C65F161}"/>
              </a:ext>
            </a:extLst>
          </p:cNvPr>
          <p:cNvSpPr>
            <a:spLocks xmlns:a="http://schemas.openxmlformats.org/drawingml/2006/main" noGrp="1"/>
          </p:cNvSpPr>
          <p:nvPr/>
        </p:nvSpPr>
        <p:spPr>
          <a:xfrm xmlns:a="http://schemas.openxmlformats.org/drawingml/2006/main">
            <a:off x="9286875" y="3476625"/>
            <a:ext cx="838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FFFFFF"/>
                </a:solidFill>
              </a:defRPr>
            </a:defPPr>
            <a:lvl1pPr algn="ctr">
              <a:defRPr sz="1350" b="1">
                <a:solidFill>
                  <a:srgbClr val="FFFFFF"/>
                </a:solidFill>
              </a:defRPr>
            </a:lvl1pPr>
            <a:lvl2pPr algn="ctr">
              <a:defRPr sz="1350" b="1">
                <a:solidFill>
                  <a:srgbClr val="FFFFFF"/>
                </a:solidFill>
              </a:defRPr>
            </a:lvl2pPr>
            <a:lvl3pPr algn="ctr">
              <a:defRPr sz="1350" b="1">
                <a:solidFill>
                  <a:srgbClr val="FFFFFF"/>
                </a:solidFill>
              </a:defRPr>
            </a:lvl3pPr>
            <a:lvl4pPr algn="ctr">
              <a:defRPr sz="1350" b="1">
                <a:solidFill>
                  <a:srgbClr val="FFFFFF"/>
                </a:solidFill>
              </a:defRPr>
            </a:lvl4pPr>
            <a:lvl5pPr algn="ctr">
              <a:defRPr sz="1350" b="1">
                <a:solidFill>
                  <a:srgbClr val="FFFFFF"/>
                </a:solidFill>
              </a:defRPr>
            </a:lvl5pPr>
            <a:lvl6pPr algn="ctr">
              <a:defRPr sz="1350" b="1">
                <a:solidFill>
                  <a:srgbClr val="FFFFFF"/>
                </a:solidFill>
              </a:defRPr>
            </a:lvl6pPr>
            <a:lvl7pPr algn="ctr">
              <a:defRPr sz="1350" b="1">
                <a:solidFill>
                  <a:srgbClr val="FFFFFF"/>
                </a:solidFill>
              </a:defRPr>
            </a:lvl7pPr>
            <a:lvl8pPr algn="ctr">
              <a:defRPr sz="1350" b="1">
                <a:solidFill>
                  <a:srgbClr val="FFFFFF"/>
                </a:solidFill>
              </a:defRPr>
            </a:lvl8pPr>
            <a:lvl9pPr algn="ctr">
              <a:defRPr sz="1350" b="1">
                <a:solidFill>
                  <a:srgbClr val="FFFFFF"/>
                </a:solidFill>
              </a:defRPr>
            </a:lvl9pPr>
          </a:lstStyle>
          <a:p xmlns:a="http://schemas.openxmlformats.org/drawingml/2006/main">
            <a:pPr algn="ctr">
              <a:defRPr sz="1350" b="1">
                <a:solidFill>
                  <a:srgbClr val="FFFFFF"/>
                </a:solidFill>
              </a:defRPr>
            </a:pPr>
            <a:r>
              <a:rPr sz="1350" b="1">
                <a:solidFill>
                  <a:srgbClr val="FFFFFF"/>
                </a:solidFill>
              </a:rPr>
              <a:t>KS</a:t>
            </a:r>
          </a:p>
        </p:txBody>
      </p:sp>
      <p:sp>
        <p:nvSpPr>
          <p:cNvPr id="17" name="">
            <a:extLst xmlns:a="http://schemas.openxmlformats.org/drawingml/2006/main">
              <a:ext uri="{FF2B5EF4-FFF2-40B4-BE49-F238E27FC236}">
                <a16:creationId xmlns:a16="http://schemas.microsoft.com/office/drawing/2014/main" id="{53557FD8-1207-4565-A46E-32F139285FCF}"/>
              </a:ext>
            </a:extLst>
          </p:cNvPr>
          <p:cNvSpPr>
            <a:spLocks xmlns:a="http://schemas.openxmlformats.org/drawingml/2006/main" noGrp="1"/>
          </p:cNvSpPr>
          <p:nvPr/>
        </p:nvSpPr>
        <p:spPr>
          <a:xfrm xmlns:a="http://schemas.openxmlformats.org/drawingml/2006/main">
            <a:off x="8858250" y="4524375"/>
            <a:ext cx="171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0">
                <a:solidFill>
                  <a:srgbClr val="705D78"/>
                </a:solidFill>
              </a:defRPr>
            </a:defPPr>
            <a:lvl1pPr algn="ctr">
              <a:defRPr sz="1200" b="0">
                <a:solidFill>
                  <a:srgbClr val="705D78"/>
                </a:solidFill>
              </a:defRPr>
            </a:lvl1pPr>
            <a:lvl2pPr algn="ctr">
              <a:defRPr sz="1200" b="0">
                <a:solidFill>
                  <a:srgbClr val="705D78"/>
                </a:solidFill>
              </a:defRPr>
            </a:lvl2pPr>
            <a:lvl3pPr algn="ctr">
              <a:defRPr sz="1200" b="0">
                <a:solidFill>
                  <a:srgbClr val="705D78"/>
                </a:solidFill>
              </a:defRPr>
            </a:lvl3pPr>
            <a:lvl4pPr algn="ctr">
              <a:defRPr sz="1200" b="0">
                <a:solidFill>
                  <a:srgbClr val="705D78"/>
                </a:solidFill>
              </a:defRPr>
            </a:lvl4pPr>
            <a:lvl5pPr algn="ctr">
              <a:defRPr sz="1200" b="0">
                <a:solidFill>
                  <a:srgbClr val="705D78"/>
                </a:solidFill>
              </a:defRPr>
            </a:lvl5pPr>
            <a:lvl6pPr algn="ctr">
              <a:defRPr sz="1200" b="0">
                <a:solidFill>
                  <a:srgbClr val="705D78"/>
                </a:solidFill>
              </a:defRPr>
            </a:lvl6pPr>
            <a:lvl7pPr algn="ctr">
              <a:defRPr sz="1200" b="0">
                <a:solidFill>
                  <a:srgbClr val="705D78"/>
                </a:solidFill>
              </a:defRPr>
            </a:lvl7pPr>
            <a:lvl8pPr algn="ctr">
              <a:defRPr sz="1200" b="0">
                <a:solidFill>
                  <a:srgbClr val="705D78"/>
                </a:solidFill>
              </a:defRPr>
            </a:lvl8pPr>
            <a:lvl9pPr algn="ctr">
              <a:defRPr sz="1200" b="0">
                <a:solidFill>
                  <a:srgbClr val="705D78"/>
                </a:solidFill>
              </a:defRPr>
            </a:lvl9pPr>
          </a:lstStyle>
          <a:p xmlns:a="http://schemas.openxmlformats.org/drawingml/2006/main">
            <a:pPr algn="ctr">
              <a:defRPr sz="1200" b="0">
                <a:solidFill>
                  <a:srgbClr val="705D78"/>
                </a:solidFill>
              </a:defRPr>
            </a:pPr>
            <a:r>
              <a:rPr sz="1200" b="0">
                <a:solidFill>
                  <a:srgbClr val="705D78"/>
                </a:solidFill>
              </a:rPr>
              <a:t>Maximum gap</a:t>
            </a:r>
          </a:p>
        </p:txBody>
      </p:sp>
      <p:sp>
        <p:nvSpPr>
          <p:cNvPr id="18" name="">
            <a:extLst xmlns:a="http://schemas.openxmlformats.org/drawingml/2006/main">
              <a:ext uri="{FF2B5EF4-FFF2-40B4-BE49-F238E27FC236}">
                <a16:creationId xmlns:a16="http://schemas.microsoft.com/office/drawing/2014/main" id="{CF43B00E-84C2-416C-8C55-AB554FE2C445}"/>
              </a:ext>
            </a:extLst>
          </p:cNvPr>
          <p:cNvSpPr>
            <a:spLocks xmlns:a="http://schemas.openxmlformats.org/drawingml/2006/main" noGrp="1"/>
          </p:cNvSpPr>
          <p:nvPr/>
        </p:nvSpPr>
        <p:spPr>
          <a:xfrm xmlns:a="http://schemas.openxmlformats.org/drawingml/2006/main">
            <a:off x="2476500" y="2095500"/>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321B3D"/>
                </a:solidFill>
              </a:defRPr>
            </a:defPPr>
            <a:lvl1pPr algn="ctr">
              <a:defRPr sz="1650" b="1">
                <a:solidFill>
                  <a:srgbClr val="321B3D"/>
                </a:solidFill>
              </a:defRPr>
            </a:lvl1pPr>
            <a:lvl2pPr algn="ctr">
              <a:defRPr sz="1650" b="1">
                <a:solidFill>
                  <a:srgbClr val="321B3D"/>
                </a:solidFill>
              </a:defRPr>
            </a:lvl2pPr>
            <a:lvl3pPr algn="ctr">
              <a:defRPr sz="1650" b="1">
                <a:solidFill>
                  <a:srgbClr val="321B3D"/>
                </a:solidFill>
              </a:defRPr>
            </a:lvl3pPr>
            <a:lvl4pPr algn="ctr">
              <a:defRPr sz="1650" b="1">
                <a:solidFill>
                  <a:srgbClr val="321B3D"/>
                </a:solidFill>
              </a:defRPr>
            </a:lvl4pPr>
            <a:lvl5pPr algn="ctr">
              <a:defRPr sz="1650" b="1">
                <a:solidFill>
                  <a:srgbClr val="321B3D"/>
                </a:solidFill>
              </a:defRPr>
            </a:lvl5pPr>
            <a:lvl6pPr algn="ctr">
              <a:defRPr sz="1650" b="1">
                <a:solidFill>
                  <a:srgbClr val="321B3D"/>
                </a:solidFill>
              </a:defRPr>
            </a:lvl6pPr>
            <a:lvl7pPr algn="ctr">
              <a:defRPr sz="1650" b="1">
                <a:solidFill>
                  <a:srgbClr val="321B3D"/>
                </a:solidFill>
              </a:defRPr>
            </a:lvl7pPr>
            <a:lvl8pPr algn="ctr">
              <a:defRPr sz="1650" b="1">
                <a:solidFill>
                  <a:srgbClr val="321B3D"/>
                </a:solidFill>
              </a:defRPr>
            </a:lvl8pPr>
            <a:lvl9pPr algn="ctr">
              <a:defRPr sz="1650" b="1">
                <a:solidFill>
                  <a:srgbClr val="321B3D"/>
                </a:solidFill>
              </a:defRPr>
            </a:lvl9pPr>
          </a:lstStyle>
          <a:p xmlns:a="http://schemas.openxmlformats.org/drawingml/2006/main">
            <a:pPr algn="ctr">
              <a:defRPr sz="1650" b="1">
                <a:solidFill>
                  <a:srgbClr val="321B3D"/>
                </a:solidFill>
              </a:defRPr>
            </a:pPr>
            <a:r>
              <a:rPr sz="1650" b="1">
                <a:solidFill>
                  <a:srgbClr val="321B3D"/>
                </a:solidFill>
              </a:rPr>
              <a:t>Different measures emphasize different aspects of two distributions</a:t>
            </a:r>
          </a:p>
        </p:txBody>
      </p:sp>
    </p:spTree>
    <p:extLst>
      <p:ext uri="{BB962C8B-B14F-4D97-AF65-F5344CB8AC3E}">
        <p14:creationId xmlns:p14="http://schemas.microsoft.com/office/powerpoint/2010/main" val="131312442"/>
      </p:ext>
    </p:extLst>
  </p:cSld>
</p:sld>
</file>

<file path=ppt/slides/slide6.xml><?xml version="1.0" encoding="utf-8"?>
<p:sld xmlns:p="http://schemas.openxmlformats.org/presentationml/2006/main">
  <p:cSld>
    <p:bg>
      <p:bgPr>
        <a:solidFill xmlns:a="http://schemas.openxmlformats.org/drawingml/2006/main">
          <a:srgbClr val="FFF9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A284446-30A7-477F-A652-F2AF663018A7}"/>
              </a:ext>
            </a:extLst>
          </p:cNvPr>
          <p:cNvSpPr>
            <a:spLocks xmlns:a="http://schemas.openxmlformats.org/drawingml/2006/main" noGrp="1"/>
          </p:cNvSpPr>
          <p:nvPr/>
        </p:nvSpPr>
        <p:spPr>
          <a:xfrm xmlns:a="http://schemas.openxmlformats.org/drawingml/2006/main">
            <a:off x="60960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7B2CBF"/>
                </a:solidFill>
              </a:defRPr>
            </a:defPPr>
            <a:lvl1pPr algn="l">
              <a:defRPr sz="1050" b="1">
                <a:solidFill>
                  <a:srgbClr val="7B2CBF"/>
                </a:solidFill>
              </a:defRPr>
            </a:lvl1pPr>
            <a:lvl2pPr algn="l">
              <a:defRPr sz="1050" b="1">
                <a:solidFill>
                  <a:srgbClr val="7B2CBF"/>
                </a:solidFill>
              </a:defRPr>
            </a:lvl2pPr>
            <a:lvl3pPr algn="l">
              <a:defRPr sz="1050" b="1">
                <a:solidFill>
                  <a:srgbClr val="7B2CBF"/>
                </a:solidFill>
              </a:defRPr>
            </a:lvl3pPr>
            <a:lvl4pPr algn="l">
              <a:defRPr sz="1050" b="1">
                <a:solidFill>
                  <a:srgbClr val="7B2CBF"/>
                </a:solidFill>
              </a:defRPr>
            </a:lvl4pPr>
            <a:lvl5pPr algn="l">
              <a:defRPr sz="1050" b="1">
                <a:solidFill>
                  <a:srgbClr val="7B2CBF"/>
                </a:solidFill>
              </a:defRPr>
            </a:lvl5pPr>
            <a:lvl6pPr algn="l">
              <a:defRPr sz="1050" b="1">
                <a:solidFill>
                  <a:srgbClr val="7B2CBF"/>
                </a:solidFill>
              </a:defRPr>
            </a:lvl6pPr>
            <a:lvl7pPr algn="l">
              <a:defRPr sz="1050" b="1">
                <a:solidFill>
                  <a:srgbClr val="7B2CBF"/>
                </a:solidFill>
              </a:defRPr>
            </a:lvl7pPr>
            <a:lvl8pPr algn="l">
              <a:defRPr sz="1050" b="1">
                <a:solidFill>
                  <a:srgbClr val="7B2CBF"/>
                </a:solidFill>
              </a:defRPr>
            </a:lvl8pPr>
            <a:lvl9pPr algn="l">
              <a:defRPr sz="1050" b="1">
                <a:solidFill>
                  <a:srgbClr val="7B2CBF"/>
                </a:solidFill>
              </a:defRPr>
            </a:lvl9pPr>
          </a:lstStyle>
          <a:p xmlns:a="http://schemas.openxmlformats.org/drawingml/2006/main">
            <a:pPr algn="l">
              <a:defRPr sz="1050" b="1">
                <a:solidFill>
                  <a:srgbClr val="7B2CBF"/>
                </a:solidFill>
              </a:defRPr>
            </a:pPr>
            <a:r>
              <a:rPr sz="1050" b="1">
                <a:solidFill>
                  <a:srgbClr val="7B2CBF"/>
                </a:solidFill>
              </a:rPr>
              <a:t>WEEK 10 · PART 3</a:t>
            </a:r>
          </a:p>
        </p:txBody>
      </p:sp>
      <p:sp>
        <p:nvSpPr>
          <p:cNvPr id="2" name="">
            <a:extLst xmlns:a="http://schemas.openxmlformats.org/drawingml/2006/main">
              <a:ext uri="{FF2B5EF4-FFF2-40B4-BE49-F238E27FC236}">
                <a16:creationId xmlns:a16="http://schemas.microsoft.com/office/drawing/2014/main" id="{AC287772-5A97-4983-98A5-722A75BD7FB1}"/>
              </a:ext>
            </a:extLst>
          </p:cNvPr>
          <p:cNvSpPr>
            <a:spLocks xmlns:a="http://schemas.openxmlformats.org/drawingml/2006/main" noGrp="1"/>
          </p:cNvSpPr>
          <p:nvPr/>
        </p:nvSpPr>
        <p:spPr>
          <a:xfrm xmlns:a="http://schemas.openxmlformats.org/drawingml/2006/main">
            <a:off x="11049000" y="26670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321B3D"/>
                </a:solidFill>
              </a:defRPr>
            </a:defPPr>
            <a:lvl1pPr algn="r">
              <a:defRPr sz="1350" b="1">
                <a:solidFill>
                  <a:srgbClr val="321B3D"/>
                </a:solidFill>
              </a:defRPr>
            </a:lvl1pPr>
            <a:lvl2pPr algn="r">
              <a:defRPr sz="1350" b="1">
                <a:solidFill>
                  <a:srgbClr val="321B3D"/>
                </a:solidFill>
              </a:defRPr>
            </a:lvl2pPr>
            <a:lvl3pPr algn="r">
              <a:defRPr sz="1350" b="1">
                <a:solidFill>
                  <a:srgbClr val="321B3D"/>
                </a:solidFill>
              </a:defRPr>
            </a:lvl3pPr>
            <a:lvl4pPr algn="r">
              <a:defRPr sz="1350" b="1">
                <a:solidFill>
                  <a:srgbClr val="321B3D"/>
                </a:solidFill>
              </a:defRPr>
            </a:lvl4pPr>
            <a:lvl5pPr algn="r">
              <a:defRPr sz="1350" b="1">
                <a:solidFill>
                  <a:srgbClr val="321B3D"/>
                </a:solidFill>
              </a:defRPr>
            </a:lvl5pPr>
            <a:lvl6pPr algn="r">
              <a:defRPr sz="1350" b="1">
                <a:solidFill>
                  <a:srgbClr val="321B3D"/>
                </a:solidFill>
              </a:defRPr>
            </a:lvl6pPr>
            <a:lvl7pPr algn="r">
              <a:defRPr sz="1350" b="1">
                <a:solidFill>
                  <a:srgbClr val="321B3D"/>
                </a:solidFill>
              </a:defRPr>
            </a:lvl7pPr>
            <a:lvl8pPr algn="r">
              <a:defRPr sz="1350" b="1">
                <a:solidFill>
                  <a:srgbClr val="321B3D"/>
                </a:solidFill>
              </a:defRPr>
            </a:lvl8pPr>
            <a:lvl9pPr algn="r">
              <a:defRPr sz="1350" b="1">
                <a:solidFill>
                  <a:srgbClr val="321B3D"/>
                </a:solidFill>
              </a:defRPr>
            </a:lvl9pPr>
          </a:lstStyle>
          <a:p xmlns:a="http://schemas.openxmlformats.org/drawingml/2006/main">
            <a:pPr algn="r">
              <a:defRPr sz="1350" b="1">
                <a:solidFill>
                  <a:srgbClr val="321B3D"/>
                </a:solidFill>
              </a:defRPr>
            </a:pPr>
            <a:r>
              <a:rPr sz="1350" b="1">
                <a:solidFill>
                  <a:srgbClr val="321B3D"/>
                </a:solidFill>
              </a:rPr>
              <a:t>06</a:t>
            </a:r>
          </a:p>
        </p:txBody>
      </p:sp>
      <p:sp>
        <p:nvSpPr>
          <p:cNvPr id="3" name="">
            <a:extLst xmlns:a="http://schemas.openxmlformats.org/drawingml/2006/main">
              <a:ext uri="{FF2B5EF4-FFF2-40B4-BE49-F238E27FC236}">
                <a16:creationId xmlns:a16="http://schemas.microsoft.com/office/drawing/2014/main" id="{51AB73DF-D67B-442A-B232-AA43EB252B6C}"/>
              </a:ext>
            </a:extLst>
          </p:cNvPr>
          <p:cNvSpPr>
            <a:spLocks xmlns:a="http://schemas.openxmlformats.org/drawingml/2006/main" noGrp="1"/>
          </p:cNvSpPr>
          <p:nvPr/>
        </p:nvSpPr>
        <p:spPr>
          <a:xfrm xmlns:a="http://schemas.openxmlformats.org/drawingml/2006/main">
            <a:off x="609600" y="723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321B3D"/>
                </a:solidFill>
              </a:defRPr>
            </a:defPPr>
            <a:lvl1pPr algn="l">
              <a:defRPr sz="2550" b="1">
                <a:solidFill>
                  <a:srgbClr val="321B3D"/>
                </a:solidFill>
              </a:defRPr>
            </a:lvl1pPr>
            <a:lvl2pPr algn="l">
              <a:defRPr sz="2550" b="1">
                <a:solidFill>
                  <a:srgbClr val="321B3D"/>
                </a:solidFill>
              </a:defRPr>
            </a:lvl2pPr>
            <a:lvl3pPr algn="l">
              <a:defRPr sz="2550" b="1">
                <a:solidFill>
                  <a:srgbClr val="321B3D"/>
                </a:solidFill>
              </a:defRPr>
            </a:lvl3pPr>
            <a:lvl4pPr algn="l">
              <a:defRPr sz="2550" b="1">
                <a:solidFill>
                  <a:srgbClr val="321B3D"/>
                </a:solidFill>
              </a:defRPr>
            </a:lvl4pPr>
            <a:lvl5pPr algn="l">
              <a:defRPr sz="2550" b="1">
                <a:solidFill>
                  <a:srgbClr val="321B3D"/>
                </a:solidFill>
              </a:defRPr>
            </a:lvl5pPr>
            <a:lvl6pPr algn="l">
              <a:defRPr sz="2550" b="1">
                <a:solidFill>
                  <a:srgbClr val="321B3D"/>
                </a:solidFill>
              </a:defRPr>
            </a:lvl6pPr>
            <a:lvl7pPr algn="l">
              <a:defRPr sz="2550" b="1">
                <a:solidFill>
                  <a:srgbClr val="321B3D"/>
                </a:solidFill>
              </a:defRPr>
            </a:lvl7pPr>
            <a:lvl8pPr algn="l">
              <a:defRPr sz="2550" b="1">
                <a:solidFill>
                  <a:srgbClr val="321B3D"/>
                </a:solidFill>
              </a:defRPr>
            </a:lvl8pPr>
            <a:lvl9pPr algn="l">
              <a:defRPr sz="2550" b="1">
                <a:solidFill>
                  <a:srgbClr val="321B3D"/>
                </a:solidFill>
              </a:defRPr>
            </a:lvl9pPr>
          </a:lstStyle>
          <a:p xmlns:a="http://schemas.openxmlformats.org/drawingml/2006/main">
            <a:pPr algn="l">
              <a:defRPr sz="2550" b="1">
                <a:solidFill>
                  <a:srgbClr val="321B3D"/>
                </a:solidFill>
              </a:defRPr>
            </a:pPr>
            <a:r>
              <a:rPr sz="2550" b="1">
                <a:solidFill>
                  <a:srgbClr val="321B3D"/>
                </a:solidFill>
              </a:rPr>
              <a:t>Partial Dependence Plots</a:t>
            </a:r>
          </a:p>
        </p:txBody>
      </p:sp>
      <p:sp>
        <p:nvSpPr>
          <p:cNvPr id="4" name="">
            <a:extLst xmlns:a="http://schemas.openxmlformats.org/drawingml/2006/main">
              <a:ext uri="{FF2B5EF4-FFF2-40B4-BE49-F238E27FC236}">
                <a16:creationId xmlns:a16="http://schemas.microsoft.com/office/drawing/2014/main" id="{058DFB94-C153-423F-A408-8B4ABF9B8DA2}"/>
              </a:ext>
            </a:extLst>
          </p:cNvPr>
          <p:cNvSpPr>
            <a:spLocks xmlns:a="http://schemas.openxmlformats.org/drawingml/2006/main" noGrp="1"/>
          </p:cNvSpPr>
          <p:nvPr/>
        </p:nvSpPr>
        <p:spPr>
          <a:xfrm xmlns:a="http://schemas.openxmlformats.org/drawingml/2006/main">
            <a:off x="609600" y="6534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705D78"/>
                </a:solidFill>
              </a:defRPr>
            </a:defPPr>
            <a:lvl1pPr algn="l">
              <a:defRPr sz="750" b="0">
                <a:solidFill>
                  <a:srgbClr val="705D78"/>
                </a:solidFill>
              </a:defRPr>
            </a:lvl1pPr>
            <a:lvl2pPr algn="l">
              <a:defRPr sz="750" b="0">
                <a:solidFill>
                  <a:srgbClr val="705D78"/>
                </a:solidFill>
              </a:defRPr>
            </a:lvl2pPr>
            <a:lvl3pPr algn="l">
              <a:defRPr sz="750" b="0">
                <a:solidFill>
                  <a:srgbClr val="705D78"/>
                </a:solidFill>
              </a:defRPr>
            </a:lvl3pPr>
            <a:lvl4pPr algn="l">
              <a:defRPr sz="750" b="0">
                <a:solidFill>
                  <a:srgbClr val="705D78"/>
                </a:solidFill>
              </a:defRPr>
            </a:lvl4pPr>
            <a:lvl5pPr algn="l">
              <a:defRPr sz="750" b="0">
                <a:solidFill>
                  <a:srgbClr val="705D78"/>
                </a:solidFill>
              </a:defRPr>
            </a:lvl5pPr>
            <a:lvl6pPr algn="l">
              <a:defRPr sz="750" b="0">
                <a:solidFill>
                  <a:srgbClr val="705D78"/>
                </a:solidFill>
              </a:defRPr>
            </a:lvl6pPr>
            <a:lvl7pPr algn="l">
              <a:defRPr sz="750" b="0">
                <a:solidFill>
                  <a:srgbClr val="705D78"/>
                </a:solidFill>
              </a:defRPr>
            </a:lvl7pPr>
            <a:lvl8pPr algn="l">
              <a:defRPr sz="750" b="0">
                <a:solidFill>
                  <a:srgbClr val="705D78"/>
                </a:solidFill>
              </a:defRPr>
            </a:lvl8pPr>
            <a:lvl9pPr algn="l">
              <a:defRPr sz="750" b="0">
                <a:solidFill>
                  <a:srgbClr val="705D78"/>
                </a:solidFill>
              </a:defRPr>
            </a:lvl9pPr>
          </a:lstStyle>
          <a:p xmlns:a="http://schemas.openxmlformats.org/drawingml/2006/main">
            <a:pPr algn="l">
              <a:defRPr sz="750" b="0">
                <a:solidFill>
                  <a:srgbClr val="705D78"/>
                </a:solidFill>
              </a:defRPr>
            </a:pPr>
            <a:r>
              <a:rPr sz="750" b="0">
                <a:solidFill>
                  <a:srgbClr val="705D78"/>
                </a:solidFill>
              </a:rPr>
              <a:t>AWS ML Engineer · Week 10 · Part 3</a:t>
            </a:r>
          </a:p>
        </p:txBody>
      </p:sp>
      <p:sp>
        <p:nvSpPr>
          <p:cNvPr id="5" name="">
            <a:extLst xmlns:a="http://schemas.openxmlformats.org/drawingml/2006/main">
              <a:ext uri="{FF2B5EF4-FFF2-40B4-BE49-F238E27FC236}">
                <a16:creationId xmlns:a16="http://schemas.microsoft.com/office/drawing/2014/main" id="{546995FC-88DE-442F-915E-AA3AEEE376A6}"/>
              </a:ext>
            </a:extLst>
          </p:cNvPr>
          <p:cNvSpPr>
            <a:spLocks xmlns:a="http://schemas.openxmlformats.org/drawingml/2006/main" noGrp="1"/>
          </p:cNvSpPr>
          <p:nvPr/>
        </p:nvSpPr>
        <p:spPr>
          <a:xfrm xmlns:a="http://schemas.openxmlformats.org/drawingml/2006/main">
            <a:off x="1238250" y="5429250"/>
            <a:ext cx="9334500" cy="38100"/>
          </a:xfrm>
          <a:prstGeom xmlns:a="http://schemas.openxmlformats.org/drawingml/2006/main" prst="rect">
            <a:avLst/>
          </a:prstGeom>
          <a:solidFill xmlns:a="http://schemas.openxmlformats.org/drawingml/2006/main">
            <a:srgbClr val="321B3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68E3382-8176-4F5F-9B5F-D381162A8CD7}"/>
              </a:ext>
            </a:extLst>
          </p:cNvPr>
          <p:cNvSpPr>
            <a:spLocks xmlns:a="http://schemas.openxmlformats.org/drawingml/2006/main" noGrp="1"/>
          </p:cNvSpPr>
          <p:nvPr/>
        </p:nvSpPr>
        <p:spPr>
          <a:xfrm xmlns:a="http://schemas.openxmlformats.org/drawingml/2006/main">
            <a:off x="1238250" y="2095500"/>
            <a:ext cx="38100" cy="3333750"/>
          </a:xfrm>
          <a:prstGeom xmlns:a="http://schemas.openxmlformats.org/drawingml/2006/main" prst="rect">
            <a:avLst/>
          </a:prstGeom>
          <a:solidFill xmlns:a="http://schemas.openxmlformats.org/drawingml/2006/main">
            <a:srgbClr val="321B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F67F35B-8A0E-4227-98C2-BAEDF588BEF6}"/>
              </a:ext>
            </a:extLst>
          </p:cNvPr>
          <p:cNvSpPr>
            <a:spLocks xmlns:a="http://schemas.openxmlformats.org/drawingml/2006/main" noGrp="1"/>
          </p:cNvSpPr>
          <p:nvPr/>
        </p:nvSpPr>
        <p:spPr>
          <a:xfrm xmlns:a="http://schemas.openxmlformats.org/drawingml/2006/main">
            <a:off x="1438275" y="4676775"/>
            <a:ext cx="171450" cy="171450"/>
          </a:xfrm>
          <a:prstGeom xmlns:a="http://schemas.openxmlformats.org/drawingml/2006/main" prst="ellipse">
            <a:avLst/>
          </a:prstGeom>
          <a:solidFill xmlns:a="http://schemas.openxmlformats.org/drawingml/2006/main">
            <a:srgbClr val="7B2CB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6811E7E-753A-4711-89DF-413E0F861CA0}"/>
              </a:ext>
            </a:extLst>
          </p:cNvPr>
          <p:cNvSpPr>
            <a:spLocks xmlns:a="http://schemas.openxmlformats.org/drawingml/2006/main" noGrp="1"/>
          </p:cNvSpPr>
          <p:nvPr/>
        </p:nvSpPr>
        <p:spPr>
          <a:xfrm xmlns:a="http://schemas.openxmlformats.org/drawingml/2006/main">
            <a:off x="1524000" y="4333875"/>
            <a:ext cx="1333500" cy="428625"/>
          </a:xfrm>
          <a:prstGeom xmlns:a="http://schemas.openxmlformats.org/drawingml/2006/main" prst="line">
            <a:avLst/>
          </a:prstGeom>
          <a:noFill xmlns:a="http://schemas.openxmlformats.org/drawingml/2006/main"/>
          <a:ln xmlns:a="http://schemas.openxmlformats.org/drawingml/2006/main" w="19050">
            <a:solidFill>
              <a:srgbClr val="7B2CBF"/>
            </a:solidFill>
            <a:prstDash val="solid"/>
          </a:ln>
        </p:spPr>
      </p:sp>
      <p:sp>
        <p:nvSpPr>
          <p:cNvPr id="9" name="">
            <a:extLst xmlns:a="http://schemas.openxmlformats.org/drawingml/2006/main">
              <a:ext uri="{FF2B5EF4-FFF2-40B4-BE49-F238E27FC236}">
                <a16:creationId xmlns:a16="http://schemas.microsoft.com/office/drawing/2014/main" id="{506760E0-1B3C-42F5-81B5-4430327C5A6A}"/>
              </a:ext>
            </a:extLst>
          </p:cNvPr>
          <p:cNvSpPr>
            <a:spLocks xmlns:a="http://schemas.openxmlformats.org/drawingml/2006/main" noGrp="1"/>
          </p:cNvSpPr>
          <p:nvPr/>
        </p:nvSpPr>
        <p:spPr>
          <a:xfrm xmlns:a="http://schemas.openxmlformats.org/drawingml/2006/main">
            <a:off x="2771775" y="4248150"/>
            <a:ext cx="171450" cy="171450"/>
          </a:xfrm>
          <a:prstGeom xmlns:a="http://schemas.openxmlformats.org/drawingml/2006/main" prst="ellipse">
            <a:avLst/>
          </a:prstGeom>
          <a:solidFill xmlns:a="http://schemas.openxmlformats.org/drawingml/2006/main">
            <a:srgbClr val="7B2CB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1B4FF51-EC92-4FB0-B9D7-4BDCEB8191F5}"/>
              </a:ext>
            </a:extLst>
          </p:cNvPr>
          <p:cNvSpPr>
            <a:spLocks xmlns:a="http://schemas.openxmlformats.org/drawingml/2006/main" noGrp="1"/>
          </p:cNvSpPr>
          <p:nvPr/>
        </p:nvSpPr>
        <p:spPr>
          <a:xfrm xmlns:a="http://schemas.openxmlformats.org/drawingml/2006/main">
            <a:off x="2857500" y="4333875"/>
            <a:ext cx="1333500" cy="142875"/>
          </a:xfrm>
          <a:prstGeom xmlns:a="http://schemas.openxmlformats.org/drawingml/2006/main" prst="line">
            <a:avLst/>
          </a:prstGeom>
          <a:noFill xmlns:a="http://schemas.openxmlformats.org/drawingml/2006/main"/>
          <a:ln xmlns:a="http://schemas.openxmlformats.org/drawingml/2006/main" w="19050">
            <a:solidFill>
              <a:srgbClr val="7B2CBF"/>
            </a:solidFill>
            <a:prstDash val="solid"/>
          </a:ln>
        </p:spPr>
      </p:sp>
      <p:sp>
        <p:nvSpPr>
          <p:cNvPr id="11" name="">
            <a:extLst xmlns:a="http://schemas.openxmlformats.org/drawingml/2006/main">
              <a:ext uri="{FF2B5EF4-FFF2-40B4-BE49-F238E27FC236}">
                <a16:creationId xmlns:a16="http://schemas.microsoft.com/office/drawing/2014/main" id="{AF2BB976-FC0A-420A-983D-11A99641EB56}"/>
              </a:ext>
            </a:extLst>
          </p:cNvPr>
          <p:cNvSpPr>
            <a:spLocks xmlns:a="http://schemas.openxmlformats.org/drawingml/2006/main" noGrp="1"/>
          </p:cNvSpPr>
          <p:nvPr/>
        </p:nvSpPr>
        <p:spPr>
          <a:xfrm xmlns:a="http://schemas.openxmlformats.org/drawingml/2006/main">
            <a:off x="4105275" y="4391025"/>
            <a:ext cx="171450" cy="171450"/>
          </a:xfrm>
          <a:prstGeom xmlns:a="http://schemas.openxmlformats.org/drawingml/2006/main" prst="ellipse">
            <a:avLst/>
          </a:prstGeom>
          <a:solidFill xmlns:a="http://schemas.openxmlformats.org/drawingml/2006/main">
            <a:srgbClr val="7B2CB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00F1DFD-0E8D-4312-9B89-1AC72941F404}"/>
              </a:ext>
            </a:extLst>
          </p:cNvPr>
          <p:cNvSpPr>
            <a:spLocks xmlns:a="http://schemas.openxmlformats.org/drawingml/2006/main" noGrp="1"/>
          </p:cNvSpPr>
          <p:nvPr/>
        </p:nvSpPr>
        <p:spPr>
          <a:xfrm xmlns:a="http://schemas.openxmlformats.org/drawingml/2006/main">
            <a:off x="4191000" y="3619500"/>
            <a:ext cx="1333500" cy="857250"/>
          </a:xfrm>
          <a:prstGeom xmlns:a="http://schemas.openxmlformats.org/drawingml/2006/main" prst="line">
            <a:avLst/>
          </a:prstGeom>
          <a:noFill xmlns:a="http://schemas.openxmlformats.org/drawingml/2006/main"/>
          <a:ln xmlns:a="http://schemas.openxmlformats.org/drawingml/2006/main" w="19050">
            <a:solidFill>
              <a:srgbClr val="7B2CBF"/>
            </a:solidFill>
            <a:prstDash val="solid"/>
          </a:ln>
        </p:spPr>
      </p:sp>
      <p:sp>
        <p:nvSpPr>
          <p:cNvPr id="13" name="">
            <a:extLst xmlns:a="http://schemas.openxmlformats.org/drawingml/2006/main">
              <a:ext uri="{FF2B5EF4-FFF2-40B4-BE49-F238E27FC236}">
                <a16:creationId xmlns:a16="http://schemas.microsoft.com/office/drawing/2014/main" id="{88100BFE-26B0-43F5-879A-1FBD3B661273}"/>
              </a:ext>
            </a:extLst>
          </p:cNvPr>
          <p:cNvSpPr>
            <a:spLocks xmlns:a="http://schemas.openxmlformats.org/drawingml/2006/main" noGrp="1"/>
          </p:cNvSpPr>
          <p:nvPr/>
        </p:nvSpPr>
        <p:spPr>
          <a:xfrm xmlns:a="http://schemas.openxmlformats.org/drawingml/2006/main">
            <a:off x="5438775" y="3533775"/>
            <a:ext cx="171450" cy="171450"/>
          </a:xfrm>
          <a:prstGeom xmlns:a="http://schemas.openxmlformats.org/drawingml/2006/main" prst="ellipse">
            <a:avLst/>
          </a:prstGeom>
          <a:solidFill xmlns:a="http://schemas.openxmlformats.org/drawingml/2006/main">
            <a:srgbClr val="7B2CB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6261698-E2F3-4EB4-A377-F7620E0A2718}"/>
              </a:ext>
            </a:extLst>
          </p:cNvPr>
          <p:cNvSpPr>
            <a:spLocks xmlns:a="http://schemas.openxmlformats.org/drawingml/2006/main" noGrp="1"/>
          </p:cNvSpPr>
          <p:nvPr/>
        </p:nvSpPr>
        <p:spPr>
          <a:xfrm xmlns:a="http://schemas.openxmlformats.org/drawingml/2006/main">
            <a:off x="5524500" y="2952750"/>
            <a:ext cx="1333500" cy="666750"/>
          </a:xfrm>
          <a:prstGeom xmlns:a="http://schemas.openxmlformats.org/drawingml/2006/main" prst="line">
            <a:avLst/>
          </a:prstGeom>
          <a:noFill xmlns:a="http://schemas.openxmlformats.org/drawingml/2006/main"/>
          <a:ln xmlns:a="http://schemas.openxmlformats.org/drawingml/2006/main" w="19050">
            <a:solidFill>
              <a:srgbClr val="7B2CBF"/>
            </a:solidFill>
            <a:prstDash val="solid"/>
          </a:ln>
        </p:spPr>
      </p:sp>
      <p:sp>
        <p:nvSpPr>
          <p:cNvPr id="15" name="">
            <a:extLst xmlns:a="http://schemas.openxmlformats.org/drawingml/2006/main">
              <a:ext uri="{FF2B5EF4-FFF2-40B4-BE49-F238E27FC236}">
                <a16:creationId xmlns:a16="http://schemas.microsoft.com/office/drawing/2014/main" id="{ADF01427-07F5-462D-B4D4-D0D8096E3E6C}"/>
              </a:ext>
            </a:extLst>
          </p:cNvPr>
          <p:cNvSpPr>
            <a:spLocks xmlns:a="http://schemas.openxmlformats.org/drawingml/2006/main" noGrp="1"/>
          </p:cNvSpPr>
          <p:nvPr/>
        </p:nvSpPr>
        <p:spPr>
          <a:xfrm xmlns:a="http://schemas.openxmlformats.org/drawingml/2006/main">
            <a:off x="6772275" y="2867025"/>
            <a:ext cx="171450" cy="171450"/>
          </a:xfrm>
          <a:prstGeom xmlns:a="http://schemas.openxmlformats.org/drawingml/2006/main" prst="ellipse">
            <a:avLst/>
          </a:prstGeom>
          <a:solidFill xmlns:a="http://schemas.openxmlformats.org/drawingml/2006/main">
            <a:srgbClr val="7B2CB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0038BCF-B076-4C40-9A00-564E615CE431}"/>
              </a:ext>
            </a:extLst>
          </p:cNvPr>
          <p:cNvSpPr>
            <a:spLocks xmlns:a="http://schemas.openxmlformats.org/drawingml/2006/main" noGrp="1"/>
          </p:cNvSpPr>
          <p:nvPr/>
        </p:nvSpPr>
        <p:spPr>
          <a:xfrm xmlns:a="http://schemas.openxmlformats.org/drawingml/2006/main">
            <a:off x="6858000" y="2952750"/>
            <a:ext cx="1333500" cy="190500"/>
          </a:xfrm>
          <a:prstGeom xmlns:a="http://schemas.openxmlformats.org/drawingml/2006/main" prst="line">
            <a:avLst/>
          </a:prstGeom>
          <a:noFill xmlns:a="http://schemas.openxmlformats.org/drawingml/2006/main"/>
          <a:ln xmlns:a="http://schemas.openxmlformats.org/drawingml/2006/main" w="19050">
            <a:solidFill>
              <a:srgbClr val="7B2CBF"/>
            </a:solidFill>
            <a:prstDash val="solid"/>
          </a:ln>
        </p:spPr>
      </p:sp>
      <p:sp>
        <p:nvSpPr>
          <p:cNvPr id="17" name="">
            <a:extLst xmlns:a="http://schemas.openxmlformats.org/drawingml/2006/main">
              <a:ext uri="{FF2B5EF4-FFF2-40B4-BE49-F238E27FC236}">
                <a16:creationId xmlns:a16="http://schemas.microsoft.com/office/drawing/2014/main" id="{5150BC48-8A6C-4A91-8442-7AE7CD44E6A2}"/>
              </a:ext>
            </a:extLst>
          </p:cNvPr>
          <p:cNvSpPr>
            <a:spLocks xmlns:a="http://schemas.openxmlformats.org/drawingml/2006/main" noGrp="1"/>
          </p:cNvSpPr>
          <p:nvPr/>
        </p:nvSpPr>
        <p:spPr>
          <a:xfrm xmlns:a="http://schemas.openxmlformats.org/drawingml/2006/main">
            <a:off x="8105775" y="3057525"/>
            <a:ext cx="171450" cy="171450"/>
          </a:xfrm>
          <a:prstGeom xmlns:a="http://schemas.openxmlformats.org/drawingml/2006/main" prst="ellipse">
            <a:avLst/>
          </a:prstGeom>
          <a:solidFill xmlns:a="http://schemas.openxmlformats.org/drawingml/2006/main">
            <a:srgbClr val="7B2CB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3A451AA-8630-4FFC-85C7-9C2E414865E2}"/>
              </a:ext>
            </a:extLst>
          </p:cNvPr>
          <p:cNvSpPr>
            <a:spLocks xmlns:a="http://schemas.openxmlformats.org/drawingml/2006/main" noGrp="1"/>
          </p:cNvSpPr>
          <p:nvPr/>
        </p:nvSpPr>
        <p:spPr>
          <a:xfrm xmlns:a="http://schemas.openxmlformats.org/drawingml/2006/main">
            <a:off x="8191500" y="2333625"/>
            <a:ext cx="1714500" cy="809625"/>
          </a:xfrm>
          <a:prstGeom xmlns:a="http://schemas.openxmlformats.org/drawingml/2006/main" prst="line">
            <a:avLst/>
          </a:prstGeom>
          <a:noFill xmlns:a="http://schemas.openxmlformats.org/drawingml/2006/main"/>
          <a:ln xmlns:a="http://schemas.openxmlformats.org/drawingml/2006/main" w="19050">
            <a:solidFill>
              <a:srgbClr val="7B2CBF"/>
            </a:solidFill>
            <a:prstDash val="solid"/>
          </a:ln>
        </p:spPr>
      </p:sp>
      <p:sp>
        <p:nvSpPr>
          <p:cNvPr id="19" name="">
            <a:extLst xmlns:a="http://schemas.openxmlformats.org/drawingml/2006/main">
              <a:ext uri="{FF2B5EF4-FFF2-40B4-BE49-F238E27FC236}">
                <a16:creationId xmlns:a16="http://schemas.microsoft.com/office/drawing/2014/main" id="{BB53A68B-C4F5-4AEE-B7A7-96501F449BA6}"/>
              </a:ext>
            </a:extLst>
          </p:cNvPr>
          <p:cNvSpPr>
            <a:spLocks xmlns:a="http://schemas.openxmlformats.org/drawingml/2006/main" noGrp="1"/>
          </p:cNvSpPr>
          <p:nvPr/>
        </p:nvSpPr>
        <p:spPr>
          <a:xfrm xmlns:a="http://schemas.openxmlformats.org/drawingml/2006/main">
            <a:off x="9820275" y="2247900"/>
            <a:ext cx="171450" cy="171450"/>
          </a:xfrm>
          <a:prstGeom xmlns:a="http://schemas.openxmlformats.org/drawingml/2006/main" prst="ellipse">
            <a:avLst/>
          </a:prstGeom>
          <a:solidFill xmlns:a="http://schemas.openxmlformats.org/drawingml/2006/main">
            <a:srgbClr val="7B2CB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9E15487-9D94-4B0A-9C6C-4EED0153D201}"/>
              </a:ext>
            </a:extLst>
          </p:cNvPr>
          <p:cNvSpPr>
            <a:spLocks xmlns:a="http://schemas.openxmlformats.org/drawingml/2006/main" noGrp="1"/>
          </p:cNvSpPr>
          <p:nvPr/>
        </p:nvSpPr>
        <p:spPr>
          <a:xfrm xmlns:a="http://schemas.openxmlformats.org/drawingml/2006/main">
            <a:off x="4524375" y="57150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705D78"/>
                </a:solidFill>
              </a:defRPr>
            </a:defPPr>
            <a:lvl1pPr algn="ctr">
              <a:defRPr sz="1275" b="1">
                <a:solidFill>
                  <a:srgbClr val="705D78"/>
                </a:solidFill>
              </a:defRPr>
            </a:lvl1pPr>
            <a:lvl2pPr algn="ctr">
              <a:defRPr sz="1275" b="1">
                <a:solidFill>
                  <a:srgbClr val="705D78"/>
                </a:solidFill>
              </a:defRPr>
            </a:lvl2pPr>
            <a:lvl3pPr algn="ctr">
              <a:defRPr sz="1275" b="1">
                <a:solidFill>
                  <a:srgbClr val="705D78"/>
                </a:solidFill>
              </a:defRPr>
            </a:lvl3pPr>
            <a:lvl4pPr algn="ctr">
              <a:defRPr sz="1275" b="1">
                <a:solidFill>
                  <a:srgbClr val="705D78"/>
                </a:solidFill>
              </a:defRPr>
            </a:lvl4pPr>
            <a:lvl5pPr algn="ctr">
              <a:defRPr sz="1275" b="1">
                <a:solidFill>
                  <a:srgbClr val="705D78"/>
                </a:solidFill>
              </a:defRPr>
            </a:lvl5pPr>
            <a:lvl6pPr algn="ctr">
              <a:defRPr sz="1275" b="1">
                <a:solidFill>
                  <a:srgbClr val="705D78"/>
                </a:solidFill>
              </a:defRPr>
            </a:lvl6pPr>
            <a:lvl7pPr algn="ctr">
              <a:defRPr sz="1275" b="1">
                <a:solidFill>
                  <a:srgbClr val="705D78"/>
                </a:solidFill>
              </a:defRPr>
            </a:lvl7pPr>
            <a:lvl8pPr algn="ctr">
              <a:defRPr sz="1275" b="1">
                <a:solidFill>
                  <a:srgbClr val="705D78"/>
                </a:solidFill>
              </a:defRPr>
            </a:lvl8pPr>
            <a:lvl9pPr algn="ctr">
              <a:defRPr sz="1275" b="1">
                <a:solidFill>
                  <a:srgbClr val="705D78"/>
                </a:solidFill>
              </a:defRPr>
            </a:lvl9pPr>
          </a:lstStyle>
          <a:p xmlns:a="http://schemas.openxmlformats.org/drawingml/2006/main">
            <a:pPr algn="ctr">
              <a:defRPr sz="1275" b="1">
                <a:solidFill>
                  <a:srgbClr val="705D78"/>
                </a:solidFill>
              </a:defRPr>
            </a:pPr>
            <a:r>
              <a:rPr sz="1275" b="1">
                <a:solidFill>
                  <a:srgbClr val="705D78"/>
                </a:solidFill>
              </a:rPr>
              <a:t>FEATURE VALUE</a:t>
            </a:r>
          </a:p>
        </p:txBody>
      </p:sp>
      <p:sp>
        <p:nvSpPr>
          <p:cNvPr id="21" name="">
            <a:extLst xmlns:a="http://schemas.openxmlformats.org/drawingml/2006/main">
              <a:ext uri="{FF2B5EF4-FFF2-40B4-BE49-F238E27FC236}">
                <a16:creationId xmlns:a16="http://schemas.microsoft.com/office/drawing/2014/main" id="{99C91634-2690-49DB-BF17-B0F915A49423}"/>
              </a:ext>
            </a:extLst>
          </p:cNvPr>
          <p:cNvSpPr>
            <a:spLocks xmlns:a="http://schemas.openxmlformats.org/drawingml/2006/main" noGrp="1"/>
          </p:cNvSpPr>
          <p:nvPr/>
        </p:nvSpPr>
        <p:spPr>
          <a:xfrm xmlns:a="http://schemas.openxmlformats.org/drawingml/2006/main">
            <a:off x="76200" y="3190875"/>
            <a:ext cx="1066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705D78"/>
                </a:solidFill>
              </a:defRPr>
            </a:defPPr>
            <a:lvl1pPr algn="ctr">
              <a:defRPr sz="975" b="1">
                <a:solidFill>
                  <a:srgbClr val="705D78"/>
                </a:solidFill>
              </a:defRPr>
            </a:lvl1pPr>
            <a:lvl2pPr algn="ctr">
              <a:defRPr sz="975" b="1">
                <a:solidFill>
                  <a:srgbClr val="705D78"/>
                </a:solidFill>
              </a:defRPr>
            </a:lvl2pPr>
            <a:lvl3pPr algn="ctr">
              <a:defRPr sz="975" b="1">
                <a:solidFill>
                  <a:srgbClr val="705D78"/>
                </a:solidFill>
              </a:defRPr>
            </a:lvl3pPr>
            <a:lvl4pPr algn="ctr">
              <a:defRPr sz="975" b="1">
                <a:solidFill>
                  <a:srgbClr val="705D78"/>
                </a:solidFill>
              </a:defRPr>
            </a:lvl4pPr>
            <a:lvl5pPr algn="ctr">
              <a:defRPr sz="975" b="1">
                <a:solidFill>
                  <a:srgbClr val="705D78"/>
                </a:solidFill>
              </a:defRPr>
            </a:lvl5pPr>
            <a:lvl6pPr algn="ctr">
              <a:defRPr sz="975" b="1">
                <a:solidFill>
                  <a:srgbClr val="705D78"/>
                </a:solidFill>
              </a:defRPr>
            </a:lvl6pPr>
            <a:lvl7pPr algn="ctr">
              <a:defRPr sz="975" b="1">
                <a:solidFill>
                  <a:srgbClr val="705D78"/>
                </a:solidFill>
              </a:defRPr>
            </a:lvl7pPr>
            <a:lvl8pPr algn="ctr">
              <a:defRPr sz="975" b="1">
                <a:solidFill>
                  <a:srgbClr val="705D78"/>
                </a:solidFill>
              </a:defRPr>
            </a:lvl8pPr>
            <a:lvl9pPr algn="ctr">
              <a:defRPr sz="975" b="1">
                <a:solidFill>
                  <a:srgbClr val="705D78"/>
                </a:solidFill>
              </a:defRPr>
            </a:lvl9pPr>
          </a:lstStyle>
          <a:p xmlns:a="http://schemas.openxmlformats.org/drawingml/2006/main">
            <a:pPr algn="ctr">
              <a:defRPr sz="975" b="1">
                <a:solidFill>
                  <a:srgbClr val="705D78"/>
                </a:solidFill>
              </a:defRPr>
            </a:pPr>
            <a:r>
              <a:rPr sz="975" b="1">
                <a:solidFill>
                  <a:srgbClr val="705D78"/>
                </a:solidFill>
              </a:rPr>
              <a:t>PREDICTED</a:t>
            </a:r>
          </a:p>
          <a:p xmlns:a="http://schemas.openxmlformats.org/drawingml/2006/main">
            <a:pPr algn="ctr">
              <a:defRPr sz="975" b="1">
                <a:solidFill>
                  <a:srgbClr val="705D78"/>
                </a:solidFill>
              </a:defRPr>
            </a:pPr>
            <a:r>
              <a:rPr sz="975" b="1">
                <a:solidFill>
                  <a:srgbClr val="705D78"/>
                </a:solidFill>
              </a:rPr>
              <a:t>RESPONSE</a:t>
            </a:r>
          </a:p>
        </p:txBody>
      </p:sp>
      <p:sp>
        <p:nvSpPr>
          <p:cNvPr id="22" name="">
            <a:extLst xmlns:a="http://schemas.openxmlformats.org/drawingml/2006/main">
              <a:ext uri="{FF2B5EF4-FFF2-40B4-BE49-F238E27FC236}">
                <a16:creationId xmlns:a16="http://schemas.microsoft.com/office/drawing/2014/main" id="{337F40F4-3C0E-4B5F-9B8A-0B5DF9768820}"/>
              </a:ext>
            </a:extLst>
          </p:cNvPr>
          <p:cNvSpPr>
            <a:spLocks xmlns:a="http://schemas.openxmlformats.org/drawingml/2006/main" noGrp="1"/>
          </p:cNvSpPr>
          <p:nvPr/>
        </p:nvSpPr>
        <p:spPr>
          <a:xfrm xmlns:a="http://schemas.openxmlformats.org/drawingml/2006/main">
            <a:off x="8572500" y="1619250"/>
            <a:ext cx="1524000" cy="323850"/>
          </a:xfrm>
          <a:prstGeom xmlns:a="http://schemas.openxmlformats.org/drawingml/2006/main" prst="roundRect">
            <a:avLst>
              <a:gd name="adj" fmla="val 35294"/>
            </a:avLst>
          </a:prstGeom>
          <a:solidFill xmlns:a="http://schemas.openxmlformats.org/drawingml/2006/main">
            <a:srgbClr val="7B2CB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081FFB3-1904-495D-8041-B5B2F422B60C}"/>
              </a:ext>
            </a:extLst>
          </p:cNvPr>
          <p:cNvSpPr>
            <a:spLocks xmlns:a="http://schemas.openxmlformats.org/drawingml/2006/main" noGrp="1"/>
          </p:cNvSpPr>
          <p:nvPr/>
        </p:nvSpPr>
        <p:spPr>
          <a:xfrm xmlns:a="http://schemas.openxmlformats.org/drawingml/2006/main">
            <a:off x="8667750" y="16192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FFFFFF"/>
                </a:solidFill>
              </a:defRPr>
            </a:defPPr>
            <a:lvl1pPr algn="ctr">
              <a:defRPr sz="1050" b="1">
                <a:solidFill>
                  <a:srgbClr val="FFFFFF"/>
                </a:solidFill>
              </a:defRPr>
            </a:lvl1pPr>
            <a:lvl2pPr algn="ctr">
              <a:defRPr sz="1050" b="1">
                <a:solidFill>
                  <a:srgbClr val="FFFFFF"/>
                </a:solidFill>
              </a:defRPr>
            </a:lvl2pPr>
            <a:lvl3pPr algn="ctr">
              <a:defRPr sz="1050" b="1">
                <a:solidFill>
                  <a:srgbClr val="FFFFFF"/>
                </a:solidFill>
              </a:defRPr>
            </a:lvl3pPr>
            <a:lvl4pPr algn="ctr">
              <a:defRPr sz="1050" b="1">
                <a:solidFill>
                  <a:srgbClr val="FFFFFF"/>
                </a:solidFill>
              </a:defRPr>
            </a:lvl4pPr>
            <a:lvl5pPr algn="ctr">
              <a:defRPr sz="1050" b="1">
                <a:solidFill>
                  <a:srgbClr val="FFFFFF"/>
                </a:solidFill>
              </a:defRPr>
            </a:lvl5pPr>
            <a:lvl6pPr algn="ctr">
              <a:defRPr sz="1050" b="1">
                <a:solidFill>
                  <a:srgbClr val="FFFFFF"/>
                </a:solidFill>
              </a:defRPr>
            </a:lvl6pPr>
            <a:lvl7pPr algn="ctr">
              <a:defRPr sz="1050" b="1">
                <a:solidFill>
                  <a:srgbClr val="FFFFFF"/>
                </a:solidFill>
              </a:defRPr>
            </a:lvl7pPr>
            <a:lvl8pPr algn="ctr">
              <a:defRPr sz="1050" b="1">
                <a:solidFill>
                  <a:srgbClr val="FFFFFF"/>
                </a:solidFill>
              </a:defRPr>
            </a:lvl8pPr>
            <a:lvl9pPr algn="ctr">
              <a:defRPr sz="1050" b="1">
                <a:solidFill>
                  <a:srgbClr val="FFFFFF"/>
                </a:solidFill>
              </a:defRPr>
            </a:lvl9pPr>
          </a:lstStyle>
          <a:p xmlns:a="http://schemas.openxmlformats.org/drawingml/2006/main">
            <a:pPr algn="ctr">
              <a:defRPr sz="1050" b="1">
                <a:solidFill>
                  <a:srgbClr val="FFFFFF"/>
                </a:solidFill>
              </a:defRPr>
            </a:pPr>
            <a:r>
              <a:rPr sz="1050" b="1">
                <a:solidFill>
                  <a:srgbClr val="FFFFFF"/>
                </a:solidFill>
              </a:rPr>
              <a:t>PDP</a:t>
            </a:r>
          </a:p>
        </p:txBody>
      </p:sp>
    </p:spTree>
    <p:extLst>
      <p:ext uri="{BB962C8B-B14F-4D97-AF65-F5344CB8AC3E}">
        <p14:creationId xmlns:p14="http://schemas.microsoft.com/office/powerpoint/2010/main" val="1980020313"/>
      </p:ext>
    </p:extLst>
  </p:cSld>
</p:sld>
</file>

<file path=ppt/slides/slide7.xml><?xml version="1.0" encoding="utf-8"?>
<p:sld xmlns:p="http://schemas.openxmlformats.org/presentationml/2006/main">
  <p:cSld>
    <p:bg>
      <p:bgPr>
        <a:solidFill xmlns:a="http://schemas.openxmlformats.org/drawingml/2006/main">
          <a:srgbClr val="FFF9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D92A783-B6D2-4602-9B22-3D06392FE168}"/>
              </a:ext>
            </a:extLst>
          </p:cNvPr>
          <p:cNvSpPr>
            <a:spLocks xmlns:a="http://schemas.openxmlformats.org/drawingml/2006/main" noGrp="1"/>
          </p:cNvSpPr>
          <p:nvPr/>
        </p:nvSpPr>
        <p:spPr>
          <a:xfrm xmlns:a="http://schemas.openxmlformats.org/drawingml/2006/main">
            <a:off x="60960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7B2CBF"/>
                </a:solidFill>
              </a:defRPr>
            </a:defPPr>
            <a:lvl1pPr algn="l">
              <a:defRPr sz="1050" b="1">
                <a:solidFill>
                  <a:srgbClr val="7B2CBF"/>
                </a:solidFill>
              </a:defRPr>
            </a:lvl1pPr>
            <a:lvl2pPr algn="l">
              <a:defRPr sz="1050" b="1">
                <a:solidFill>
                  <a:srgbClr val="7B2CBF"/>
                </a:solidFill>
              </a:defRPr>
            </a:lvl2pPr>
            <a:lvl3pPr algn="l">
              <a:defRPr sz="1050" b="1">
                <a:solidFill>
                  <a:srgbClr val="7B2CBF"/>
                </a:solidFill>
              </a:defRPr>
            </a:lvl3pPr>
            <a:lvl4pPr algn="l">
              <a:defRPr sz="1050" b="1">
                <a:solidFill>
                  <a:srgbClr val="7B2CBF"/>
                </a:solidFill>
              </a:defRPr>
            </a:lvl4pPr>
            <a:lvl5pPr algn="l">
              <a:defRPr sz="1050" b="1">
                <a:solidFill>
                  <a:srgbClr val="7B2CBF"/>
                </a:solidFill>
              </a:defRPr>
            </a:lvl5pPr>
            <a:lvl6pPr algn="l">
              <a:defRPr sz="1050" b="1">
                <a:solidFill>
                  <a:srgbClr val="7B2CBF"/>
                </a:solidFill>
              </a:defRPr>
            </a:lvl6pPr>
            <a:lvl7pPr algn="l">
              <a:defRPr sz="1050" b="1">
                <a:solidFill>
                  <a:srgbClr val="7B2CBF"/>
                </a:solidFill>
              </a:defRPr>
            </a:lvl7pPr>
            <a:lvl8pPr algn="l">
              <a:defRPr sz="1050" b="1">
                <a:solidFill>
                  <a:srgbClr val="7B2CBF"/>
                </a:solidFill>
              </a:defRPr>
            </a:lvl8pPr>
            <a:lvl9pPr algn="l">
              <a:defRPr sz="1050" b="1">
                <a:solidFill>
                  <a:srgbClr val="7B2CBF"/>
                </a:solidFill>
              </a:defRPr>
            </a:lvl9pPr>
          </a:lstStyle>
          <a:p xmlns:a="http://schemas.openxmlformats.org/drawingml/2006/main">
            <a:pPr algn="l">
              <a:defRPr sz="1050" b="1">
                <a:solidFill>
                  <a:srgbClr val="7B2CBF"/>
                </a:solidFill>
              </a:defRPr>
            </a:pPr>
            <a:r>
              <a:rPr sz="1050" b="1">
                <a:solidFill>
                  <a:srgbClr val="7B2CBF"/>
                </a:solidFill>
              </a:rPr>
              <a:t>WEEK 10 · PART 3</a:t>
            </a:r>
          </a:p>
        </p:txBody>
      </p:sp>
      <p:sp>
        <p:nvSpPr>
          <p:cNvPr id="2" name="">
            <a:extLst xmlns:a="http://schemas.openxmlformats.org/drawingml/2006/main">
              <a:ext uri="{FF2B5EF4-FFF2-40B4-BE49-F238E27FC236}">
                <a16:creationId xmlns:a16="http://schemas.microsoft.com/office/drawing/2014/main" id="{8AD969A1-2845-40A6-A8F3-3721C7780330}"/>
              </a:ext>
            </a:extLst>
          </p:cNvPr>
          <p:cNvSpPr>
            <a:spLocks xmlns:a="http://schemas.openxmlformats.org/drawingml/2006/main" noGrp="1"/>
          </p:cNvSpPr>
          <p:nvPr/>
        </p:nvSpPr>
        <p:spPr>
          <a:xfrm xmlns:a="http://schemas.openxmlformats.org/drawingml/2006/main">
            <a:off x="11049000" y="26670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321B3D"/>
                </a:solidFill>
              </a:defRPr>
            </a:defPPr>
            <a:lvl1pPr algn="r">
              <a:defRPr sz="1350" b="1">
                <a:solidFill>
                  <a:srgbClr val="321B3D"/>
                </a:solidFill>
              </a:defRPr>
            </a:lvl1pPr>
            <a:lvl2pPr algn="r">
              <a:defRPr sz="1350" b="1">
                <a:solidFill>
                  <a:srgbClr val="321B3D"/>
                </a:solidFill>
              </a:defRPr>
            </a:lvl2pPr>
            <a:lvl3pPr algn="r">
              <a:defRPr sz="1350" b="1">
                <a:solidFill>
                  <a:srgbClr val="321B3D"/>
                </a:solidFill>
              </a:defRPr>
            </a:lvl3pPr>
            <a:lvl4pPr algn="r">
              <a:defRPr sz="1350" b="1">
                <a:solidFill>
                  <a:srgbClr val="321B3D"/>
                </a:solidFill>
              </a:defRPr>
            </a:lvl4pPr>
            <a:lvl5pPr algn="r">
              <a:defRPr sz="1350" b="1">
                <a:solidFill>
                  <a:srgbClr val="321B3D"/>
                </a:solidFill>
              </a:defRPr>
            </a:lvl5pPr>
            <a:lvl6pPr algn="r">
              <a:defRPr sz="1350" b="1">
                <a:solidFill>
                  <a:srgbClr val="321B3D"/>
                </a:solidFill>
              </a:defRPr>
            </a:lvl6pPr>
            <a:lvl7pPr algn="r">
              <a:defRPr sz="1350" b="1">
                <a:solidFill>
                  <a:srgbClr val="321B3D"/>
                </a:solidFill>
              </a:defRPr>
            </a:lvl7pPr>
            <a:lvl8pPr algn="r">
              <a:defRPr sz="1350" b="1">
                <a:solidFill>
                  <a:srgbClr val="321B3D"/>
                </a:solidFill>
              </a:defRPr>
            </a:lvl8pPr>
            <a:lvl9pPr algn="r">
              <a:defRPr sz="1350" b="1">
                <a:solidFill>
                  <a:srgbClr val="321B3D"/>
                </a:solidFill>
              </a:defRPr>
            </a:lvl9pPr>
          </a:lstStyle>
          <a:p xmlns:a="http://schemas.openxmlformats.org/drawingml/2006/main">
            <a:pPr algn="r">
              <a:defRPr sz="1350" b="1">
                <a:solidFill>
                  <a:srgbClr val="321B3D"/>
                </a:solidFill>
              </a:defRPr>
            </a:pPr>
            <a:r>
              <a:rPr sz="1350" b="1">
                <a:solidFill>
                  <a:srgbClr val="321B3D"/>
                </a:solidFill>
              </a:rPr>
              <a:t>07</a:t>
            </a:r>
          </a:p>
        </p:txBody>
      </p:sp>
      <p:sp>
        <p:nvSpPr>
          <p:cNvPr id="3" name="">
            <a:extLst xmlns:a="http://schemas.openxmlformats.org/drawingml/2006/main">
              <a:ext uri="{FF2B5EF4-FFF2-40B4-BE49-F238E27FC236}">
                <a16:creationId xmlns:a16="http://schemas.microsoft.com/office/drawing/2014/main" id="{0A328EB3-0F4C-48C7-8FE7-E57E23AF1CDF}"/>
              </a:ext>
            </a:extLst>
          </p:cNvPr>
          <p:cNvSpPr>
            <a:spLocks xmlns:a="http://schemas.openxmlformats.org/drawingml/2006/main" noGrp="1"/>
          </p:cNvSpPr>
          <p:nvPr/>
        </p:nvSpPr>
        <p:spPr>
          <a:xfrm xmlns:a="http://schemas.openxmlformats.org/drawingml/2006/main">
            <a:off x="609600" y="723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321B3D"/>
                </a:solidFill>
              </a:defRPr>
            </a:defPPr>
            <a:lvl1pPr algn="l">
              <a:defRPr sz="2550" b="1">
                <a:solidFill>
                  <a:srgbClr val="321B3D"/>
                </a:solidFill>
              </a:defRPr>
            </a:lvl1pPr>
            <a:lvl2pPr algn="l">
              <a:defRPr sz="2550" b="1">
                <a:solidFill>
                  <a:srgbClr val="321B3D"/>
                </a:solidFill>
              </a:defRPr>
            </a:lvl2pPr>
            <a:lvl3pPr algn="l">
              <a:defRPr sz="2550" b="1">
                <a:solidFill>
                  <a:srgbClr val="321B3D"/>
                </a:solidFill>
              </a:defRPr>
            </a:lvl3pPr>
            <a:lvl4pPr algn="l">
              <a:defRPr sz="2550" b="1">
                <a:solidFill>
                  <a:srgbClr val="321B3D"/>
                </a:solidFill>
              </a:defRPr>
            </a:lvl4pPr>
            <a:lvl5pPr algn="l">
              <a:defRPr sz="2550" b="1">
                <a:solidFill>
                  <a:srgbClr val="321B3D"/>
                </a:solidFill>
              </a:defRPr>
            </a:lvl5pPr>
            <a:lvl6pPr algn="l">
              <a:defRPr sz="2550" b="1">
                <a:solidFill>
                  <a:srgbClr val="321B3D"/>
                </a:solidFill>
              </a:defRPr>
            </a:lvl6pPr>
            <a:lvl7pPr algn="l">
              <a:defRPr sz="2550" b="1">
                <a:solidFill>
                  <a:srgbClr val="321B3D"/>
                </a:solidFill>
              </a:defRPr>
            </a:lvl7pPr>
            <a:lvl8pPr algn="l">
              <a:defRPr sz="2550" b="1">
                <a:solidFill>
                  <a:srgbClr val="321B3D"/>
                </a:solidFill>
              </a:defRPr>
            </a:lvl8pPr>
            <a:lvl9pPr algn="l">
              <a:defRPr sz="2550" b="1">
                <a:solidFill>
                  <a:srgbClr val="321B3D"/>
                </a:solidFill>
              </a:defRPr>
            </a:lvl9pPr>
          </a:lstStyle>
          <a:p xmlns:a="http://schemas.openxmlformats.org/drawingml/2006/main">
            <a:pPr algn="l">
              <a:defRPr sz="2550" b="1">
                <a:solidFill>
                  <a:srgbClr val="321B3D"/>
                </a:solidFill>
              </a:defRPr>
            </a:pPr>
            <a:r>
              <a:rPr sz="2550" b="1">
                <a:solidFill>
                  <a:srgbClr val="321B3D"/>
                </a:solidFill>
              </a:rPr>
              <a:t>Shapley values and SHAP</a:t>
            </a:r>
          </a:p>
        </p:txBody>
      </p:sp>
      <p:sp>
        <p:nvSpPr>
          <p:cNvPr id="4" name="">
            <a:extLst xmlns:a="http://schemas.openxmlformats.org/drawingml/2006/main">
              <a:ext uri="{FF2B5EF4-FFF2-40B4-BE49-F238E27FC236}">
                <a16:creationId xmlns:a16="http://schemas.microsoft.com/office/drawing/2014/main" id="{A8C37ECE-A717-4424-B7EB-AB25F1E70D9E}"/>
              </a:ext>
            </a:extLst>
          </p:cNvPr>
          <p:cNvSpPr>
            <a:spLocks xmlns:a="http://schemas.openxmlformats.org/drawingml/2006/main" noGrp="1"/>
          </p:cNvSpPr>
          <p:nvPr/>
        </p:nvSpPr>
        <p:spPr>
          <a:xfrm xmlns:a="http://schemas.openxmlformats.org/drawingml/2006/main">
            <a:off x="609600" y="6534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705D78"/>
                </a:solidFill>
              </a:defRPr>
            </a:defPPr>
            <a:lvl1pPr algn="l">
              <a:defRPr sz="750" b="0">
                <a:solidFill>
                  <a:srgbClr val="705D78"/>
                </a:solidFill>
              </a:defRPr>
            </a:lvl1pPr>
            <a:lvl2pPr algn="l">
              <a:defRPr sz="750" b="0">
                <a:solidFill>
                  <a:srgbClr val="705D78"/>
                </a:solidFill>
              </a:defRPr>
            </a:lvl2pPr>
            <a:lvl3pPr algn="l">
              <a:defRPr sz="750" b="0">
                <a:solidFill>
                  <a:srgbClr val="705D78"/>
                </a:solidFill>
              </a:defRPr>
            </a:lvl3pPr>
            <a:lvl4pPr algn="l">
              <a:defRPr sz="750" b="0">
                <a:solidFill>
                  <a:srgbClr val="705D78"/>
                </a:solidFill>
              </a:defRPr>
            </a:lvl4pPr>
            <a:lvl5pPr algn="l">
              <a:defRPr sz="750" b="0">
                <a:solidFill>
                  <a:srgbClr val="705D78"/>
                </a:solidFill>
              </a:defRPr>
            </a:lvl5pPr>
            <a:lvl6pPr algn="l">
              <a:defRPr sz="750" b="0">
                <a:solidFill>
                  <a:srgbClr val="705D78"/>
                </a:solidFill>
              </a:defRPr>
            </a:lvl6pPr>
            <a:lvl7pPr algn="l">
              <a:defRPr sz="750" b="0">
                <a:solidFill>
                  <a:srgbClr val="705D78"/>
                </a:solidFill>
              </a:defRPr>
            </a:lvl7pPr>
            <a:lvl8pPr algn="l">
              <a:defRPr sz="750" b="0">
                <a:solidFill>
                  <a:srgbClr val="705D78"/>
                </a:solidFill>
              </a:defRPr>
            </a:lvl8pPr>
            <a:lvl9pPr algn="l">
              <a:defRPr sz="750" b="0">
                <a:solidFill>
                  <a:srgbClr val="705D78"/>
                </a:solidFill>
              </a:defRPr>
            </a:lvl9pPr>
          </a:lstStyle>
          <a:p xmlns:a="http://schemas.openxmlformats.org/drawingml/2006/main">
            <a:pPr algn="l">
              <a:defRPr sz="750" b="0">
                <a:solidFill>
                  <a:srgbClr val="705D78"/>
                </a:solidFill>
              </a:defRPr>
            </a:pPr>
            <a:r>
              <a:rPr sz="750" b="0">
                <a:solidFill>
                  <a:srgbClr val="705D78"/>
                </a:solidFill>
              </a:rPr>
              <a:t>AWS ML Engineer · Week 10 · Part 3</a:t>
            </a:r>
          </a:p>
        </p:txBody>
      </p:sp>
      <p:sp>
        <p:nvSpPr>
          <p:cNvPr id="5" name="">
            <a:extLst xmlns:a="http://schemas.openxmlformats.org/drawingml/2006/main">
              <a:ext uri="{FF2B5EF4-FFF2-40B4-BE49-F238E27FC236}">
                <a16:creationId xmlns:a16="http://schemas.microsoft.com/office/drawing/2014/main" id="{7140880B-45D8-4F55-AFB8-2D3035396424}"/>
              </a:ext>
            </a:extLst>
          </p:cNvPr>
          <p:cNvSpPr>
            <a:spLocks xmlns:a="http://schemas.openxmlformats.org/drawingml/2006/main" noGrp="1"/>
          </p:cNvSpPr>
          <p:nvPr/>
        </p:nvSpPr>
        <p:spPr>
          <a:xfrm xmlns:a="http://schemas.openxmlformats.org/drawingml/2006/main">
            <a:off x="4953000" y="2238375"/>
            <a:ext cx="2286000" cy="2286000"/>
          </a:xfrm>
          <a:prstGeom xmlns:a="http://schemas.openxmlformats.org/drawingml/2006/main" prst="ellipse">
            <a:avLst/>
          </a:prstGeom>
          <a:solidFill xmlns:a="http://schemas.openxmlformats.org/drawingml/2006/main">
            <a:srgbClr val="F0E4F7"/>
          </a:solidFill>
          <a:ln xmlns:a="http://schemas.openxmlformats.org/drawingml/2006/main" w="19050">
            <a:solidFill>
              <a:srgbClr val="7B2CBF"/>
            </a:solidFill>
            <a:prstDash val="solid"/>
          </a:ln>
        </p:spPr>
      </p:sp>
      <p:sp>
        <p:nvSpPr>
          <p:cNvPr id="6" name="">
            <a:extLst xmlns:a="http://schemas.openxmlformats.org/drawingml/2006/main">
              <a:ext uri="{FF2B5EF4-FFF2-40B4-BE49-F238E27FC236}">
                <a16:creationId xmlns:a16="http://schemas.microsoft.com/office/drawing/2014/main" id="{DE37C603-8591-48CE-9C4A-F81821105C1C}"/>
              </a:ext>
            </a:extLst>
          </p:cNvPr>
          <p:cNvSpPr>
            <a:spLocks xmlns:a="http://schemas.openxmlformats.org/drawingml/2006/main" noGrp="1"/>
          </p:cNvSpPr>
          <p:nvPr/>
        </p:nvSpPr>
        <p:spPr>
          <a:xfrm xmlns:a="http://schemas.openxmlformats.org/drawingml/2006/main">
            <a:off x="5238750" y="3048000"/>
            <a:ext cx="1714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7B2CBF"/>
                </a:solidFill>
              </a:defRPr>
            </a:defPPr>
            <a:lvl1pPr algn="ctr">
              <a:defRPr sz="1650" b="1">
                <a:solidFill>
                  <a:srgbClr val="7B2CBF"/>
                </a:solidFill>
              </a:defRPr>
            </a:lvl1pPr>
            <a:lvl2pPr algn="ctr">
              <a:defRPr sz="1650" b="1">
                <a:solidFill>
                  <a:srgbClr val="7B2CBF"/>
                </a:solidFill>
              </a:defRPr>
            </a:lvl2pPr>
            <a:lvl3pPr algn="ctr">
              <a:defRPr sz="1650" b="1">
                <a:solidFill>
                  <a:srgbClr val="7B2CBF"/>
                </a:solidFill>
              </a:defRPr>
            </a:lvl3pPr>
            <a:lvl4pPr algn="ctr">
              <a:defRPr sz="1650" b="1">
                <a:solidFill>
                  <a:srgbClr val="7B2CBF"/>
                </a:solidFill>
              </a:defRPr>
            </a:lvl4pPr>
            <a:lvl5pPr algn="ctr">
              <a:defRPr sz="1650" b="1">
                <a:solidFill>
                  <a:srgbClr val="7B2CBF"/>
                </a:solidFill>
              </a:defRPr>
            </a:lvl5pPr>
            <a:lvl6pPr algn="ctr">
              <a:defRPr sz="1650" b="1">
                <a:solidFill>
                  <a:srgbClr val="7B2CBF"/>
                </a:solidFill>
              </a:defRPr>
            </a:lvl6pPr>
            <a:lvl7pPr algn="ctr">
              <a:defRPr sz="1650" b="1">
                <a:solidFill>
                  <a:srgbClr val="7B2CBF"/>
                </a:solidFill>
              </a:defRPr>
            </a:lvl7pPr>
            <a:lvl8pPr algn="ctr">
              <a:defRPr sz="1650" b="1">
                <a:solidFill>
                  <a:srgbClr val="7B2CBF"/>
                </a:solidFill>
              </a:defRPr>
            </a:lvl8pPr>
            <a:lvl9pPr algn="ctr">
              <a:defRPr sz="1650" b="1">
                <a:solidFill>
                  <a:srgbClr val="7B2CBF"/>
                </a:solidFill>
              </a:defRPr>
            </a:lvl9pPr>
          </a:lstStyle>
          <a:p xmlns:a="http://schemas.openxmlformats.org/drawingml/2006/main">
            <a:pPr algn="ctr">
              <a:defRPr sz="1650" b="1">
                <a:solidFill>
                  <a:srgbClr val="7B2CBF"/>
                </a:solidFill>
              </a:defRPr>
            </a:pPr>
            <a:r>
              <a:rPr sz="1650" b="1">
                <a:solidFill>
                  <a:srgbClr val="7B2CBF"/>
                </a:solidFill>
              </a:rPr>
              <a:t>PREDICTION</a:t>
            </a:r>
          </a:p>
        </p:txBody>
      </p:sp>
      <p:sp>
        <p:nvSpPr>
          <p:cNvPr id="7" name="">
            <a:extLst xmlns:a="http://schemas.openxmlformats.org/drawingml/2006/main">
              <a:ext uri="{FF2B5EF4-FFF2-40B4-BE49-F238E27FC236}">
                <a16:creationId xmlns:a16="http://schemas.microsoft.com/office/drawing/2014/main" id="{4BD2CFB3-E4BB-4085-8F93-3D52601A02FC}"/>
              </a:ext>
            </a:extLst>
          </p:cNvPr>
          <p:cNvSpPr>
            <a:spLocks xmlns:a="http://schemas.openxmlformats.org/drawingml/2006/main" noGrp="1"/>
          </p:cNvSpPr>
          <p:nvPr/>
        </p:nvSpPr>
        <p:spPr>
          <a:xfrm xmlns:a="http://schemas.openxmlformats.org/drawingml/2006/main">
            <a:off x="809625" y="2095500"/>
            <a:ext cx="2571750" cy="819150"/>
          </a:xfrm>
          <a:prstGeom xmlns:a="http://schemas.openxmlformats.org/drawingml/2006/main" prst="roundRect">
            <a:avLst>
              <a:gd name="adj" fmla="val 13953"/>
            </a:avLst>
          </a:prstGeom>
          <a:solidFill xmlns:a="http://schemas.openxmlformats.org/drawingml/2006/main">
            <a:srgbClr val="7B2CB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8965115-BFE8-4C2D-B190-DA5DE94EF063}"/>
              </a:ext>
            </a:extLst>
          </p:cNvPr>
          <p:cNvSpPr>
            <a:spLocks xmlns:a="http://schemas.openxmlformats.org/drawingml/2006/main" noGrp="1"/>
          </p:cNvSpPr>
          <p:nvPr/>
        </p:nvSpPr>
        <p:spPr>
          <a:xfrm xmlns:a="http://schemas.openxmlformats.org/drawingml/2006/main">
            <a:off x="1000125" y="2219325"/>
            <a:ext cx="219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defRPr sz="1425" b="1">
                <a:solidFill>
                  <a:srgbClr val="FFFFFF"/>
                </a:solidFill>
              </a:defRPr>
            </a:pPr>
            <a:r>
              <a:rPr sz="1425" b="1">
                <a:solidFill>
                  <a:srgbClr val="FFFFFF"/>
                </a:solidFill>
              </a:rPr>
              <a:t>FEATURE A</a:t>
            </a:r>
          </a:p>
        </p:txBody>
      </p:sp>
      <p:sp>
        <p:nvSpPr>
          <p:cNvPr id="9" name="">
            <a:extLst xmlns:a="http://schemas.openxmlformats.org/drawingml/2006/main">
              <a:ext uri="{FF2B5EF4-FFF2-40B4-BE49-F238E27FC236}">
                <a16:creationId xmlns:a16="http://schemas.microsoft.com/office/drawing/2014/main" id="{57066E20-49C4-4705-8034-042ED45AF013}"/>
              </a:ext>
            </a:extLst>
          </p:cNvPr>
          <p:cNvSpPr>
            <a:spLocks xmlns:a="http://schemas.openxmlformats.org/drawingml/2006/main" noGrp="1"/>
          </p:cNvSpPr>
          <p:nvPr/>
        </p:nvSpPr>
        <p:spPr>
          <a:xfrm xmlns:a="http://schemas.openxmlformats.org/drawingml/2006/main">
            <a:off x="809625" y="4476750"/>
            <a:ext cx="2571750" cy="819150"/>
          </a:xfrm>
          <a:prstGeom xmlns:a="http://schemas.openxmlformats.org/drawingml/2006/main" prst="roundRect">
            <a:avLst>
              <a:gd name="adj" fmla="val 13953"/>
            </a:avLst>
          </a:prstGeom>
          <a:solidFill xmlns:a="http://schemas.openxmlformats.org/drawingml/2006/main">
            <a:srgbClr val="0FA3B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525248-009C-4815-A8E7-FC5D81890FBB}"/>
              </a:ext>
            </a:extLst>
          </p:cNvPr>
          <p:cNvSpPr>
            <a:spLocks xmlns:a="http://schemas.openxmlformats.org/drawingml/2006/main" noGrp="1"/>
          </p:cNvSpPr>
          <p:nvPr/>
        </p:nvSpPr>
        <p:spPr>
          <a:xfrm xmlns:a="http://schemas.openxmlformats.org/drawingml/2006/main">
            <a:off x="1000125" y="4600575"/>
            <a:ext cx="219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defRPr sz="1425" b="1">
                <a:solidFill>
                  <a:srgbClr val="FFFFFF"/>
                </a:solidFill>
              </a:defRPr>
            </a:pPr>
            <a:r>
              <a:rPr sz="1425" b="1">
                <a:solidFill>
                  <a:srgbClr val="FFFFFF"/>
                </a:solidFill>
              </a:rPr>
              <a:t>FEATURE B</a:t>
            </a:r>
          </a:p>
        </p:txBody>
      </p:sp>
      <p:sp>
        <p:nvSpPr>
          <p:cNvPr id="11" name="">
            <a:extLst xmlns:a="http://schemas.openxmlformats.org/drawingml/2006/main">
              <a:ext uri="{FF2B5EF4-FFF2-40B4-BE49-F238E27FC236}">
                <a16:creationId xmlns:a16="http://schemas.microsoft.com/office/drawing/2014/main" id="{891BCA94-C4B4-4C35-9744-E03F4FFE08E5}"/>
              </a:ext>
            </a:extLst>
          </p:cNvPr>
          <p:cNvSpPr>
            <a:spLocks xmlns:a="http://schemas.openxmlformats.org/drawingml/2006/main" noGrp="1"/>
          </p:cNvSpPr>
          <p:nvPr/>
        </p:nvSpPr>
        <p:spPr>
          <a:xfrm xmlns:a="http://schemas.openxmlformats.org/drawingml/2006/main">
            <a:off x="8810625" y="2095500"/>
            <a:ext cx="2571750" cy="819150"/>
          </a:xfrm>
          <a:prstGeom xmlns:a="http://schemas.openxmlformats.org/drawingml/2006/main" prst="roundRect">
            <a:avLst>
              <a:gd name="adj" fmla="val 13953"/>
            </a:avLst>
          </a:prstGeom>
          <a:solidFill xmlns:a="http://schemas.openxmlformats.org/drawingml/2006/main">
            <a:srgbClr val="F4A26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612BD33-EE25-439C-B853-19D244E394A4}"/>
              </a:ext>
            </a:extLst>
          </p:cNvPr>
          <p:cNvSpPr>
            <a:spLocks xmlns:a="http://schemas.openxmlformats.org/drawingml/2006/main" noGrp="1"/>
          </p:cNvSpPr>
          <p:nvPr/>
        </p:nvSpPr>
        <p:spPr>
          <a:xfrm xmlns:a="http://schemas.openxmlformats.org/drawingml/2006/main">
            <a:off x="9001125" y="2219325"/>
            <a:ext cx="219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321B3D"/>
                </a:solidFill>
              </a:defRPr>
            </a:defPPr>
            <a:lvl1pPr algn="ctr">
              <a:defRPr sz="1425" b="1">
                <a:solidFill>
                  <a:srgbClr val="321B3D"/>
                </a:solidFill>
              </a:defRPr>
            </a:lvl1pPr>
            <a:lvl2pPr algn="ctr">
              <a:defRPr sz="1425" b="1">
                <a:solidFill>
                  <a:srgbClr val="321B3D"/>
                </a:solidFill>
              </a:defRPr>
            </a:lvl2pPr>
            <a:lvl3pPr algn="ctr">
              <a:defRPr sz="1425" b="1">
                <a:solidFill>
                  <a:srgbClr val="321B3D"/>
                </a:solidFill>
              </a:defRPr>
            </a:lvl3pPr>
            <a:lvl4pPr algn="ctr">
              <a:defRPr sz="1425" b="1">
                <a:solidFill>
                  <a:srgbClr val="321B3D"/>
                </a:solidFill>
              </a:defRPr>
            </a:lvl4pPr>
            <a:lvl5pPr algn="ctr">
              <a:defRPr sz="1425" b="1">
                <a:solidFill>
                  <a:srgbClr val="321B3D"/>
                </a:solidFill>
              </a:defRPr>
            </a:lvl5pPr>
            <a:lvl6pPr algn="ctr">
              <a:defRPr sz="1425" b="1">
                <a:solidFill>
                  <a:srgbClr val="321B3D"/>
                </a:solidFill>
              </a:defRPr>
            </a:lvl6pPr>
            <a:lvl7pPr algn="ctr">
              <a:defRPr sz="1425" b="1">
                <a:solidFill>
                  <a:srgbClr val="321B3D"/>
                </a:solidFill>
              </a:defRPr>
            </a:lvl7pPr>
            <a:lvl8pPr algn="ctr">
              <a:defRPr sz="1425" b="1">
                <a:solidFill>
                  <a:srgbClr val="321B3D"/>
                </a:solidFill>
              </a:defRPr>
            </a:lvl8pPr>
            <a:lvl9pPr algn="ctr">
              <a:defRPr sz="1425" b="1">
                <a:solidFill>
                  <a:srgbClr val="321B3D"/>
                </a:solidFill>
              </a:defRPr>
            </a:lvl9pPr>
          </a:lstStyle>
          <a:p xmlns:a="http://schemas.openxmlformats.org/drawingml/2006/main">
            <a:pPr algn="ctr">
              <a:defRPr sz="1425" b="1">
                <a:solidFill>
                  <a:srgbClr val="321B3D"/>
                </a:solidFill>
              </a:defRPr>
            </a:pPr>
            <a:r>
              <a:rPr sz="1425" b="1">
                <a:solidFill>
                  <a:srgbClr val="321B3D"/>
                </a:solidFill>
              </a:rPr>
              <a:t>FEATURE C</a:t>
            </a:r>
          </a:p>
        </p:txBody>
      </p:sp>
      <p:sp>
        <p:nvSpPr>
          <p:cNvPr id="13" name="">
            <a:extLst xmlns:a="http://schemas.openxmlformats.org/drawingml/2006/main">
              <a:ext uri="{FF2B5EF4-FFF2-40B4-BE49-F238E27FC236}">
                <a16:creationId xmlns:a16="http://schemas.microsoft.com/office/drawing/2014/main" id="{A18AAA65-CA6D-49A4-99BA-E6895BD1DC6B}"/>
              </a:ext>
            </a:extLst>
          </p:cNvPr>
          <p:cNvSpPr>
            <a:spLocks xmlns:a="http://schemas.openxmlformats.org/drawingml/2006/main" noGrp="1"/>
          </p:cNvSpPr>
          <p:nvPr/>
        </p:nvSpPr>
        <p:spPr>
          <a:xfrm xmlns:a="http://schemas.openxmlformats.org/drawingml/2006/main">
            <a:off x="8810625" y="4476750"/>
            <a:ext cx="2571750" cy="819150"/>
          </a:xfrm>
          <a:prstGeom xmlns:a="http://schemas.openxmlformats.org/drawingml/2006/main" prst="roundRect">
            <a:avLst>
              <a:gd name="adj" fmla="val 13953"/>
            </a:avLst>
          </a:prstGeom>
          <a:solidFill xmlns:a="http://schemas.openxmlformats.org/drawingml/2006/main">
            <a:srgbClr val="321B3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487E6DB-01C6-47A1-9210-0AB260A9615F}"/>
              </a:ext>
            </a:extLst>
          </p:cNvPr>
          <p:cNvSpPr>
            <a:spLocks xmlns:a="http://schemas.openxmlformats.org/drawingml/2006/main" noGrp="1"/>
          </p:cNvSpPr>
          <p:nvPr/>
        </p:nvSpPr>
        <p:spPr>
          <a:xfrm xmlns:a="http://schemas.openxmlformats.org/drawingml/2006/main">
            <a:off x="9001125" y="4600575"/>
            <a:ext cx="219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defRPr sz="1425" b="1">
                <a:solidFill>
                  <a:srgbClr val="FFFFFF"/>
                </a:solidFill>
              </a:defRPr>
            </a:pPr>
            <a:r>
              <a:rPr sz="1425" b="1">
                <a:solidFill>
                  <a:srgbClr val="FFFFFF"/>
                </a:solidFill>
              </a:rPr>
              <a:t>FEATURE D</a:t>
            </a:r>
          </a:p>
        </p:txBody>
      </p:sp>
      <p:sp>
        <p:nvSpPr>
          <p:cNvPr id="15" name="">
            <a:extLst xmlns:a="http://schemas.openxmlformats.org/drawingml/2006/main">
              <a:ext uri="{FF2B5EF4-FFF2-40B4-BE49-F238E27FC236}">
                <a16:creationId xmlns:a16="http://schemas.microsoft.com/office/drawing/2014/main" id="{22A8A8AA-FBCA-4ECF-B8DA-D1808BC1731B}"/>
              </a:ext>
            </a:extLst>
          </p:cNvPr>
          <p:cNvSpPr>
            <a:spLocks xmlns:a="http://schemas.openxmlformats.org/drawingml/2006/main" noGrp="1"/>
          </p:cNvSpPr>
          <p:nvPr/>
        </p:nvSpPr>
        <p:spPr>
          <a:xfrm xmlns:a="http://schemas.openxmlformats.org/drawingml/2006/main">
            <a:off x="2714625" y="5476875"/>
            <a:ext cx="676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0">
                <a:solidFill>
                  <a:srgbClr val="705D78"/>
                </a:solidFill>
              </a:defRPr>
            </a:defPPr>
            <a:lvl1pPr algn="ctr">
              <a:defRPr sz="1425" b="0">
                <a:solidFill>
                  <a:srgbClr val="705D78"/>
                </a:solidFill>
              </a:defRPr>
            </a:lvl1pPr>
            <a:lvl2pPr algn="ctr">
              <a:defRPr sz="1425" b="0">
                <a:solidFill>
                  <a:srgbClr val="705D78"/>
                </a:solidFill>
              </a:defRPr>
            </a:lvl2pPr>
            <a:lvl3pPr algn="ctr">
              <a:defRPr sz="1425" b="0">
                <a:solidFill>
                  <a:srgbClr val="705D78"/>
                </a:solidFill>
              </a:defRPr>
            </a:lvl3pPr>
            <a:lvl4pPr algn="ctr">
              <a:defRPr sz="1425" b="0">
                <a:solidFill>
                  <a:srgbClr val="705D78"/>
                </a:solidFill>
              </a:defRPr>
            </a:lvl4pPr>
            <a:lvl5pPr algn="ctr">
              <a:defRPr sz="1425" b="0">
                <a:solidFill>
                  <a:srgbClr val="705D78"/>
                </a:solidFill>
              </a:defRPr>
            </a:lvl5pPr>
            <a:lvl6pPr algn="ctr">
              <a:defRPr sz="1425" b="0">
                <a:solidFill>
                  <a:srgbClr val="705D78"/>
                </a:solidFill>
              </a:defRPr>
            </a:lvl6pPr>
            <a:lvl7pPr algn="ctr">
              <a:defRPr sz="1425" b="0">
                <a:solidFill>
                  <a:srgbClr val="705D78"/>
                </a:solidFill>
              </a:defRPr>
            </a:lvl7pPr>
            <a:lvl8pPr algn="ctr">
              <a:defRPr sz="1425" b="0">
                <a:solidFill>
                  <a:srgbClr val="705D78"/>
                </a:solidFill>
              </a:defRPr>
            </a:lvl8pPr>
            <a:lvl9pPr algn="ctr">
              <a:defRPr sz="1425" b="0">
                <a:solidFill>
                  <a:srgbClr val="705D78"/>
                </a:solidFill>
              </a:defRPr>
            </a:lvl9pPr>
          </a:lstStyle>
          <a:p xmlns:a="http://schemas.openxmlformats.org/drawingml/2006/main">
            <a:pPr algn="ctr">
              <a:defRPr sz="1425" b="0">
                <a:solidFill>
                  <a:srgbClr val="705D78"/>
                </a:solidFill>
              </a:defRPr>
            </a:pPr>
            <a:r>
              <a:rPr sz="1425" b="0">
                <a:solidFill>
                  <a:srgbClr val="705D78"/>
                </a:solidFill>
              </a:rPr>
              <a:t>SHAP approximates each feature’s contribution across possible coalitions</a:t>
            </a:r>
          </a:p>
        </p:txBody>
      </p:sp>
    </p:spTree>
    <p:extLst>
      <p:ext uri="{BB962C8B-B14F-4D97-AF65-F5344CB8AC3E}">
        <p14:creationId xmlns:p14="http://schemas.microsoft.com/office/powerpoint/2010/main" val="1445747023"/>
      </p:ext>
    </p:extLst>
  </p:cSld>
</p:sld>
</file>

<file path=ppt/slides/slide8.xml><?xml version="1.0" encoding="utf-8"?>
<p:sld xmlns:p="http://schemas.openxmlformats.org/presentationml/2006/main">
  <p:cSld>
    <p:bg>
      <p:bgPr>
        <a:solidFill xmlns:a="http://schemas.openxmlformats.org/drawingml/2006/main">
          <a:srgbClr val="FFF9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56F1FE9-1D67-4B2E-BC98-C99BF132E6C8}"/>
              </a:ext>
            </a:extLst>
          </p:cNvPr>
          <p:cNvSpPr>
            <a:spLocks xmlns:a="http://schemas.openxmlformats.org/drawingml/2006/main" noGrp="1"/>
          </p:cNvSpPr>
          <p:nvPr/>
        </p:nvSpPr>
        <p:spPr>
          <a:xfrm xmlns:a="http://schemas.openxmlformats.org/drawingml/2006/main">
            <a:off x="60960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7B2CBF"/>
                </a:solidFill>
              </a:defRPr>
            </a:defPPr>
            <a:lvl1pPr algn="l">
              <a:defRPr sz="1050" b="1">
                <a:solidFill>
                  <a:srgbClr val="7B2CBF"/>
                </a:solidFill>
              </a:defRPr>
            </a:lvl1pPr>
            <a:lvl2pPr algn="l">
              <a:defRPr sz="1050" b="1">
                <a:solidFill>
                  <a:srgbClr val="7B2CBF"/>
                </a:solidFill>
              </a:defRPr>
            </a:lvl2pPr>
            <a:lvl3pPr algn="l">
              <a:defRPr sz="1050" b="1">
                <a:solidFill>
                  <a:srgbClr val="7B2CBF"/>
                </a:solidFill>
              </a:defRPr>
            </a:lvl3pPr>
            <a:lvl4pPr algn="l">
              <a:defRPr sz="1050" b="1">
                <a:solidFill>
                  <a:srgbClr val="7B2CBF"/>
                </a:solidFill>
              </a:defRPr>
            </a:lvl4pPr>
            <a:lvl5pPr algn="l">
              <a:defRPr sz="1050" b="1">
                <a:solidFill>
                  <a:srgbClr val="7B2CBF"/>
                </a:solidFill>
              </a:defRPr>
            </a:lvl5pPr>
            <a:lvl6pPr algn="l">
              <a:defRPr sz="1050" b="1">
                <a:solidFill>
                  <a:srgbClr val="7B2CBF"/>
                </a:solidFill>
              </a:defRPr>
            </a:lvl6pPr>
            <a:lvl7pPr algn="l">
              <a:defRPr sz="1050" b="1">
                <a:solidFill>
                  <a:srgbClr val="7B2CBF"/>
                </a:solidFill>
              </a:defRPr>
            </a:lvl7pPr>
            <a:lvl8pPr algn="l">
              <a:defRPr sz="1050" b="1">
                <a:solidFill>
                  <a:srgbClr val="7B2CBF"/>
                </a:solidFill>
              </a:defRPr>
            </a:lvl8pPr>
            <a:lvl9pPr algn="l">
              <a:defRPr sz="1050" b="1">
                <a:solidFill>
                  <a:srgbClr val="7B2CBF"/>
                </a:solidFill>
              </a:defRPr>
            </a:lvl9pPr>
          </a:lstStyle>
          <a:p xmlns:a="http://schemas.openxmlformats.org/drawingml/2006/main">
            <a:pPr algn="l">
              <a:defRPr sz="1050" b="1">
                <a:solidFill>
                  <a:srgbClr val="7B2CBF"/>
                </a:solidFill>
              </a:defRPr>
            </a:pPr>
            <a:r>
              <a:rPr sz="1050" b="1">
                <a:solidFill>
                  <a:srgbClr val="7B2CBF"/>
                </a:solidFill>
              </a:rPr>
              <a:t>WEEK 10 · PART 3</a:t>
            </a:r>
          </a:p>
        </p:txBody>
      </p:sp>
      <p:sp>
        <p:nvSpPr>
          <p:cNvPr id="2" name="">
            <a:extLst xmlns:a="http://schemas.openxmlformats.org/drawingml/2006/main">
              <a:ext uri="{FF2B5EF4-FFF2-40B4-BE49-F238E27FC236}">
                <a16:creationId xmlns:a16="http://schemas.microsoft.com/office/drawing/2014/main" id="{0C9788BD-06E5-41BF-80D7-0B538C788EC8}"/>
              </a:ext>
            </a:extLst>
          </p:cNvPr>
          <p:cNvSpPr>
            <a:spLocks xmlns:a="http://schemas.openxmlformats.org/drawingml/2006/main" noGrp="1"/>
          </p:cNvSpPr>
          <p:nvPr/>
        </p:nvSpPr>
        <p:spPr>
          <a:xfrm xmlns:a="http://schemas.openxmlformats.org/drawingml/2006/main">
            <a:off x="11049000" y="26670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321B3D"/>
                </a:solidFill>
              </a:defRPr>
            </a:defPPr>
            <a:lvl1pPr algn="r">
              <a:defRPr sz="1350" b="1">
                <a:solidFill>
                  <a:srgbClr val="321B3D"/>
                </a:solidFill>
              </a:defRPr>
            </a:lvl1pPr>
            <a:lvl2pPr algn="r">
              <a:defRPr sz="1350" b="1">
                <a:solidFill>
                  <a:srgbClr val="321B3D"/>
                </a:solidFill>
              </a:defRPr>
            </a:lvl2pPr>
            <a:lvl3pPr algn="r">
              <a:defRPr sz="1350" b="1">
                <a:solidFill>
                  <a:srgbClr val="321B3D"/>
                </a:solidFill>
              </a:defRPr>
            </a:lvl3pPr>
            <a:lvl4pPr algn="r">
              <a:defRPr sz="1350" b="1">
                <a:solidFill>
                  <a:srgbClr val="321B3D"/>
                </a:solidFill>
              </a:defRPr>
            </a:lvl4pPr>
            <a:lvl5pPr algn="r">
              <a:defRPr sz="1350" b="1">
                <a:solidFill>
                  <a:srgbClr val="321B3D"/>
                </a:solidFill>
              </a:defRPr>
            </a:lvl5pPr>
            <a:lvl6pPr algn="r">
              <a:defRPr sz="1350" b="1">
                <a:solidFill>
                  <a:srgbClr val="321B3D"/>
                </a:solidFill>
              </a:defRPr>
            </a:lvl6pPr>
            <a:lvl7pPr algn="r">
              <a:defRPr sz="1350" b="1">
                <a:solidFill>
                  <a:srgbClr val="321B3D"/>
                </a:solidFill>
              </a:defRPr>
            </a:lvl7pPr>
            <a:lvl8pPr algn="r">
              <a:defRPr sz="1350" b="1">
                <a:solidFill>
                  <a:srgbClr val="321B3D"/>
                </a:solidFill>
              </a:defRPr>
            </a:lvl8pPr>
            <a:lvl9pPr algn="r">
              <a:defRPr sz="1350" b="1">
                <a:solidFill>
                  <a:srgbClr val="321B3D"/>
                </a:solidFill>
              </a:defRPr>
            </a:lvl9pPr>
          </a:lstStyle>
          <a:p xmlns:a="http://schemas.openxmlformats.org/drawingml/2006/main">
            <a:pPr algn="r">
              <a:defRPr sz="1350" b="1">
                <a:solidFill>
                  <a:srgbClr val="321B3D"/>
                </a:solidFill>
              </a:defRPr>
            </a:pPr>
            <a:r>
              <a:rPr sz="1350" b="1">
                <a:solidFill>
                  <a:srgbClr val="321B3D"/>
                </a:solidFill>
              </a:rPr>
              <a:t>08</a:t>
            </a:r>
          </a:p>
        </p:txBody>
      </p:sp>
      <p:sp>
        <p:nvSpPr>
          <p:cNvPr id="3" name="">
            <a:extLst xmlns:a="http://schemas.openxmlformats.org/drawingml/2006/main">
              <a:ext uri="{FF2B5EF4-FFF2-40B4-BE49-F238E27FC236}">
                <a16:creationId xmlns:a16="http://schemas.microsoft.com/office/drawing/2014/main" id="{9275304C-167A-420D-ABAB-CF4739C20CFD}"/>
              </a:ext>
            </a:extLst>
          </p:cNvPr>
          <p:cNvSpPr>
            <a:spLocks xmlns:a="http://schemas.openxmlformats.org/drawingml/2006/main" noGrp="1"/>
          </p:cNvSpPr>
          <p:nvPr/>
        </p:nvSpPr>
        <p:spPr>
          <a:xfrm xmlns:a="http://schemas.openxmlformats.org/drawingml/2006/main">
            <a:off x="609600" y="723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321B3D"/>
                </a:solidFill>
              </a:defRPr>
            </a:defPPr>
            <a:lvl1pPr algn="l">
              <a:defRPr sz="2550" b="1">
                <a:solidFill>
                  <a:srgbClr val="321B3D"/>
                </a:solidFill>
              </a:defRPr>
            </a:lvl1pPr>
            <a:lvl2pPr algn="l">
              <a:defRPr sz="2550" b="1">
                <a:solidFill>
                  <a:srgbClr val="321B3D"/>
                </a:solidFill>
              </a:defRPr>
            </a:lvl2pPr>
            <a:lvl3pPr algn="l">
              <a:defRPr sz="2550" b="1">
                <a:solidFill>
                  <a:srgbClr val="321B3D"/>
                </a:solidFill>
              </a:defRPr>
            </a:lvl3pPr>
            <a:lvl4pPr algn="l">
              <a:defRPr sz="2550" b="1">
                <a:solidFill>
                  <a:srgbClr val="321B3D"/>
                </a:solidFill>
              </a:defRPr>
            </a:lvl4pPr>
            <a:lvl5pPr algn="l">
              <a:defRPr sz="2550" b="1">
                <a:solidFill>
                  <a:srgbClr val="321B3D"/>
                </a:solidFill>
              </a:defRPr>
            </a:lvl5pPr>
            <a:lvl6pPr algn="l">
              <a:defRPr sz="2550" b="1">
                <a:solidFill>
                  <a:srgbClr val="321B3D"/>
                </a:solidFill>
              </a:defRPr>
            </a:lvl6pPr>
            <a:lvl7pPr algn="l">
              <a:defRPr sz="2550" b="1">
                <a:solidFill>
                  <a:srgbClr val="321B3D"/>
                </a:solidFill>
              </a:defRPr>
            </a:lvl7pPr>
            <a:lvl8pPr algn="l">
              <a:defRPr sz="2550" b="1">
                <a:solidFill>
                  <a:srgbClr val="321B3D"/>
                </a:solidFill>
              </a:defRPr>
            </a:lvl8pPr>
            <a:lvl9pPr algn="l">
              <a:defRPr sz="2550" b="1">
                <a:solidFill>
                  <a:srgbClr val="321B3D"/>
                </a:solidFill>
              </a:defRPr>
            </a:lvl9pPr>
          </a:lstStyle>
          <a:p xmlns:a="http://schemas.openxmlformats.org/drawingml/2006/main">
            <a:pPr algn="l">
              <a:defRPr sz="2550" b="1">
                <a:solidFill>
                  <a:srgbClr val="321B3D"/>
                </a:solidFill>
              </a:defRPr>
            </a:pPr>
            <a:r>
              <a:rPr sz="2550" b="1">
                <a:solidFill>
                  <a:srgbClr val="321B3D"/>
                </a:solidFill>
              </a:rPr>
              <a:t>Asymmetric Shapley Values for time series</a:t>
            </a:r>
          </a:p>
        </p:txBody>
      </p:sp>
      <p:sp>
        <p:nvSpPr>
          <p:cNvPr id="4" name="">
            <a:extLst xmlns:a="http://schemas.openxmlformats.org/drawingml/2006/main">
              <a:ext uri="{FF2B5EF4-FFF2-40B4-BE49-F238E27FC236}">
                <a16:creationId xmlns:a16="http://schemas.microsoft.com/office/drawing/2014/main" id="{931F9238-9856-40AF-9196-1795D5E3CD09}"/>
              </a:ext>
            </a:extLst>
          </p:cNvPr>
          <p:cNvSpPr>
            <a:spLocks xmlns:a="http://schemas.openxmlformats.org/drawingml/2006/main" noGrp="1"/>
          </p:cNvSpPr>
          <p:nvPr/>
        </p:nvSpPr>
        <p:spPr>
          <a:xfrm xmlns:a="http://schemas.openxmlformats.org/drawingml/2006/main">
            <a:off x="609600" y="6534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705D78"/>
                </a:solidFill>
              </a:defRPr>
            </a:defPPr>
            <a:lvl1pPr algn="l">
              <a:defRPr sz="750" b="0">
                <a:solidFill>
                  <a:srgbClr val="705D78"/>
                </a:solidFill>
              </a:defRPr>
            </a:lvl1pPr>
            <a:lvl2pPr algn="l">
              <a:defRPr sz="750" b="0">
                <a:solidFill>
                  <a:srgbClr val="705D78"/>
                </a:solidFill>
              </a:defRPr>
            </a:lvl2pPr>
            <a:lvl3pPr algn="l">
              <a:defRPr sz="750" b="0">
                <a:solidFill>
                  <a:srgbClr val="705D78"/>
                </a:solidFill>
              </a:defRPr>
            </a:lvl3pPr>
            <a:lvl4pPr algn="l">
              <a:defRPr sz="750" b="0">
                <a:solidFill>
                  <a:srgbClr val="705D78"/>
                </a:solidFill>
              </a:defRPr>
            </a:lvl4pPr>
            <a:lvl5pPr algn="l">
              <a:defRPr sz="750" b="0">
                <a:solidFill>
                  <a:srgbClr val="705D78"/>
                </a:solidFill>
              </a:defRPr>
            </a:lvl5pPr>
            <a:lvl6pPr algn="l">
              <a:defRPr sz="750" b="0">
                <a:solidFill>
                  <a:srgbClr val="705D78"/>
                </a:solidFill>
              </a:defRPr>
            </a:lvl6pPr>
            <a:lvl7pPr algn="l">
              <a:defRPr sz="750" b="0">
                <a:solidFill>
                  <a:srgbClr val="705D78"/>
                </a:solidFill>
              </a:defRPr>
            </a:lvl7pPr>
            <a:lvl8pPr algn="l">
              <a:defRPr sz="750" b="0">
                <a:solidFill>
                  <a:srgbClr val="705D78"/>
                </a:solidFill>
              </a:defRPr>
            </a:lvl8pPr>
            <a:lvl9pPr algn="l">
              <a:defRPr sz="750" b="0">
                <a:solidFill>
                  <a:srgbClr val="705D78"/>
                </a:solidFill>
              </a:defRPr>
            </a:lvl9pPr>
          </a:lstStyle>
          <a:p xmlns:a="http://schemas.openxmlformats.org/drawingml/2006/main">
            <a:pPr algn="l">
              <a:defRPr sz="750" b="0">
                <a:solidFill>
                  <a:srgbClr val="705D78"/>
                </a:solidFill>
              </a:defRPr>
            </a:pPr>
            <a:r>
              <a:rPr sz="750" b="0">
                <a:solidFill>
                  <a:srgbClr val="705D78"/>
                </a:solidFill>
              </a:rPr>
              <a:t>AWS ML Engineer · Week 10 · Part 3</a:t>
            </a:r>
          </a:p>
        </p:txBody>
      </p:sp>
      <p:sp>
        <p:nvSpPr>
          <p:cNvPr id="5" name="">
            <a:extLst xmlns:a="http://schemas.openxmlformats.org/drawingml/2006/main">
              <a:ext uri="{FF2B5EF4-FFF2-40B4-BE49-F238E27FC236}">
                <a16:creationId xmlns:a16="http://schemas.microsoft.com/office/drawing/2014/main" id="{C345B64D-5258-459E-8774-B45A0588C158}"/>
              </a:ext>
            </a:extLst>
          </p:cNvPr>
          <p:cNvSpPr>
            <a:spLocks xmlns:a="http://schemas.openxmlformats.org/drawingml/2006/main" noGrp="1"/>
          </p:cNvSpPr>
          <p:nvPr/>
        </p:nvSpPr>
        <p:spPr>
          <a:xfrm xmlns:a="http://schemas.openxmlformats.org/drawingml/2006/main">
            <a:off x="857250" y="4476750"/>
            <a:ext cx="1143000" cy="952500"/>
          </a:xfrm>
          <a:prstGeom xmlns:a="http://schemas.openxmlformats.org/drawingml/2006/main" prst="rect">
            <a:avLst/>
          </a:prstGeom>
          <a:solidFill xmlns:a="http://schemas.openxmlformats.org/drawingml/2006/main">
            <a:srgbClr val="F0E4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AAE956E-A6DB-42EE-A409-CB4EEDAF4138}"/>
              </a:ext>
            </a:extLst>
          </p:cNvPr>
          <p:cNvSpPr>
            <a:spLocks xmlns:a="http://schemas.openxmlformats.org/drawingml/2006/main" noGrp="1"/>
          </p:cNvSpPr>
          <p:nvPr/>
        </p:nvSpPr>
        <p:spPr>
          <a:xfrm xmlns:a="http://schemas.openxmlformats.org/drawingml/2006/main">
            <a:off x="1000125" y="4524375"/>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321B3D"/>
                </a:solidFill>
              </a:defRPr>
            </a:defPPr>
            <a:lvl1pPr algn="ctr">
              <a:defRPr sz="1125" b="1">
                <a:solidFill>
                  <a:srgbClr val="321B3D"/>
                </a:solidFill>
              </a:defRPr>
            </a:lvl1pPr>
            <a:lvl2pPr algn="ctr">
              <a:defRPr sz="1125" b="1">
                <a:solidFill>
                  <a:srgbClr val="321B3D"/>
                </a:solidFill>
              </a:defRPr>
            </a:lvl2pPr>
            <a:lvl3pPr algn="ctr">
              <a:defRPr sz="1125" b="1">
                <a:solidFill>
                  <a:srgbClr val="321B3D"/>
                </a:solidFill>
              </a:defRPr>
            </a:lvl3pPr>
            <a:lvl4pPr algn="ctr">
              <a:defRPr sz="1125" b="1">
                <a:solidFill>
                  <a:srgbClr val="321B3D"/>
                </a:solidFill>
              </a:defRPr>
            </a:lvl4pPr>
            <a:lvl5pPr algn="ctr">
              <a:defRPr sz="1125" b="1">
                <a:solidFill>
                  <a:srgbClr val="321B3D"/>
                </a:solidFill>
              </a:defRPr>
            </a:lvl5pPr>
            <a:lvl6pPr algn="ctr">
              <a:defRPr sz="1125" b="1">
                <a:solidFill>
                  <a:srgbClr val="321B3D"/>
                </a:solidFill>
              </a:defRPr>
            </a:lvl6pPr>
            <a:lvl7pPr algn="ctr">
              <a:defRPr sz="1125" b="1">
                <a:solidFill>
                  <a:srgbClr val="321B3D"/>
                </a:solidFill>
              </a:defRPr>
            </a:lvl7pPr>
            <a:lvl8pPr algn="ctr">
              <a:defRPr sz="1125" b="1">
                <a:solidFill>
                  <a:srgbClr val="321B3D"/>
                </a:solidFill>
              </a:defRPr>
            </a:lvl8pPr>
            <a:lvl9pPr algn="ctr">
              <a:defRPr sz="1125" b="1">
                <a:solidFill>
                  <a:srgbClr val="321B3D"/>
                </a:solidFill>
              </a:defRPr>
            </a:lvl9pPr>
          </a:lstStyle>
          <a:p xmlns:a="http://schemas.openxmlformats.org/drawingml/2006/main">
            <a:pPr algn="ctr">
              <a:defRPr sz="1125" b="1">
                <a:solidFill>
                  <a:srgbClr val="321B3D"/>
                </a:solidFill>
              </a:defRPr>
            </a:pPr>
            <a:r>
              <a:rPr sz="1125" b="1">
                <a:solidFill>
                  <a:srgbClr val="321B3D"/>
                </a:solidFill>
              </a:rPr>
              <a:t>t-4</a:t>
            </a:r>
          </a:p>
        </p:txBody>
      </p:sp>
      <p:sp>
        <p:nvSpPr>
          <p:cNvPr id="7" name="">
            <a:extLst xmlns:a="http://schemas.openxmlformats.org/drawingml/2006/main">
              <a:ext uri="{FF2B5EF4-FFF2-40B4-BE49-F238E27FC236}">
                <a16:creationId xmlns:a16="http://schemas.microsoft.com/office/drawing/2014/main" id="{53D5C421-93BC-4E7C-B0BE-060D178051FA}"/>
              </a:ext>
            </a:extLst>
          </p:cNvPr>
          <p:cNvSpPr>
            <a:spLocks xmlns:a="http://schemas.openxmlformats.org/drawingml/2006/main" noGrp="1"/>
          </p:cNvSpPr>
          <p:nvPr/>
        </p:nvSpPr>
        <p:spPr>
          <a:xfrm xmlns:a="http://schemas.openxmlformats.org/drawingml/2006/main">
            <a:off x="2571750" y="4000500"/>
            <a:ext cx="1143000" cy="1428750"/>
          </a:xfrm>
          <a:prstGeom xmlns:a="http://schemas.openxmlformats.org/drawingml/2006/main" prst="rect">
            <a:avLst/>
          </a:prstGeom>
          <a:solidFill xmlns:a="http://schemas.openxmlformats.org/drawingml/2006/main">
            <a:srgbClr val="0FA3B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5345D14-C037-4BA4-8B9A-FC3C6A03C93D}"/>
              </a:ext>
            </a:extLst>
          </p:cNvPr>
          <p:cNvSpPr>
            <a:spLocks xmlns:a="http://schemas.openxmlformats.org/drawingml/2006/main" noGrp="1"/>
          </p:cNvSpPr>
          <p:nvPr/>
        </p:nvSpPr>
        <p:spPr>
          <a:xfrm xmlns:a="http://schemas.openxmlformats.org/drawingml/2006/main">
            <a:off x="2714625" y="4048125"/>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FFFFFF"/>
                </a:solidFill>
              </a:defRPr>
            </a:defPPr>
            <a:lvl1pPr algn="ctr">
              <a:defRPr sz="1125" b="1">
                <a:solidFill>
                  <a:srgbClr val="FFFFFF"/>
                </a:solidFill>
              </a:defRPr>
            </a:lvl1pPr>
            <a:lvl2pPr algn="ctr">
              <a:defRPr sz="1125" b="1">
                <a:solidFill>
                  <a:srgbClr val="FFFFFF"/>
                </a:solidFill>
              </a:defRPr>
            </a:lvl2pPr>
            <a:lvl3pPr algn="ctr">
              <a:defRPr sz="1125" b="1">
                <a:solidFill>
                  <a:srgbClr val="FFFFFF"/>
                </a:solidFill>
              </a:defRPr>
            </a:lvl3pPr>
            <a:lvl4pPr algn="ctr">
              <a:defRPr sz="1125" b="1">
                <a:solidFill>
                  <a:srgbClr val="FFFFFF"/>
                </a:solidFill>
              </a:defRPr>
            </a:lvl4pPr>
            <a:lvl5pPr algn="ctr">
              <a:defRPr sz="1125" b="1">
                <a:solidFill>
                  <a:srgbClr val="FFFFFF"/>
                </a:solidFill>
              </a:defRPr>
            </a:lvl5pPr>
            <a:lvl6pPr algn="ctr">
              <a:defRPr sz="1125" b="1">
                <a:solidFill>
                  <a:srgbClr val="FFFFFF"/>
                </a:solidFill>
              </a:defRPr>
            </a:lvl6pPr>
            <a:lvl7pPr algn="ctr">
              <a:defRPr sz="1125" b="1">
                <a:solidFill>
                  <a:srgbClr val="FFFFFF"/>
                </a:solidFill>
              </a:defRPr>
            </a:lvl7pPr>
            <a:lvl8pPr algn="ctr">
              <a:defRPr sz="1125" b="1">
                <a:solidFill>
                  <a:srgbClr val="FFFFFF"/>
                </a:solidFill>
              </a:defRPr>
            </a:lvl8pPr>
            <a:lvl9pPr algn="ctr">
              <a:defRPr sz="1125" b="1">
                <a:solidFill>
                  <a:srgbClr val="FFFFFF"/>
                </a:solidFill>
              </a:defRPr>
            </a:lvl9pPr>
          </a:lstStyle>
          <a:p xmlns:a="http://schemas.openxmlformats.org/drawingml/2006/main">
            <a:pPr algn="ctr">
              <a:defRPr sz="1125" b="1">
                <a:solidFill>
                  <a:srgbClr val="FFFFFF"/>
                </a:solidFill>
              </a:defRPr>
            </a:pPr>
            <a:r>
              <a:rPr sz="1125" b="1">
                <a:solidFill>
                  <a:srgbClr val="FFFFFF"/>
                </a:solidFill>
              </a:rPr>
              <a:t>t-3</a:t>
            </a:r>
          </a:p>
        </p:txBody>
      </p:sp>
      <p:sp>
        <p:nvSpPr>
          <p:cNvPr id="9" name="">
            <a:extLst xmlns:a="http://schemas.openxmlformats.org/drawingml/2006/main">
              <a:ext uri="{FF2B5EF4-FFF2-40B4-BE49-F238E27FC236}">
                <a16:creationId xmlns:a16="http://schemas.microsoft.com/office/drawing/2014/main" id="{4DFC8A38-74EE-45AC-839E-E79B190C224E}"/>
              </a:ext>
            </a:extLst>
          </p:cNvPr>
          <p:cNvSpPr>
            <a:spLocks xmlns:a="http://schemas.openxmlformats.org/drawingml/2006/main" noGrp="1"/>
          </p:cNvSpPr>
          <p:nvPr/>
        </p:nvSpPr>
        <p:spPr>
          <a:xfrm xmlns:a="http://schemas.openxmlformats.org/drawingml/2006/main">
            <a:off x="4286250" y="3429000"/>
            <a:ext cx="1143000" cy="200025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69F7769-8A6A-49DB-9600-A7A428198E40}"/>
              </a:ext>
            </a:extLst>
          </p:cNvPr>
          <p:cNvSpPr>
            <a:spLocks xmlns:a="http://schemas.openxmlformats.org/drawingml/2006/main" noGrp="1"/>
          </p:cNvSpPr>
          <p:nvPr/>
        </p:nvSpPr>
        <p:spPr>
          <a:xfrm xmlns:a="http://schemas.openxmlformats.org/drawingml/2006/main">
            <a:off x="4429125" y="3476625"/>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321B3D"/>
                </a:solidFill>
              </a:defRPr>
            </a:defPPr>
            <a:lvl1pPr algn="ctr">
              <a:defRPr sz="1125" b="1">
                <a:solidFill>
                  <a:srgbClr val="321B3D"/>
                </a:solidFill>
              </a:defRPr>
            </a:lvl1pPr>
            <a:lvl2pPr algn="ctr">
              <a:defRPr sz="1125" b="1">
                <a:solidFill>
                  <a:srgbClr val="321B3D"/>
                </a:solidFill>
              </a:defRPr>
            </a:lvl2pPr>
            <a:lvl3pPr algn="ctr">
              <a:defRPr sz="1125" b="1">
                <a:solidFill>
                  <a:srgbClr val="321B3D"/>
                </a:solidFill>
              </a:defRPr>
            </a:lvl3pPr>
            <a:lvl4pPr algn="ctr">
              <a:defRPr sz="1125" b="1">
                <a:solidFill>
                  <a:srgbClr val="321B3D"/>
                </a:solidFill>
              </a:defRPr>
            </a:lvl4pPr>
            <a:lvl5pPr algn="ctr">
              <a:defRPr sz="1125" b="1">
                <a:solidFill>
                  <a:srgbClr val="321B3D"/>
                </a:solidFill>
              </a:defRPr>
            </a:lvl5pPr>
            <a:lvl6pPr algn="ctr">
              <a:defRPr sz="1125" b="1">
                <a:solidFill>
                  <a:srgbClr val="321B3D"/>
                </a:solidFill>
              </a:defRPr>
            </a:lvl6pPr>
            <a:lvl7pPr algn="ctr">
              <a:defRPr sz="1125" b="1">
                <a:solidFill>
                  <a:srgbClr val="321B3D"/>
                </a:solidFill>
              </a:defRPr>
            </a:lvl7pPr>
            <a:lvl8pPr algn="ctr">
              <a:defRPr sz="1125" b="1">
                <a:solidFill>
                  <a:srgbClr val="321B3D"/>
                </a:solidFill>
              </a:defRPr>
            </a:lvl8pPr>
            <a:lvl9pPr algn="ctr">
              <a:defRPr sz="1125" b="1">
                <a:solidFill>
                  <a:srgbClr val="321B3D"/>
                </a:solidFill>
              </a:defRPr>
            </a:lvl9pPr>
          </a:lstStyle>
          <a:p xmlns:a="http://schemas.openxmlformats.org/drawingml/2006/main">
            <a:pPr algn="ctr">
              <a:defRPr sz="1125" b="1">
                <a:solidFill>
                  <a:srgbClr val="321B3D"/>
                </a:solidFill>
              </a:defRPr>
            </a:pPr>
            <a:r>
              <a:rPr sz="1125" b="1">
                <a:solidFill>
                  <a:srgbClr val="321B3D"/>
                </a:solidFill>
              </a:rPr>
              <a:t>t-2</a:t>
            </a:r>
          </a:p>
        </p:txBody>
      </p:sp>
      <p:sp>
        <p:nvSpPr>
          <p:cNvPr id="11" name="">
            <a:extLst xmlns:a="http://schemas.openxmlformats.org/drawingml/2006/main">
              <a:ext uri="{FF2B5EF4-FFF2-40B4-BE49-F238E27FC236}">
                <a16:creationId xmlns:a16="http://schemas.microsoft.com/office/drawing/2014/main" id="{43FE4FC5-8DCD-45EA-8980-886D7EE11230}"/>
              </a:ext>
            </a:extLst>
          </p:cNvPr>
          <p:cNvSpPr>
            <a:spLocks xmlns:a="http://schemas.openxmlformats.org/drawingml/2006/main" noGrp="1"/>
          </p:cNvSpPr>
          <p:nvPr/>
        </p:nvSpPr>
        <p:spPr>
          <a:xfrm xmlns:a="http://schemas.openxmlformats.org/drawingml/2006/main">
            <a:off x="6000750" y="2952750"/>
            <a:ext cx="1143000" cy="2476500"/>
          </a:xfrm>
          <a:prstGeom xmlns:a="http://schemas.openxmlformats.org/drawingml/2006/main" prst="rect">
            <a:avLst/>
          </a:prstGeom>
          <a:solidFill xmlns:a="http://schemas.openxmlformats.org/drawingml/2006/main">
            <a:srgbClr val="7B2CB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A3EBC48-330B-414C-AB93-55E97E32F8AA}"/>
              </a:ext>
            </a:extLst>
          </p:cNvPr>
          <p:cNvSpPr>
            <a:spLocks xmlns:a="http://schemas.openxmlformats.org/drawingml/2006/main" noGrp="1"/>
          </p:cNvSpPr>
          <p:nvPr/>
        </p:nvSpPr>
        <p:spPr>
          <a:xfrm xmlns:a="http://schemas.openxmlformats.org/drawingml/2006/main">
            <a:off x="6143625" y="3000375"/>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FFFFFF"/>
                </a:solidFill>
              </a:defRPr>
            </a:defPPr>
            <a:lvl1pPr algn="ctr">
              <a:defRPr sz="1125" b="1">
                <a:solidFill>
                  <a:srgbClr val="FFFFFF"/>
                </a:solidFill>
              </a:defRPr>
            </a:lvl1pPr>
            <a:lvl2pPr algn="ctr">
              <a:defRPr sz="1125" b="1">
                <a:solidFill>
                  <a:srgbClr val="FFFFFF"/>
                </a:solidFill>
              </a:defRPr>
            </a:lvl2pPr>
            <a:lvl3pPr algn="ctr">
              <a:defRPr sz="1125" b="1">
                <a:solidFill>
                  <a:srgbClr val="FFFFFF"/>
                </a:solidFill>
              </a:defRPr>
            </a:lvl3pPr>
            <a:lvl4pPr algn="ctr">
              <a:defRPr sz="1125" b="1">
                <a:solidFill>
                  <a:srgbClr val="FFFFFF"/>
                </a:solidFill>
              </a:defRPr>
            </a:lvl4pPr>
            <a:lvl5pPr algn="ctr">
              <a:defRPr sz="1125" b="1">
                <a:solidFill>
                  <a:srgbClr val="FFFFFF"/>
                </a:solidFill>
              </a:defRPr>
            </a:lvl5pPr>
            <a:lvl6pPr algn="ctr">
              <a:defRPr sz="1125" b="1">
                <a:solidFill>
                  <a:srgbClr val="FFFFFF"/>
                </a:solidFill>
              </a:defRPr>
            </a:lvl6pPr>
            <a:lvl7pPr algn="ctr">
              <a:defRPr sz="1125" b="1">
                <a:solidFill>
                  <a:srgbClr val="FFFFFF"/>
                </a:solidFill>
              </a:defRPr>
            </a:lvl7pPr>
            <a:lvl8pPr algn="ctr">
              <a:defRPr sz="1125" b="1">
                <a:solidFill>
                  <a:srgbClr val="FFFFFF"/>
                </a:solidFill>
              </a:defRPr>
            </a:lvl8pPr>
            <a:lvl9pPr algn="ctr">
              <a:defRPr sz="1125" b="1">
                <a:solidFill>
                  <a:srgbClr val="FFFFFF"/>
                </a:solidFill>
              </a:defRPr>
            </a:lvl9pPr>
          </a:lstStyle>
          <a:p xmlns:a="http://schemas.openxmlformats.org/drawingml/2006/main">
            <a:pPr algn="ctr">
              <a:defRPr sz="1125" b="1">
                <a:solidFill>
                  <a:srgbClr val="FFFFFF"/>
                </a:solidFill>
              </a:defRPr>
            </a:pPr>
            <a:r>
              <a:rPr sz="1125" b="1">
                <a:solidFill>
                  <a:srgbClr val="FFFFFF"/>
                </a:solidFill>
              </a:rPr>
              <a:t>t-1</a:t>
            </a:r>
          </a:p>
        </p:txBody>
      </p:sp>
      <p:sp>
        <p:nvSpPr>
          <p:cNvPr id="13" name="">
            <a:extLst xmlns:a="http://schemas.openxmlformats.org/drawingml/2006/main">
              <a:ext uri="{FF2B5EF4-FFF2-40B4-BE49-F238E27FC236}">
                <a16:creationId xmlns:a16="http://schemas.microsoft.com/office/drawing/2014/main" id="{0EC7AFB3-240A-456C-9E86-010315D0730A}"/>
              </a:ext>
            </a:extLst>
          </p:cNvPr>
          <p:cNvSpPr>
            <a:spLocks xmlns:a="http://schemas.openxmlformats.org/drawingml/2006/main" noGrp="1"/>
          </p:cNvSpPr>
          <p:nvPr/>
        </p:nvSpPr>
        <p:spPr>
          <a:xfrm xmlns:a="http://schemas.openxmlformats.org/drawingml/2006/main">
            <a:off x="7715250" y="2381250"/>
            <a:ext cx="1143000" cy="3048000"/>
          </a:xfrm>
          <a:prstGeom xmlns:a="http://schemas.openxmlformats.org/drawingml/2006/main" prst="rect">
            <a:avLst/>
          </a:prstGeom>
          <a:solidFill xmlns:a="http://schemas.openxmlformats.org/drawingml/2006/main">
            <a:srgbClr val="321B3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D3387D9-EF21-4CC8-B1F8-1E05213D565E}"/>
              </a:ext>
            </a:extLst>
          </p:cNvPr>
          <p:cNvSpPr>
            <a:spLocks xmlns:a="http://schemas.openxmlformats.org/drawingml/2006/main" noGrp="1"/>
          </p:cNvSpPr>
          <p:nvPr/>
        </p:nvSpPr>
        <p:spPr>
          <a:xfrm xmlns:a="http://schemas.openxmlformats.org/drawingml/2006/main">
            <a:off x="7858125" y="2428875"/>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FFFFFF"/>
                </a:solidFill>
              </a:defRPr>
            </a:defPPr>
            <a:lvl1pPr algn="ctr">
              <a:defRPr sz="1125" b="1">
                <a:solidFill>
                  <a:srgbClr val="FFFFFF"/>
                </a:solidFill>
              </a:defRPr>
            </a:lvl1pPr>
            <a:lvl2pPr algn="ctr">
              <a:defRPr sz="1125" b="1">
                <a:solidFill>
                  <a:srgbClr val="FFFFFF"/>
                </a:solidFill>
              </a:defRPr>
            </a:lvl2pPr>
            <a:lvl3pPr algn="ctr">
              <a:defRPr sz="1125" b="1">
                <a:solidFill>
                  <a:srgbClr val="FFFFFF"/>
                </a:solidFill>
              </a:defRPr>
            </a:lvl3pPr>
            <a:lvl4pPr algn="ctr">
              <a:defRPr sz="1125" b="1">
                <a:solidFill>
                  <a:srgbClr val="FFFFFF"/>
                </a:solidFill>
              </a:defRPr>
            </a:lvl4pPr>
            <a:lvl5pPr algn="ctr">
              <a:defRPr sz="1125" b="1">
                <a:solidFill>
                  <a:srgbClr val="FFFFFF"/>
                </a:solidFill>
              </a:defRPr>
            </a:lvl5pPr>
            <a:lvl6pPr algn="ctr">
              <a:defRPr sz="1125" b="1">
                <a:solidFill>
                  <a:srgbClr val="FFFFFF"/>
                </a:solidFill>
              </a:defRPr>
            </a:lvl6pPr>
            <a:lvl7pPr algn="ctr">
              <a:defRPr sz="1125" b="1">
                <a:solidFill>
                  <a:srgbClr val="FFFFFF"/>
                </a:solidFill>
              </a:defRPr>
            </a:lvl7pPr>
            <a:lvl8pPr algn="ctr">
              <a:defRPr sz="1125" b="1">
                <a:solidFill>
                  <a:srgbClr val="FFFFFF"/>
                </a:solidFill>
              </a:defRPr>
            </a:lvl8pPr>
            <a:lvl9pPr algn="ctr">
              <a:defRPr sz="1125" b="1">
                <a:solidFill>
                  <a:srgbClr val="FFFFFF"/>
                </a:solidFill>
              </a:defRPr>
            </a:lvl9pPr>
          </a:lstStyle>
          <a:p xmlns:a="http://schemas.openxmlformats.org/drawingml/2006/main">
            <a:pPr algn="ctr">
              <a:defRPr sz="1125" b="1">
                <a:solidFill>
                  <a:srgbClr val="FFFFFF"/>
                </a:solidFill>
              </a:defRPr>
            </a:pPr>
            <a:r>
              <a:rPr sz="1125" b="1">
                <a:solidFill>
                  <a:srgbClr val="FFFFFF"/>
                </a:solidFill>
              </a:rPr>
              <a:t>t</a:t>
            </a:r>
          </a:p>
        </p:txBody>
      </p:sp>
      <p:sp>
        <p:nvSpPr>
          <p:cNvPr id="15" name="">
            <a:extLst xmlns:a="http://schemas.openxmlformats.org/drawingml/2006/main">
              <a:ext uri="{FF2B5EF4-FFF2-40B4-BE49-F238E27FC236}">
                <a16:creationId xmlns:a16="http://schemas.microsoft.com/office/drawing/2014/main" id="{DFF658ED-FD32-4AB6-AF60-8942E322FB35}"/>
              </a:ext>
            </a:extLst>
          </p:cNvPr>
          <p:cNvSpPr>
            <a:spLocks xmlns:a="http://schemas.openxmlformats.org/drawingml/2006/main" noGrp="1"/>
          </p:cNvSpPr>
          <p:nvPr/>
        </p:nvSpPr>
        <p:spPr>
          <a:xfrm xmlns:a="http://schemas.openxmlformats.org/drawingml/2006/main">
            <a:off x="9144000" y="3143250"/>
            <a:ext cx="1809750" cy="857250"/>
          </a:xfrm>
          <a:prstGeom xmlns:a="http://schemas.openxmlformats.org/drawingml/2006/main" prst="rightArrow">
            <a:avLst/>
          </a:prstGeom>
          <a:solidFill xmlns:a="http://schemas.openxmlformats.org/drawingml/2006/main">
            <a:srgbClr val="0FA3B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B13A78C-4AAB-4DB7-A26D-CFF832C19F2A}"/>
              </a:ext>
            </a:extLst>
          </p:cNvPr>
          <p:cNvSpPr>
            <a:spLocks xmlns:a="http://schemas.openxmlformats.org/drawingml/2006/main" noGrp="1"/>
          </p:cNvSpPr>
          <p:nvPr/>
        </p:nvSpPr>
        <p:spPr>
          <a:xfrm xmlns:a="http://schemas.openxmlformats.org/drawingml/2006/main">
            <a:off x="9382125" y="3286125"/>
            <a:ext cx="128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defRPr sz="1500" b="1">
                <a:solidFill>
                  <a:srgbClr val="FFFFFF"/>
                </a:solidFill>
              </a:defRPr>
            </a:pPr>
            <a:r>
              <a:rPr sz="1500" b="1">
                <a:solidFill>
                  <a:srgbClr val="FFFFFF"/>
                </a:solidFill>
              </a:rPr>
              <a:t>FORECAST</a:t>
            </a:r>
          </a:p>
        </p:txBody>
      </p:sp>
      <p:sp>
        <p:nvSpPr>
          <p:cNvPr id="17" name="">
            <a:extLst xmlns:a="http://schemas.openxmlformats.org/drawingml/2006/main">
              <a:ext uri="{FF2B5EF4-FFF2-40B4-BE49-F238E27FC236}">
                <a16:creationId xmlns:a16="http://schemas.microsoft.com/office/drawing/2014/main" id="{69195A12-1F49-4DF3-BB2A-E087BE46FACC}"/>
              </a:ext>
            </a:extLst>
          </p:cNvPr>
          <p:cNvSpPr>
            <a:spLocks xmlns:a="http://schemas.openxmlformats.org/drawingml/2006/main" noGrp="1"/>
          </p:cNvSpPr>
          <p:nvPr/>
        </p:nvSpPr>
        <p:spPr>
          <a:xfrm xmlns:a="http://schemas.openxmlformats.org/drawingml/2006/main">
            <a:off x="2571750" y="1809750"/>
            <a:ext cx="7048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321B3D"/>
                </a:solidFill>
              </a:defRPr>
            </a:defPPr>
            <a:lvl1pPr algn="ctr">
              <a:defRPr sz="1575" b="1">
                <a:solidFill>
                  <a:srgbClr val="321B3D"/>
                </a:solidFill>
              </a:defRPr>
            </a:lvl1pPr>
            <a:lvl2pPr algn="ctr">
              <a:defRPr sz="1575" b="1">
                <a:solidFill>
                  <a:srgbClr val="321B3D"/>
                </a:solidFill>
              </a:defRPr>
            </a:lvl2pPr>
            <a:lvl3pPr algn="ctr">
              <a:defRPr sz="1575" b="1">
                <a:solidFill>
                  <a:srgbClr val="321B3D"/>
                </a:solidFill>
              </a:defRPr>
            </a:lvl3pPr>
            <a:lvl4pPr algn="ctr">
              <a:defRPr sz="1575" b="1">
                <a:solidFill>
                  <a:srgbClr val="321B3D"/>
                </a:solidFill>
              </a:defRPr>
            </a:lvl4pPr>
            <a:lvl5pPr algn="ctr">
              <a:defRPr sz="1575" b="1">
                <a:solidFill>
                  <a:srgbClr val="321B3D"/>
                </a:solidFill>
              </a:defRPr>
            </a:lvl5pPr>
            <a:lvl6pPr algn="ctr">
              <a:defRPr sz="1575" b="1">
                <a:solidFill>
                  <a:srgbClr val="321B3D"/>
                </a:solidFill>
              </a:defRPr>
            </a:lvl6pPr>
            <a:lvl7pPr algn="ctr">
              <a:defRPr sz="1575" b="1">
                <a:solidFill>
                  <a:srgbClr val="321B3D"/>
                </a:solidFill>
              </a:defRPr>
            </a:lvl7pPr>
            <a:lvl8pPr algn="ctr">
              <a:defRPr sz="1575" b="1">
                <a:solidFill>
                  <a:srgbClr val="321B3D"/>
                </a:solidFill>
              </a:defRPr>
            </a:lvl8pPr>
            <a:lvl9pPr algn="ctr">
              <a:defRPr sz="1575" b="1">
                <a:solidFill>
                  <a:srgbClr val="321B3D"/>
                </a:solidFill>
              </a:defRPr>
            </a:lvl9pPr>
          </a:lstStyle>
          <a:p xmlns:a="http://schemas.openxmlformats.org/drawingml/2006/main">
            <a:pPr algn="ctr">
              <a:defRPr sz="1575" b="1">
                <a:solidFill>
                  <a:srgbClr val="321B3D"/>
                </a:solidFill>
              </a:defRPr>
            </a:pPr>
            <a:r>
              <a:rPr sz="1575" b="1">
                <a:solidFill>
                  <a:srgbClr val="321B3D"/>
                </a:solidFill>
              </a:rPr>
              <a:t>Ordered time steps change how contribution is interpreted</a:t>
            </a:r>
          </a:p>
        </p:txBody>
      </p:sp>
    </p:spTree>
    <p:extLst>
      <p:ext uri="{BB962C8B-B14F-4D97-AF65-F5344CB8AC3E}">
        <p14:creationId xmlns:p14="http://schemas.microsoft.com/office/powerpoint/2010/main" val="1486928624"/>
      </p:ext>
    </p:extLst>
  </p:cSld>
</p:sld>
</file>

<file path=ppt/slides/slide9.xml><?xml version="1.0" encoding="utf-8"?>
<p:sld xmlns:p="http://schemas.openxmlformats.org/presentationml/2006/main">
  <p:cSld>
    <p:bg>
      <p:bgPr>
        <a:solidFill xmlns:a="http://schemas.openxmlformats.org/drawingml/2006/main">
          <a:srgbClr val="FFF9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9CB0887-BB95-4F2F-89FB-3F1C7BCEB872}"/>
              </a:ext>
            </a:extLst>
          </p:cNvPr>
          <p:cNvSpPr>
            <a:spLocks xmlns:a="http://schemas.openxmlformats.org/drawingml/2006/main" noGrp="1"/>
          </p:cNvSpPr>
          <p:nvPr/>
        </p:nvSpPr>
        <p:spPr>
          <a:xfrm xmlns:a="http://schemas.openxmlformats.org/drawingml/2006/main">
            <a:off x="60960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7B2CBF"/>
                </a:solidFill>
              </a:defRPr>
            </a:defPPr>
            <a:lvl1pPr algn="l">
              <a:defRPr sz="1050" b="1">
                <a:solidFill>
                  <a:srgbClr val="7B2CBF"/>
                </a:solidFill>
              </a:defRPr>
            </a:lvl1pPr>
            <a:lvl2pPr algn="l">
              <a:defRPr sz="1050" b="1">
                <a:solidFill>
                  <a:srgbClr val="7B2CBF"/>
                </a:solidFill>
              </a:defRPr>
            </a:lvl2pPr>
            <a:lvl3pPr algn="l">
              <a:defRPr sz="1050" b="1">
                <a:solidFill>
                  <a:srgbClr val="7B2CBF"/>
                </a:solidFill>
              </a:defRPr>
            </a:lvl3pPr>
            <a:lvl4pPr algn="l">
              <a:defRPr sz="1050" b="1">
                <a:solidFill>
                  <a:srgbClr val="7B2CBF"/>
                </a:solidFill>
              </a:defRPr>
            </a:lvl4pPr>
            <a:lvl5pPr algn="l">
              <a:defRPr sz="1050" b="1">
                <a:solidFill>
                  <a:srgbClr val="7B2CBF"/>
                </a:solidFill>
              </a:defRPr>
            </a:lvl5pPr>
            <a:lvl6pPr algn="l">
              <a:defRPr sz="1050" b="1">
                <a:solidFill>
                  <a:srgbClr val="7B2CBF"/>
                </a:solidFill>
              </a:defRPr>
            </a:lvl6pPr>
            <a:lvl7pPr algn="l">
              <a:defRPr sz="1050" b="1">
                <a:solidFill>
                  <a:srgbClr val="7B2CBF"/>
                </a:solidFill>
              </a:defRPr>
            </a:lvl7pPr>
            <a:lvl8pPr algn="l">
              <a:defRPr sz="1050" b="1">
                <a:solidFill>
                  <a:srgbClr val="7B2CBF"/>
                </a:solidFill>
              </a:defRPr>
            </a:lvl8pPr>
            <a:lvl9pPr algn="l">
              <a:defRPr sz="1050" b="1">
                <a:solidFill>
                  <a:srgbClr val="7B2CBF"/>
                </a:solidFill>
              </a:defRPr>
            </a:lvl9pPr>
          </a:lstStyle>
          <a:p xmlns:a="http://schemas.openxmlformats.org/drawingml/2006/main">
            <a:pPr algn="l">
              <a:defRPr sz="1050" b="1">
                <a:solidFill>
                  <a:srgbClr val="7B2CBF"/>
                </a:solidFill>
              </a:defRPr>
            </a:pPr>
            <a:r>
              <a:rPr sz="1050" b="1">
                <a:solidFill>
                  <a:srgbClr val="7B2CBF"/>
                </a:solidFill>
              </a:rPr>
              <a:t>WEEK 10 · PART 3</a:t>
            </a:r>
          </a:p>
        </p:txBody>
      </p:sp>
      <p:sp>
        <p:nvSpPr>
          <p:cNvPr id="2" name="">
            <a:extLst xmlns:a="http://schemas.openxmlformats.org/drawingml/2006/main">
              <a:ext uri="{FF2B5EF4-FFF2-40B4-BE49-F238E27FC236}">
                <a16:creationId xmlns:a16="http://schemas.microsoft.com/office/drawing/2014/main" id="{202B3B3E-8B84-4E29-953E-81393075CDA6}"/>
              </a:ext>
            </a:extLst>
          </p:cNvPr>
          <p:cNvSpPr>
            <a:spLocks xmlns:a="http://schemas.openxmlformats.org/drawingml/2006/main" noGrp="1"/>
          </p:cNvSpPr>
          <p:nvPr/>
        </p:nvSpPr>
        <p:spPr>
          <a:xfrm xmlns:a="http://schemas.openxmlformats.org/drawingml/2006/main">
            <a:off x="11049000" y="26670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321B3D"/>
                </a:solidFill>
              </a:defRPr>
            </a:defPPr>
            <a:lvl1pPr algn="r">
              <a:defRPr sz="1350" b="1">
                <a:solidFill>
                  <a:srgbClr val="321B3D"/>
                </a:solidFill>
              </a:defRPr>
            </a:lvl1pPr>
            <a:lvl2pPr algn="r">
              <a:defRPr sz="1350" b="1">
                <a:solidFill>
                  <a:srgbClr val="321B3D"/>
                </a:solidFill>
              </a:defRPr>
            </a:lvl2pPr>
            <a:lvl3pPr algn="r">
              <a:defRPr sz="1350" b="1">
                <a:solidFill>
                  <a:srgbClr val="321B3D"/>
                </a:solidFill>
              </a:defRPr>
            </a:lvl3pPr>
            <a:lvl4pPr algn="r">
              <a:defRPr sz="1350" b="1">
                <a:solidFill>
                  <a:srgbClr val="321B3D"/>
                </a:solidFill>
              </a:defRPr>
            </a:lvl4pPr>
            <a:lvl5pPr algn="r">
              <a:defRPr sz="1350" b="1">
                <a:solidFill>
                  <a:srgbClr val="321B3D"/>
                </a:solidFill>
              </a:defRPr>
            </a:lvl5pPr>
            <a:lvl6pPr algn="r">
              <a:defRPr sz="1350" b="1">
                <a:solidFill>
                  <a:srgbClr val="321B3D"/>
                </a:solidFill>
              </a:defRPr>
            </a:lvl6pPr>
            <a:lvl7pPr algn="r">
              <a:defRPr sz="1350" b="1">
                <a:solidFill>
                  <a:srgbClr val="321B3D"/>
                </a:solidFill>
              </a:defRPr>
            </a:lvl7pPr>
            <a:lvl8pPr algn="r">
              <a:defRPr sz="1350" b="1">
                <a:solidFill>
                  <a:srgbClr val="321B3D"/>
                </a:solidFill>
              </a:defRPr>
            </a:lvl8pPr>
            <a:lvl9pPr algn="r">
              <a:defRPr sz="1350" b="1">
                <a:solidFill>
                  <a:srgbClr val="321B3D"/>
                </a:solidFill>
              </a:defRPr>
            </a:lvl9pPr>
          </a:lstStyle>
          <a:p xmlns:a="http://schemas.openxmlformats.org/drawingml/2006/main">
            <a:pPr algn="r">
              <a:defRPr sz="1350" b="1">
                <a:solidFill>
                  <a:srgbClr val="321B3D"/>
                </a:solidFill>
              </a:defRPr>
            </a:pPr>
            <a:r>
              <a:rPr sz="1350" b="1">
                <a:solidFill>
                  <a:srgbClr val="321B3D"/>
                </a:solidFill>
              </a:rPr>
              <a:t>09</a:t>
            </a:r>
          </a:p>
        </p:txBody>
      </p:sp>
      <p:sp>
        <p:nvSpPr>
          <p:cNvPr id="3" name="">
            <a:extLst xmlns:a="http://schemas.openxmlformats.org/drawingml/2006/main">
              <a:ext uri="{FF2B5EF4-FFF2-40B4-BE49-F238E27FC236}">
                <a16:creationId xmlns:a16="http://schemas.microsoft.com/office/drawing/2014/main" id="{5C456986-C3B1-4015-A482-4B5902983E1E}"/>
              </a:ext>
            </a:extLst>
          </p:cNvPr>
          <p:cNvSpPr>
            <a:spLocks xmlns:a="http://schemas.openxmlformats.org/drawingml/2006/main" noGrp="1"/>
          </p:cNvSpPr>
          <p:nvPr/>
        </p:nvSpPr>
        <p:spPr>
          <a:xfrm xmlns:a="http://schemas.openxmlformats.org/drawingml/2006/main">
            <a:off x="609600" y="723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321B3D"/>
                </a:solidFill>
              </a:defRPr>
            </a:defPPr>
            <a:lvl1pPr algn="l">
              <a:defRPr sz="2550" b="1">
                <a:solidFill>
                  <a:srgbClr val="321B3D"/>
                </a:solidFill>
              </a:defRPr>
            </a:lvl1pPr>
            <a:lvl2pPr algn="l">
              <a:defRPr sz="2550" b="1">
                <a:solidFill>
                  <a:srgbClr val="321B3D"/>
                </a:solidFill>
              </a:defRPr>
            </a:lvl2pPr>
            <a:lvl3pPr algn="l">
              <a:defRPr sz="2550" b="1">
                <a:solidFill>
                  <a:srgbClr val="321B3D"/>
                </a:solidFill>
              </a:defRPr>
            </a:lvl3pPr>
            <a:lvl4pPr algn="l">
              <a:defRPr sz="2550" b="1">
                <a:solidFill>
                  <a:srgbClr val="321B3D"/>
                </a:solidFill>
              </a:defRPr>
            </a:lvl4pPr>
            <a:lvl5pPr algn="l">
              <a:defRPr sz="2550" b="1">
                <a:solidFill>
                  <a:srgbClr val="321B3D"/>
                </a:solidFill>
              </a:defRPr>
            </a:lvl5pPr>
            <a:lvl6pPr algn="l">
              <a:defRPr sz="2550" b="1">
                <a:solidFill>
                  <a:srgbClr val="321B3D"/>
                </a:solidFill>
              </a:defRPr>
            </a:lvl6pPr>
            <a:lvl7pPr algn="l">
              <a:defRPr sz="2550" b="1">
                <a:solidFill>
                  <a:srgbClr val="321B3D"/>
                </a:solidFill>
              </a:defRPr>
            </a:lvl7pPr>
            <a:lvl8pPr algn="l">
              <a:defRPr sz="2550" b="1">
                <a:solidFill>
                  <a:srgbClr val="321B3D"/>
                </a:solidFill>
              </a:defRPr>
            </a:lvl8pPr>
            <a:lvl9pPr algn="l">
              <a:defRPr sz="2550" b="1">
                <a:solidFill>
                  <a:srgbClr val="321B3D"/>
                </a:solidFill>
              </a:defRPr>
            </a:lvl9pPr>
          </a:lstStyle>
          <a:p xmlns:a="http://schemas.openxmlformats.org/drawingml/2006/main">
            <a:pPr algn="l">
              <a:defRPr sz="2550" b="1">
                <a:solidFill>
                  <a:srgbClr val="321B3D"/>
                </a:solidFill>
              </a:defRPr>
            </a:pPr>
            <a:r>
              <a:rPr sz="2550" b="1">
                <a:solidFill>
                  <a:srgbClr val="321B3D"/>
                </a:solidFill>
              </a:rPr>
              <a:t>Feature Store organizes reusable features</a:t>
            </a:r>
          </a:p>
        </p:txBody>
      </p:sp>
      <p:sp>
        <p:nvSpPr>
          <p:cNvPr id="4" name="">
            <a:extLst xmlns:a="http://schemas.openxmlformats.org/drawingml/2006/main">
              <a:ext uri="{FF2B5EF4-FFF2-40B4-BE49-F238E27FC236}">
                <a16:creationId xmlns:a16="http://schemas.microsoft.com/office/drawing/2014/main" id="{AE5D5143-8278-4E9C-928A-B2F816669885}"/>
              </a:ext>
            </a:extLst>
          </p:cNvPr>
          <p:cNvSpPr>
            <a:spLocks xmlns:a="http://schemas.openxmlformats.org/drawingml/2006/main" noGrp="1"/>
          </p:cNvSpPr>
          <p:nvPr/>
        </p:nvSpPr>
        <p:spPr>
          <a:xfrm xmlns:a="http://schemas.openxmlformats.org/drawingml/2006/main">
            <a:off x="609600" y="6534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705D78"/>
                </a:solidFill>
              </a:defRPr>
            </a:defPPr>
            <a:lvl1pPr algn="l">
              <a:defRPr sz="750" b="0">
                <a:solidFill>
                  <a:srgbClr val="705D78"/>
                </a:solidFill>
              </a:defRPr>
            </a:lvl1pPr>
            <a:lvl2pPr algn="l">
              <a:defRPr sz="750" b="0">
                <a:solidFill>
                  <a:srgbClr val="705D78"/>
                </a:solidFill>
              </a:defRPr>
            </a:lvl2pPr>
            <a:lvl3pPr algn="l">
              <a:defRPr sz="750" b="0">
                <a:solidFill>
                  <a:srgbClr val="705D78"/>
                </a:solidFill>
              </a:defRPr>
            </a:lvl3pPr>
            <a:lvl4pPr algn="l">
              <a:defRPr sz="750" b="0">
                <a:solidFill>
                  <a:srgbClr val="705D78"/>
                </a:solidFill>
              </a:defRPr>
            </a:lvl4pPr>
            <a:lvl5pPr algn="l">
              <a:defRPr sz="750" b="0">
                <a:solidFill>
                  <a:srgbClr val="705D78"/>
                </a:solidFill>
              </a:defRPr>
            </a:lvl5pPr>
            <a:lvl6pPr algn="l">
              <a:defRPr sz="750" b="0">
                <a:solidFill>
                  <a:srgbClr val="705D78"/>
                </a:solidFill>
              </a:defRPr>
            </a:lvl6pPr>
            <a:lvl7pPr algn="l">
              <a:defRPr sz="750" b="0">
                <a:solidFill>
                  <a:srgbClr val="705D78"/>
                </a:solidFill>
              </a:defRPr>
            </a:lvl7pPr>
            <a:lvl8pPr algn="l">
              <a:defRPr sz="750" b="0">
                <a:solidFill>
                  <a:srgbClr val="705D78"/>
                </a:solidFill>
              </a:defRPr>
            </a:lvl8pPr>
            <a:lvl9pPr algn="l">
              <a:defRPr sz="750" b="0">
                <a:solidFill>
                  <a:srgbClr val="705D78"/>
                </a:solidFill>
              </a:defRPr>
            </a:lvl9pPr>
          </a:lstStyle>
          <a:p xmlns:a="http://schemas.openxmlformats.org/drawingml/2006/main">
            <a:pPr algn="l">
              <a:defRPr sz="750" b="0">
                <a:solidFill>
                  <a:srgbClr val="705D78"/>
                </a:solidFill>
              </a:defRPr>
            </a:pPr>
            <a:r>
              <a:rPr sz="750" b="0">
                <a:solidFill>
                  <a:srgbClr val="705D78"/>
                </a:solidFill>
              </a:rPr>
              <a:t>AWS ML Engineer · Week 10 · Part 3</a:t>
            </a:r>
          </a:p>
        </p:txBody>
      </p:sp>
      <p:sp>
        <p:nvSpPr>
          <p:cNvPr id="5" name="">
            <a:extLst xmlns:a="http://schemas.openxmlformats.org/drawingml/2006/main">
              <a:ext uri="{FF2B5EF4-FFF2-40B4-BE49-F238E27FC236}">
                <a16:creationId xmlns:a16="http://schemas.microsoft.com/office/drawing/2014/main" id="{90C6545A-100F-4D2D-A654-ED376B02BF90}"/>
              </a:ext>
            </a:extLst>
          </p:cNvPr>
          <p:cNvSpPr>
            <a:spLocks xmlns:a="http://schemas.openxmlformats.org/drawingml/2006/main" noGrp="1"/>
          </p:cNvSpPr>
          <p:nvPr/>
        </p:nvSpPr>
        <p:spPr>
          <a:xfrm xmlns:a="http://schemas.openxmlformats.org/drawingml/2006/main">
            <a:off x="4762500" y="2190750"/>
            <a:ext cx="2667000" cy="2762250"/>
          </a:xfrm>
          <a:prstGeom xmlns:a="http://schemas.openxmlformats.org/drawingml/2006/main" prst="rect">
            <a:avLst/>
          </a:prstGeom>
          <a:solidFill xmlns:a="http://schemas.openxmlformats.org/drawingml/2006/main">
            <a:srgbClr val="7B2CB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E8F97E6-4259-49F5-9545-3F2F143D1BB5}"/>
              </a:ext>
            </a:extLst>
          </p:cNvPr>
          <p:cNvSpPr>
            <a:spLocks xmlns:a="http://schemas.openxmlformats.org/drawingml/2006/main" noGrp="1"/>
          </p:cNvSpPr>
          <p:nvPr/>
        </p:nvSpPr>
        <p:spPr>
          <a:xfrm xmlns:a="http://schemas.openxmlformats.org/drawingml/2006/main">
            <a:off x="5191125" y="3000375"/>
            <a:ext cx="1809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00" b="1">
                <a:solidFill>
                  <a:srgbClr val="FFFFFF"/>
                </a:solidFill>
              </a:defRPr>
            </a:defPPr>
            <a:lvl1pPr algn="ctr">
              <a:defRPr sz="2100" b="1">
                <a:solidFill>
                  <a:srgbClr val="FFFFFF"/>
                </a:solidFill>
              </a:defRPr>
            </a:lvl1pPr>
            <a:lvl2pPr algn="ctr">
              <a:defRPr sz="2100" b="1">
                <a:solidFill>
                  <a:srgbClr val="FFFFFF"/>
                </a:solidFill>
              </a:defRPr>
            </a:lvl2pPr>
            <a:lvl3pPr algn="ctr">
              <a:defRPr sz="2100" b="1">
                <a:solidFill>
                  <a:srgbClr val="FFFFFF"/>
                </a:solidFill>
              </a:defRPr>
            </a:lvl3pPr>
            <a:lvl4pPr algn="ctr">
              <a:defRPr sz="2100" b="1">
                <a:solidFill>
                  <a:srgbClr val="FFFFFF"/>
                </a:solidFill>
              </a:defRPr>
            </a:lvl4pPr>
            <a:lvl5pPr algn="ctr">
              <a:defRPr sz="2100" b="1">
                <a:solidFill>
                  <a:srgbClr val="FFFFFF"/>
                </a:solidFill>
              </a:defRPr>
            </a:lvl5pPr>
            <a:lvl6pPr algn="ctr">
              <a:defRPr sz="2100" b="1">
                <a:solidFill>
                  <a:srgbClr val="FFFFFF"/>
                </a:solidFill>
              </a:defRPr>
            </a:lvl6pPr>
            <a:lvl7pPr algn="ctr">
              <a:defRPr sz="2100" b="1">
                <a:solidFill>
                  <a:srgbClr val="FFFFFF"/>
                </a:solidFill>
              </a:defRPr>
            </a:lvl7pPr>
            <a:lvl8pPr algn="ctr">
              <a:defRPr sz="2100" b="1">
                <a:solidFill>
                  <a:srgbClr val="FFFFFF"/>
                </a:solidFill>
              </a:defRPr>
            </a:lvl8pPr>
            <a:lvl9pPr algn="ctr">
              <a:defRPr sz="2100" b="1">
                <a:solidFill>
                  <a:srgbClr val="FFFFFF"/>
                </a:solidFill>
              </a:defRPr>
            </a:lvl9pPr>
          </a:lstStyle>
          <a:p xmlns:a="http://schemas.openxmlformats.org/drawingml/2006/main">
            <a:pPr algn="ctr">
              <a:defRPr sz="2100" b="1">
                <a:solidFill>
                  <a:srgbClr val="FFFFFF"/>
                </a:solidFill>
              </a:defRPr>
            </a:pPr>
            <a:r>
              <a:rPr sz="2100" b="1">
                <a:solidFill>
                  <a:srgbClr val="FFFFFF"/>
                </a:solidFill>
              </a:rPr>
              <a:t>FEATURE</a:t>
            </a:r>
          </a:p>
          <a:p xmlns:a="http://schemas.openxmlformats.org/drawingml/2006/main">
            <a:pPr algn="ctr">
              <a:defRPr sz="2100" b="1">
                <a:solidFill>
                  <a:srgbClr val="FFFFFF"/>
                </a:solidFill>
              </a:defRPr>
            </a:pPr>
            <a:r>
              <a:rPr sz="2100" b="1">
                <a:solidFill>
                  <a:srgbClr val="FFFFFF"/>
                </a:solidFill>
              </a:rPr>
              <a:t>GROUP</a:t>
            </a:r>
          </a:p>
        </p:txBody>
      </p:sp>
      <p:sp>
        <p:nvSpPr>
          <p:cNvPr id="7" name="">
            <a:extLst xmlns:a="http://schemas.openxmlformats.org/drawingml/2006/main">
              <a:ext uri="{FF2B5EF4-FFF2-40B4-BE49-F238E27FC236}">
                <a16:creationId xmlns:a16="http://schemas.microsoft.com/office/drawing/2014/main" id="{C8EE87A4-4A43-42C3-BEA8-B0BA72CBAE98}"/>
              </a:ext>
            </a:extLst>
          </p:cNvPr>
          <p:cNvSpPr>
            <a:spLocks xmlns:a="http://schemas.openxmlformats.org/drawingml/2006/main" noGrp="1"/>
          </p:cNvSpPr>
          <p:nvPr/>
        </p:nvSpPr>
        <p:spPr>
          <a:xfrm xmlns:a="http://schemas.openxmlformats.org/drawingml/2006/main">
            <a:off x="666750" y="1952625"/>
            <a:ext cx="2667000" cy="876300"/>
          </a:xfrm>
          <a:prstGeom xmlns:a="http://schemas.openxmlformats.org/drawingml/2006/main" prst="rightArrow">
            <a:avLst/>
          </a:prstGeom>
          <a:solidFill xmlns:a="http://schemas.openxmlformats.org/drawingml/2006/main">
            <a:srgbClr val="0FA3B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2F35D9E-0767-41D0-B05D-92AC54B0D84E}"/>
              </a:ext>
            </a:extLst>
          </p:cNvPr>
          <p:cNvSpPr>
            <a:spLocks xmlns:a="http://schemas.openxmlformats.org/drawingml/2006/main" noGrp="1"/>
          </p:cNvSpPr>
          <p:nvPr/>
        </p:nvSpPr>
        <p:spPr>
          <a:xfrm xmlns:a="http://schemas.openxmlformats.org/drawingml/2006/main">
            <a:off x="1000125" y="2105025"/>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defRPr sz="1425" b="1">
                <a:solidFill>
                  <a:srgbClr val="FFFFFF"/>
                </a:solidFill>
              </a:defRPr>
            </a:pPr>
            <a:r>
              <a:rPr sz="1425" b="1">
                <a:solidFill>
                  <a:srgbClr val="FFFFFF"/>
                </a:solidFill>
              </a:rPr>
              <a:t>STREAM</a:t>
            </a:r>
          </a:p>
        </p:txBody>
      </p:sp>
      <p:sp>
        <p:nvSpPr>
          <p:cNvPr id="9" name="">
            <a:extLst xmlns:a="http://schemas.openxmlformats.org/drawingml/2006/main">
              <a:ext uri="{FF2B5EF4-FFF2-40B4-BE49-F238E27FC236}">
                <a16:creationId xmlns:a16="http://schemas.microsoft.com/office/drawing/2014/main" id="{9A892E0B-9830-406D-81BF-E5DAB90B395F}"/>
              </a:ext>
            </a:extLst>
          </p:cNvPr>
          <p:cNvSpPr>
            <a:spLocks xmlns:a="http://schemas.openxmlformats.org/drawingml/2006/main" noGrp="1"/>
          </p:cNvSpPr>
          <p:nvPr/>
        </p:nvSpPr>
        <p:spPr>
          <a:xfrm xmlns:a="http://schemas.openxmlformats.org/drawingml/2006/main">
            <a:off x="666750" y="4333875"/>
            <a:ext cx="2667000" cy="876300"/>
          </a:xfrm>
          <a:prstGeom xmlns:a="http://schemas.openxmlformats.org/drawingml/2006/main" prst="rightArrow">
            <a:avLst/>
          </a:prstGeom>
          <a:solidFill xmlns:a="http://schemas.openxmlformats.org/drawingml/2006/main">
            <a:srgbClr val="F4A26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B1C0B6D-669D-4DCB-B49B-E8C2714A716C}"/>
              </a:ext>
            </a:extLst>
          </p:cNvPr>
          <p:cNvSpPr>
            <a:spLocks xmlns:a="http://schemas.openxmlformats.org/drawingml/2006/main" noGrp="1"/>
          </p:cNvSpPr>
          <p:nvPr/>
        </p:nvSpPr>
        <p:spPr>
          <a:xfrm xmlns:a="http://schemas.openxmlformats.org/drawingml/2006/main">
            <a:off x="1000125" y="4486275"/>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321B3D"/>
                </a:solidFill>
              </a:defRPr>
            </a:defPPr>
            <a:lvl1pPr algn="ctr">
              <a:defRPr sz="1425" b="1">
                <a:solidFill>
                  <a:srgbClr val="321B3D"/>
                </a:solidFill>
              </a:defRPr>
            </a:lvl1pPr>
            <a:lvl2pPr algn="ctr">
              <a:defRPr sz="1425" b="1">
                <a:solidFill>
                  <a:srgbClr val="321B3D"/>
                </a:solidFill>
              </a:defRPr>
            </a:lvl2pPr>
            <a:lvl3pPr algn="ctr">
              <a:defRPr sz="1425" b="1">
                <a:solidFill>
                  <a:srgbClr val="321B3D"/>
                </a:solidFill>
              </a:defRPr>
            </a:lvl3pPr>
            <a:lvl4pPr algn="ctr">
              <a:defRPr sz="1425" b="1">
                <a:solidFill>
                  <a:srgbClr val="321B3D"/>
                </a:solidFill>
              </a:defRPr>
            </a:lvl4pPr>
            <a:lvl5pPr algn="ctr">
              <a:defRPr sz="1425" b="1">
                <a:solidFill>
                  <a:srgbClr val="321B3D"/>
                </a:solidFill>
              </a:defRPr>
            </a:lvl5pPr>
            <a:lvl6pPr algn="ctr">
              <a:defRPr sz="1425" b="1">
                <a:solidFill>
                  <a:srgbClr val="321B3D"/>
                </a:solidFill>
              </a:defRPr>
            </a:lvl6pPr>
            <a:lvl7pPr algn="ctr">
              <a:defRPr sz="1425" b="1">
                <a:solidFill>
                  <a:srgbClr val="321B3D"/>
                </a:solidFill>
              </a:defRPr>
            </a:lvl7pPr>
            <a:lvl8pPr algn="ctr">
              <a:defRPr sz="1425" b="1">
                <a:solidFill>
                  <a:srgbClr val="321B3D"/>
                </a:solidFill>
              </a:defRPr>
            </a:lvl8pPr>
            <a:lvl9pPr algn="ctr">
              <a:defRPr sz="1425" b="1">
                <a:solidFill>
                  <a:srgbClr val="321B3D"/>
                </a:solidFill>
              </a:defRPr>
            </a:lvl9pPr>
          </a:lstStyle>
          <a:p xmlns:a="http://schemas.openxmlformats.org/drawingml/2006/main">
            <a:pPr algn="ctr">
              <a:defRPr sz="1425" b="1">
                <a:solidFill>
                  <a:srgbClr val="321B3D"/>
                </a:solidFill>
              </a:defRPr>
            </a:pPr>
            <a:r>
              <a:rPr sz="1425" b="1">
                <a:solidFill>
                  <a:srgbClr val="321B3D"/>
                </a:solidFill>
              </a:rPr>
              <a:t>BATCH</a:t>
            </a:r>
          </a:p>
        </p:txBody>
      </p:sp>
      <p:sp>
        <p:nvSpPr>
          <p:cNvPr id="11" name="">
            <a:extLst xmlns:a="http://schemas.openxmlformats.org/drawingml/2006/main">
              <a:ext uri="{FF2B5EF4-FFF2-40B4-BE49-F238E27FC236}">
                <a16:creationId xmlns:a16="http://schemas.microsoft.com/office/drawing/2014/main" id="{F60F51B5-FF91-4E4A-A841-4AE70581C451}"/>
              </a:ext>
            </a:extLst>
          </p:cNvPr>
          <p:cNvSpPr>
            <a:spLocks xmlns:a="http://schemas.openxmlformats.org/drawingml/2006/main" noGrp="1"/>
          </p:cNvSpPr>
          <p:nvPr/>
        </p:nvSpPr>
        <p:spPr>
          <a:xfrm xmlns:a="http://schemas.openxmlformats.org/drawingml/2006/main">
            <a:off x="8858250" y="1952625"/>
            <a:ext cx="2667000" cy="876300"/>
          </a:xfrm>
          <a:prstGeom xmlns:a="http://schemas.openxmlformats.org/drawingml/2006/main" prst="leftArrow">
            <a:avLst/>
          </a:prstGeom>
          <a:solidFill xmlns:a="http://schemas.openxmlformats.org/drawingml/2006/main">
            <a:srgbClr val="0FA3B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73CAF14-7839-4D9D-87E9-A3C5AA042ACA}"/>
              </a:ext>
            </a:extLst>
          </p:cNvPr>
          <p:cNvSpPr>
            <a:spLocks xmlns:a="http://schemas.openxmlformats.org/drawingml/2006/main" noGrp="1"/>
          </p:cNvSpPr>
          <p:nvPr/>
        </p:nvSpPr>
        <p:spPr>
          <a:xfrm xmlns:a="http://schemas.openxmlformats.org/drawingml/2006/main">
            <a:off x="9191625" y="2105025"/>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defRPr sz="1425" b="1">
                <a:solidFill>
                  <a:srgbClr val="FFFFFF"/>
                </a:solidFill>
              </a:defRPr>
            </a:pPr>
            <a:r>
              <a:rPr sz="1425" b="1">
                <a:solidFill>
                  <a:srgbClr val="FFFFFF"/>
                </a:solidFill>
              </a:rPr>
              <a:t>RECORD ID</a:t>
            </a:r>
          </a:p>
        </p:txBody>
      </p:sp>
      <p:sp>
        <p:nvSpPr>
          <p:cNvPr id="13" name="">
            <a:extLst xmlns:a="http://schemas.openxmlformats.org/drawingml/2006/main">
              <a:ext uri="{FF2B5EF4-FFF2-40B4-BE49-F238E27FC236}">
                <a16:creationId xmlns:a16="http://schemas.microsoft.com/office/drawing/2014/main" id="{AECA7C5A-3564-4309-BC76-79EBBCDC2B74}"/>
              </a:ext>
            </a:extLst>
          </p:cNvPr>
          <p:cNvSpPr>
            <a:spLocks xmlns:a="http://schemas.openxmlformats.org/drawingml/2006/main" noGrp="1"/>
          </p:cNvSpPr>
          <p:nvPr/>
        </p:nvSpPr>
        <p:spPr>
          <a:xfrm xmlns:a="http://schemas.openxmlformats.org/drawingml/2006/main">
            <a:off x="8858250" y="4333875"/>
            <a:ext cx="2667000" cy="876300"/>
          </a:xfrm>
          <a:prstGeom xmlns:a="http://schemas.openxmlformats.org/drawingml/2006/main" prst="leftArrow">
            <a:avLst/>
          </a:prstGeom>
          <a:solidFill xmlns:a="http://schemas.openxmlformats.org/drawingml/2006/main">
            <a:srgbClr val="F4A26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1E7BCFD-7480-4253-968D-5EFBA93B5E85}"/>
              </a:ext>
            </a:extLst>
          </p:cNvPr>
          <p:cNvSpPr>
            <a:spLocks xmlns:a="http://schemas.openxmlformats.org/drawingml/2006/main" noGrp="1"/>
          </p:cNvSpPr>
          <p:nvPr/>
        </p:nvSpPr>
        <p:spPr>
          <a:xfrm xmlns:a="http://schemas.openxmlformats.org/drawingml/2006/main">
            <a:off x="9191625" y="4486275"/>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321B3D"/>
                </a:solidFill>
              </a:defRPr>
            </a:defPPr>
            <a:lvl1pPr algn="ctr">
              <a:defRPr sz="1425" b="1">
                <a:solidFill>
                  <a:srgbClr val="321B3D"/>
                </a:solidFill>
              </a:defRPr>
            </a:lvl1pPr>
            <a:lvl2pPr algn="ctr">
              <a:defRPr sz="1425" b="1">
                <a:solidFill>
                  <a:srgbClr val="321B3D"/>
                </a:solidFill>
              </a:defRPr>
            </a:lvl2pPr>
            <a:lvl3pPr algn="ctr">
              <a:defRPr sz="1425" b="1">
                <a:solidFill>
                  <a:srgbClr val="321B3D"/>
                </a:solidFill>
              </a:defRPr>
            </a:lvl3pPr>
            <a:lvl4pPr algn="ctr">
              <a:defRPr sz="1425" b="1">
                <a:solidFill>
                  <a:srgbClr val="321B3D"/>
                </a:solidFill>
              </a:defRPr>
            </a:lvl4pPr>
            <a:lvl5pPr algn="ctr">
              <a:defRPr sz="1425" b="1">
                <a:solidFill>
                  <a:srgbClr val="321B3D"/>
                </a:solidFill>
              </a:defRPr>
            </a:lvl5pPr>
            <a:lvl6pPr algn="ctr">
              <a:defRPr sz="1425" b="1">
                <a:solidFill>
                  <a:srgbClr val="321B3D"/>
                </a:solidFill>
              </a:defRPr>
            </a:lvl6pPr>
            <a:lvl7pPr algn="ctr">
              <a:defRPr sz="1425" b="1">
                <a:solidFill>
                  <a:srgbClr val="321B3D"/>
                </a:solidFill>
              </a:defRPr>
            </a:lvl7pPr>
            <a:lvl8pPr algn="ctr">
              <a:defRPr sz="1425" b="1">
                <a:solidFill>
                  <a:srgbClr val="321B3D"/>
                </a:solidFill>
              </a:defRPr>
            </a:lvl8pPr>
            <a:lvl9pPr algn="ctr">
              <a:defRPr sz="1425" b="1">
                <a:solidFill>
                  <a:srgbClr val="321B3D"/>
                </a:solidFill>
              </a:defRPr>
            </a:lvl9pPr>
          </a:lstStyle>
          <a:p xmlns:a="http://schemas.openxmlformats.org/drawingml/2006/main">
            <a:pPr algn="ctr">
              <a:defRPr sz="1425" b="1">
                <a:solidFill>
                  <a:srgbClr val="321B3D"/>
                </a:solidFill>
              </a:defRPr>
            </a:pPr>
            <a:r>
              <a:rPr sz="1425" b="1">
                <a:solidFill>
                  <a:srgbClr val="321B3D"/>
                </a:solidFill>
              </a:rPr>
              <a:t>EVENT TIME</a:t>
            </a:r>
          </a:p>
        </p:txBody>
      </p:sp>
      <p:sp>
        <p:nvSpPr>
          <p:cNvPr id="15" name="">
            <a:extLst xmlns:a="http://schemas.openxmlformats.org/drawingml/2006/main">
              <a:ext uri="{FF2B5EF4-FFF2-40B4-BE49-F238E27FC236}">
                <a16:creationId xmlns:a16="http://schemas.microsoft.com/office/drawing/2014/main" id="{1F927241-CAC0-48D6-93DE-7EDF6F4AC87A}"/>
              </a:ext>
            </a:extLst>
          </p:cNvPr>
          <p:cNvSpPr>
            <a:spLocks xmlns:a="http://schemas.openxmlformats.org/drawingml/2006/main" noGrp="1"/>
          </p:cNvSpPr>
          <p:nvPr/>
        </p:nvSpPr>
        <p:spPr>
          <a:xfrm xmlns:a="http://schemas.openxmlformats.org/drawingml/2006/main">
            <a:off x="3000375" y="5572125"/>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705D78"/>
                </a:solidFill>
              </a:defRPr>
            </a:defPPr>
            <a:lvl1pPr algn="ctr">
              <a:defRPr sz="1425" b="1">
                <a:solidFill>
                  <a:srgbClr val="705D78"/>
                </a:solidFill>
              </a:defRPr>
            </a:lvl1pPr>
            <a:lvl2pPr algn="ctr">
              <a:defRPr sz="1425" b="1">
                <a:solidFill>
                  <a:srgbClr val="705D78"/>
                </a:solidFill>
              </a:defRPr>
            </a:lvl2pPr>
            <a:lvl3pPr algn="ctr">
              <a:defRPr sz="1425" b="1">
                <a:solidFill>
                  <a:srgbClr val="705D78"/>
                </a:solidFill>
              </a:defRPr>
            </a:lvl3pPr>
            <a:lvl4pPr algn="ctr">
              <a:defRPr sz="1425" b="1">
                <a:solidFill>
                  <a:srgbClr val="705D78"/>
                </a:solidFill>
              </a:defRPr>
            </a:lvl4pPr>
            <a:lvl5pPr algn="ctr">
              <a:defRPr sz="1425" b="1">
                <a:solidFill>
                  <a:srgbClr val="705D78"/>
                </a:solidFill>
              </a:defRPr>
            </a:lvl5pPr>
            <a:lvl6pPr algn="ctr">
              <a:defRPr sz="1425" b="1">
                <a:solidFill>
                  <a:srgbClr val="705D78"/>
                </a:solidFill>
              </a:defRPr>
            </a:lvl6pPr>
            <a:lvl7pPr algn="ctr">
              <a:defRPr sz="1425" b="1">
                <a:solidFill>
                  <a:srgbClr val="705D78"/>
                </a:solidFill>
              </a:defRPr>
            </a:lvl7pPr>
            <a:lvl8pPr algn="ctr">
              <a:defRPr sz="1425" b="1">
                <a:solidFill>
                  <a:srgbClr val="705D78"/>
                </a:solidFill>
              </a:defRPr>
            </a:lvl8pPr>
            <a:lvl9pPr algn="ctr">
              <a:defRPr sz="1425" b="1">
                <a:solidFill>
                  <a:srgbClr val="705D78"/>
                </a:solidFill>
              </a:defRPr>
            </a:lvl9pPr>
          </a:lstStyle>
          <a:p xmlns:a="http://schemas.openxmlformats.org/drawingml/2006/main">
            <a:pPr algn="ctr">
              <a:defRPr sz="1425" b="1">
                <a:solidFill>
                  <a:srgbClr val="705D78"/>
                </a:solidFill>
              </a:defRPr>
            </a:pPr>
            <a:r>
              <a:rPr sz="1425" b="1">
                <a:solidFill>
                  <a:srgbClr val="705D78"/>
                </a:solidFill>
              </a:rPr>
              <a:t>Reusable definitions reduce duplicate feature logic</a:t>
            </a:r>
          </a:p>
        </p:txBody>
      </p:sp>
    </p:spTree>
    <p:extLst>
      <p:ext uri="{BB962C8B-B14F-4D97-AF65-F5344CB8AC3E}">
        <p14:creationId xmlns:p14="http://schemas.microsoft.com/office/powerpoint/2010/main" val="521638178"/>
      </p:ext>
    </p:extLst>
  </p:cSld>
</p:sld>
</file>

<file path=ppt/slides/slide10.xml><?xml version="1.0" encoding="utf-8"?>
<p:sld xmlns:p="http://schemas.openxmlformats.org/presentationml/2006/main">
  <p:cSld>
    <p:bg>
      <p:bgPr>
        <a:solidFill xmlns:a="http://schemas.openxmlformats.org/drawingml/2006/main">
          <a:srgbClr val="FFF9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B0B1E5A-CBC1-43E6-8472-A545A24FE580}"/>
              </a:ext>
            </a:extLst>
          </p:cNvPr>
          <p:cNvSpPr>
            <a:spLocks xmlns:a="http://schemas.openxmlformats.org/drawingml/2006/main" noGrp="1"/>
          </p:cNvSpPr>
          <p:nvPr/>
        </p:nvSpPr>
        <p:spPr>
          <a:xfrm xmlns:a="http://schemas.openxmlformats.org/drawingml/2006/main">
            <a:off x="60960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7B2CBF"/>
                </a:solidFill>
              </a:defRPr>
            </a:defPPr>
            <a:lvl1pPr algn="l">
              <a:defRPr sz="1050" b="1">
                <a:solidFill>
                  <a:srgbClr val="7B2CBF"/>
                </a:solidFill>
              </a:defRPr>
            </a:lvl1pPr>
            <a:lvl2pPr algn="l">
              <a:defRPr sz="1050" b="1">
                <a:solidFill>
                  <a:srgbClr val="7B2CBF"/>
                </a:solidFill>
              </a:defRPr>
            </a:lvl2pPr>
            <a:lvl3pPr algn="l">
              <a:defRPr sz="1050" b="1">
                <a:solidFill>
                  <a:srgbClr val="7B2CBF"/>
                </a:solidFill>
              </a:defRPr>
            </a:lvl3pPr>
            <a:lvl4pPr algn="l">
              <a:defRPr sz="1050" b="1">
                <a:solidFill>
                  <a:srgbClr val="7B2CBF"/>
                </a:solidFill>
              </a:defRPr>
            </a:lvl4pPr>
            <a:lvl5pPr algn="l">
              <a:defRPr sz="1050" b="1">
                <a:solidFill>
                  <a:srgbClr val="7B2CBF"/>
                </a:solidFill>
              </a:defRPr>
            </a:lvl5pPr>
            <a:lvl6pPr algn="l">
              <a:defRPr sz="1050" b="1">
                <a:solidFill>
                  <a:srgbClr val="7B2CBF"/>
                </a:solidFill>
              </a:defRPr>
            </a:lvl6pPr>
            <a:lvl7pPr algn="l">
              <a:defRPr sz="1050" b="1">
                <a:solidFill>
                  <a:srgbClr val="7B2CBF"/>
                </a:solidFill>
              </a:defRPr>
            </a:lvl7pPr>
            <a:lvl8pPr algn="l">
              <a:defRPr sz="1050" b="1">
                <a:solidFill>
                  <a:srgbClr val="7B2CBF"/>
                </a:solidFill>
              </a:defRPr>
            </a:lvl8pPr>
            <a:lvl9pPr algn="l">
              <a:defRPr sz="1050" b="1">
                <a:solidFill>
                  <a:srgbClr val="7B2CBF"/>
                </a:solidFill>
              </a:defRPr>
            </a:lvl9pPr>
          </a:lstStyle>
          <a:p xmlns:a="http://schemas.openxmlformats.org/drawingml/2006/main">
            <a:pPr algn="l">
              <a:defRPr sz="1050" b="1">
                <a:solidFill>
                  <a:srgbClr val="7B2CBF"/>
                </a:solidFill>
              </a:defRPr>
            </a:pPr>
            <a:r>
              <a:rPr sz="1050" b="1">
                <a:solidFill>
                  <a:srgbClr val="7B2CBF"/>
                </a:solidFill>
              </a:rPr>
              <a:t>WEEK 10 · PART 3</a:t>
            </a:r>
          </a:p>
        </p:txBody>
      </p:sp>
      <p:sp>
        <p:nvSpPr>
          <p:cNvPr id="2" name="">
            <a:extLst xmlns:a="http://schemas.openxmlformats.org/drawingml/2006/main">
              <a:ext uri="{FF2B5EF4-FFF2-40B4-BE49-F238E27FC236}">
                <a16:creationId xmlns:a16="http://schemas.microsoft.com/office/drawing/2014/main" id="{3365CBE4-4ACD-48B9-B5F7-F99DB211EF62}"/>
              </a:ext>
            </a:extLst>
          </p:cNvPr>
          <p:cNvSpPr>
            <a:spLocks xmlns:a="http://schemas.openxmlformats.org/drawingml/2006/main" noGrp="1"/>
          </p:cNvSpPr>
          <p:nvPr/>
        </p:nvSpPr>
        <p:spPr>
          <a:xfrm xmlns:a="http://schemas.openxmlformats.org/drawingml/2006/main">
            <a:off x="11049000" y="26670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321B3D"/>
                </a:solidFill>
              </a:defRPr>
            </a:defPPr>
            <a:lvl1pPr algn="r">
              <a:defRPr sz="1350" b="1">
                <a:solidFill>
                  <a:srgbClr val="321B3D"/>
                </a:solidFill>
              </a:defRPr>
            </a:lvl1pPr>
            <a:lvl2pPr algn="r">
              <a:defRPr sz="1350" b="1">
                <a:solidFill>
                  <a:srgbClr val="321B3D"/>
                </a:solidFill>
              </a:defRPr>
            </a:lvl2pPr>
            <a:lvl3pPr algn="r">
              <a:defRPr sz="1350" b="1">
                <a:solidFill>
                  <a:srgbClr val="321B3D"/>
                </a:solidFill>
              </a:defRPr>
            </a:lvl3pPr>
            <a:lvl4pPr algn="r">
              <a:defRPr sz="1350" b="1">
                <a:solidFill>
                  <a:srgbClr val="321B3D"/>
                </a:solidFill>
              </a:defRPr>
            </a:lvl4pPr>
            <a:lvl5pPr algn="r">
              <a:defRPr sz="1350" b="1">
                <a:solidFill>
                  <a:srgbClr val="321B3D"/>
                </a:solidFill>
              </a:defRPr>
            </a:lvl5pPr>
            <a:lvl6pPr algn="r">
              <a:defRPr sz="1350" b="1">
                <a:solidFill>
                  <a:srgbClr val="321B3D"/>
                </a:solidFill>
              </a:defRPr>
            </a:lvl6pPr>
            <a:lvl7pPr algn="r">
              <a:defRPr sz="1350" b="1">
                <a:solidFill>
                  <a:srgbClr val="321B3D"/>
                </a:solidFill>
              </a:defRPr>
            </a:lvl7pPr>
            <a:lvl8pPr algn="r">
              <a:defRPr sz="1350" b="1">
                <a:solidFill>
                  <a:srgbClr val="321B3D"/>
                </a:solidFill>
              </a:defRPr>
            </a:lvl8pPr>
            <a:lvl9pPr algn="r">
              <a:defRPr sz="1350" b="1">
                <a:solidFill>
                  <a:srgbClr val="321B3D"/>
                </a:solidFill>
              </a:defRPr>
            </a:lvl9pPr>
          </a:lstStyle>
          <a:p xmlns:a="http://schemas.openxmlformats.org/drawingml/2006/main">
            <a:pPr algn="r">
              <a:defRPr sz="1350" b="1">
                <a:solidFill>
                  <a:srgbClr val="321B3D"/>
                </a:solidFill>
              </a:defRPr>
            </a:pPr>
            <a:r>
              <a:rPr sz="1350" b="1">
                <a:solidFill>
                  <a:srgbClr val="321B3D"/>
                </a:solidFill>
              </a:rPr>
              <a:t>10</a:t>
            </a:r>
          </a:p>
        </p:txBody>
      </p:sp>
      <p:sp>
        <p:nvSpPr>
          <p:cNvPr id="3" name="">
            <a:extLst xmlns:a="http://schemas.openxmlformats.org/drawingml/2006/main">
              <a:ext uri="{FF2B5EF4-FFF2-40B4-BE49-F238E27FC236}">
                <a16:creationId xmlns:a16="http://schemas.microsoft.com/office/drawing/2014/main" id="{1D2D841E-34C8-4539-8883-7918E52B00FF}"/>
              </a:ext>
            </a:extLst>
          </p:cNvPr>
          <p:cNvSpPr>
            <a:spLocks xmlns:a="http://schemas.openxmlformats.org/drawingml/2006/main" noGrp="1"/>
          </p:cNvSpPr>
          <p:nvPr/>
        </p:nvSpPr>
        <p:spPr>
          <a:xfrm xmlns:a="http://schemas.openxmlformats.org/drawingml/2006/main">
            <a:off x="609600" y="723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321B3D"/>
                </a:solidFill>
              </a:defRPr>
            </a:defPPr>
            <a:lvl1pPr algn="l">
              <a:defRPr sz="2550" b="1">
                <a:solidFill>
                  <a:srgbClr val="321B3D"/>
                </a:solidFill>
              </a:defRPr>
            </a:lvl1pPr>
            <a:lvl2pPr algn="l">
              <a:defRPr sz="2550" b="1">
                <a:solidFill>
                  <a:srgbClr val="321B3D"/>
                </a:solidFill>
              </a:defRPr>
            </a:lvl2pPr>
            <a:lvl3pPr algn="l">
              <a:defRPr sz="2550" b="1">
                <a:solidFill>
                  <a:srgbClr val="321B3D"/>
                </a:solidFill>
              </a:defRPr>
            </a:lvl3pPr>
            <a:lvl4pPr algn="l">
              <a:defRPr sz="2550" b="1">
                <a:solidFill>
                  <a:srgbClr val="321B3D"/>
                </a:solidFill>
              </a:defRPr>
            </a:lvl4pPr>
            <a:lvl5pPr algn="l">
              <a:defRPr sz="2550" b="1">
                <a:solidFill>
                  <a:srgbClr val="321B3D"/>
                </a:solidFill>
              </a:defRPr>
            </a:lvl5pPr>
            <a:lvl6pPr algn="l">
              <a:defRPr sz="2550" b="1">
                <a:solidFill>
                  <a:srgbClr val="321B3D"/>
                </a:solidFill>
              </a:defRPr>
            </a:lvl6pPr>
            <a:lvl7pPr algn="l">
              <a:defRPr sz="2550" b="1">
                <a:solidFill>
                  <a:srgbClr val="321B3D"/>
                </a:solidFill>
              </a:defRPr>
            </a:lvl7pPr>
            <a:lvl8pPr algn="l">
              <a:defRPr sz="2550" b="1">
                <a:solidFill>
                  <a:srgbClr val="321B3D"/>
                </a:solidFill>
              </a:defRPr>
            </a:lvl8pPr>
            <a:lvl9pPr algn="l">
              <a:defRPr sz="2550" b="1">
                <a:solidFill>
                  <a:srgbClr val="321B3D"/>
                </a:solidFill>
              </a:defRPr>
            </a:lvl9pPr>
          </a:lstStyle>
          <a:p xmlns:a="http://schemas.openxmlformats.org/drawingml/2006/main">
            <a:pPr algn="l">
              <a:defRPr sz="2550" b="1">
                <a:solidFill>
                  <a:srgbClr val="321B3D"/>
                </a:solidFill>
              </a:defRPr>
            </a:pPr>
            <a:r>
              <a:rPr sz="2550" b="1">
                <a:solidFill>
                  <a:srgbClr val="321B3D"/>
                </a:solidFill>
              </a:rPr>
              <a:t>Online and Offline Store architecture</a:t>
            </a:r>
          </a:p>
        </p:txBody>
      </p:sp>
      <p:sp>
        <p:nvSpPr>
          <p:cNvPr id="4" name="">
            <a:extLst xmlns:a="http://schemas.openxmlformats.org/drawingml/2006/main">
              <a:ext uri="{FF2B5EF4-FFF2-40B4-BE49-F238E27FC236}">
                <a16:creationId xmlns:a16="http://schemas.microsoft.com/office/drawing/2014/main" id="{066F22C3-CEEA-45B6-801E-9DAEAB7824FA}"/>
              </a:ext>
            </a:extLst>
          </p:cNvPr>
          <p:cNvSpPr>
            <a:spLocks xmlns:a="http://schemas.openxmlformats.org/drawingml/2006/main" noGrp="1"/>
          </p:cNvSpPr>
          <p:nvPr/>
        </p:nvSpPr>
        <p:spPr>
          <a:xfrm xmlns:a="http://schemas.openxmlformats.org/drawingml/2006/main">
            <a:off x="609600" y="6534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705D78"/>
                </a:solidFill>
              </a:defRPr>
            </a:defPPr>
            <a:lvl1pPr algn="l">
              <a:defRPr sz="750" b="0">
                <a:solidFill>
                  <a:srgbClr val="705D78"/>
                </a:solidFill>
              </a:defRPr>
            </a:lvl1pPr>
            <a:lvl2pPr algn="l">
              <a:defRPr sz="750" b="0">
                <a:solidFill>
                  <a:srgbClr val="705D78"/>
                </a:solidFill>
              </a:defRPr>
            </a:lvl2pPr>
            <a:lvl3pPr algn="l">
              <a:defRPr sz="750" b="0">
                <a:solidFill>
                  <a:srgbClr val="705D78"/>
                </a:solidFill>
              </a:defRPr>
            </a:lvl3pPr>
            <a:lvl4pPr algn="l">
              <a:defRPr sz="750" b="0">
                <a:solidFill>
                  <a:srgbClr val="705D78"/>
                </a:solidFill>
              </a:defRPr>
            </a:lvl4pPr>
            <a:lvl5pPr algn="l">
              <a:defRPr sz="750" b="0">
                <a:solidFill>
                  <a:srgbClr val="705D78"/>
                </a:solidFill>
              </a:defRPr>
            </a:lvl5pPr>
            <a:lvl6pPr algn="l">
              <a:defRPr sz="750" b="0">
                <a:solidFill>
                  <a:srgbClr val="705D78"/>
                </a:solidFill>
              </a:defRPr>
            </a:lvl6pPr>
            <a:lvl7pPr algn="l">
              <a:defRPr sz="750" b="0">
                <a:solidFill>
                  <a:srgbClr val="705D78"/>
                </a:solidFill>
              </a:defRPr>
            </a:lvl7pPr>
            <a:lvl8pPr algn="l">
              <a:defRPr sz="750" b="0">
                <a:solidFill>
                  <a:srgbClr val="705D78"/>
                </a:solidFill>
              </a:defRPr>
            </a:lvl8pPr>
            <a:lvl9pPr algn="l">
              <a:defRPr sz="750" b="0">
                <a:solidFill>
                  <a:srgbClr val="705D78"/>
                </a:solidFill>
              </a:defRPr>
            </a:lvl9pPr>
          </a:lstStyle>
          <a:p xmlns:a="http://schemas.openxmlformats.org/drawingml/2006/main">
            <a:pPr algn="l">
              <a:defRPr sz="750" b="0">
                <a:solidFill>
                  <a:srgbClr val="705D78"/>
                </a:solidFill>
              </a:defRPr>
            </a:pPr>
            <a:r>
              <a:rPr sz="750" b="0">
                <a:solidFill>
                  <a:srgbClr val="705D78"/>
                </a:solidFill>
              </a:rPr>
              <a:t>AWS ML Engineer · Week 10 · Part 3</a:t>
            </a:r>
          </a:p>
        </p:txBody>
      </p:sp>
      <p:sp>
        <p:nvSpPr>
          <p:cNvPr id="5" name="">
            <a:extLst xmlns:a="http://schemas.openxmlformats.org/drawingml/2006/main">
              <a:ext uri="{FF2B5EF4-FFF2-40B4-BE49-F238E27FC236}">
                <a16:creationId xmlns:a16="http://schemas.microsoft.com/office/drawing/2014/main" id="{B5F2C064-FB2D-49F9-9698-F0A3C20B7415}"/>
              </a:ext>
            </a:extLst>
          </p:cNvPr>
          <p:cNvSpPr>
            <a:spLocks xmlns:a="http://schemas.openxmlformats.org/drawingml/2006/main" noGrp="1"/>
          </p:cNvSpPr>
          <p:nvPr/>
        </p:nvSpPr>
        <p:spPr>
          <a:xfrm xmlns:a="http://schemas.openxmlformats.org/drawingml/2006/main">
            <a:off x="666750" y="1809750"/>
            <a:ext cx="4953000" cy="3905250"/>
          </a:xfrm>
          <a:prstGeom xmlns:a="http://schemas.openxmlformats.org/drawingml/2006/main" prst="rect">
            <a:avLst/>
          </a:prstGeom>
          <a:solidFill xmlns:a="http://schemas.openxmlformats.org/drawingml/2006/main">
            <a:srgbClr val="7B2CB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F69265A-C836-49BE-87D8-2AC56D9DA508}"/>
              </a:ext>
            </a:extLst>
          </p:cNvPr>
          <p:cNvSpPr>
            <a:spLocks xmlns:a="http://schemas.openxmlformats.org/drawingml/2006/main" noGrp="1"/>
          </p:cNvSpPr>
          <p:nvPr/>
        </p:nvSpPr>
        <p:spPr>
          <a:xfrm xmlns:a="http://schemas.openxmlformats.org/drawingml/2006/main">
            <a:off x="1143000" y="2190750"/>
            <a:ext cx="4000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75" b="1">
                <a:solidFill>
                  <a:srgbClr val="FFFFFF"/>
                </a:solidFill>
              </a:defRPr>
            </a:defPPr>
            <a:lvl1pPr algn="ctr">
              <a:defRPr sz="2175" b="1">
                <a:solidFill>
                  <a:srgbClr val="FFFFFF"/>
                </a:solidFill>
              </a:defRPr>
            </a:lvl1pPr>
            <a:lvl2pPr algn="ctr">
              <a:defRPr sz="2175" b="1">
                <a:solidFill>
                  <a:srgbClr val="FFFFFF"/>
                </a:solidFill>
              </a:defRPr>
            </a:lvl2pPr>
            <a:lvl3pPr algn="ctr">
              <a:defRPr sz="2175" b="1">
                <a:solidFill>
                  <a:srgbClr val="FFFFFF"/>
                </a:solidFill>
              </a:defRPr>
            </a:lvl3pPr>
            <a:lvl4pPr algn="ctr">
              <a:defRPr sz="2175" b="1">
                <a:solidFill>
                  <a:srgbClr val="FFFFFF"/>
                </a:solidFill>
              </a:defRPr>
            </a:lvl4pPr>
            <a:lvl5pPr algn="ctr">
              <a:defRPr sz="2175" b="1">
                <a:solidFill>
                  <a:srgbClr val="FFFFFF"/>
                </a:solidFill>
              </a:defRPr>
            </a:lvl5pPr>
            <a:lvl6pPr algn="ctr">
              <a:defRPr sz="2175" b="1">
                <a:solidFill>
                  <a:srgbClr val="FFFFFF"/>
                </a:solidFill>
              </a:defRPr>
            </a:lvl6pPr>
            <a:lvl7pPr algn="ctr">
              <a:defRPr sz="2175" b="1">
                <a:solidFill>
                  <a:srgbClr val="FFFFFF"/>
                </a:solidFill>
              </a:defRPr>
            </a:lvl7pPr>
            <a:lvl8pPr algn="ctr">
              <a:defRPr sz="2175" b="1">
                <a:solidFill>
                  <a:srgbClr val="FFFFFF"/>
                </a:solidFill>
              </a:defRPr>
            </a:lvl8pPr>
            <a:lvl9pPr algn="ctr">
              <a:defRPr sz="2175" b="1">
                <a:solidFill>
                  <a:srgbClr val="FFFFFF"/>
                </a:solidFill>
              </a:defRPr>
            </a:lvl9pPr>
          </a:lstStyle>
          <a:p xmlns:a="http://schemas.openxmlformats.org/drawingml/2006/main">
            <a:pPr algn="ctr">
              <a:defRPr sz="2175" b="1">
                <a:solidFill>
                  <a:srgbClr val="FFFFFF"/>
                </a:solidFill>
              </a:defRPr>
            </a:pPr>
            <a:r>
              <a:rPr sz="2175" b="1">
                <a:solidFill>
                  <a:srgbClr val="FFFFFF"/>
                </a:solidFill>
              </a:rPr>
              <a:t>ONLINE STORE</a:t>
            </a:r>
          </a:p>
        </p:txBody>
      </p:sp>
      <p:sp>
        <p:nvSpPr>
          <p:cNvPr id="7" name="">
            <a:extLst xmlns:a="http://schemas.openxmlformats.org/drawingml/2006/main">
              <a:ext uri="{FF2B5EF4-FFF2-40B4-BE49-F238E27FC236}">
                <a16:creationId xmlns:a16="http://schemas.microsoft.com/office/drawing/2014/main" id="{82C18F21-7CFC-4276-BADB-52B15BD501DB}"/>
              </a:ext>
            </a:extLst>
          </p:cNvPr>
          <p:cNvSpPr>
            <a:spLocks xmlns:a="http://schemas.openxmlformats.org/drawingml/2006/main" noGrp="1"/>
          </p:cNvSpPr>
          <p:nvPr/>
        </p:nvSpPr>
        <p:spPr>
          <a:xfrm xmlns:a="http://schemas.openxmlformats.org/drawingml/2006/main">
            <a:off x="1714500" y="3143250"/>
            <a:ext cx="285750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153FE8B-FC71-4DEA-B195-2286BA71F1F0}"/>
              </a:ext>
            </a:extLst>
          </p:cNvPr>
          <p:cNvSpPr>
            <a:spLocks xmlns:a="http://schemas.openxmlformats.org/drawingml/2006/main" noGrp="1"/>
          </p:cNvSpPr>
          <p:nvPr/>
        </p:nvSpPr>
        <p:spPr>
          <a:xfrm xmlns:a="http://schemas.openxmlformats.org/drawingml/2006/main">
            <a:off x="1809750" y="31432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7B2CBF"/>
                </a:solidFill>
              </a:defRPr>
            </a:defPPr>
            <a:lvl1pPr algn="ctr">
              <a:defRPr sz="1050" b="1">
                <a:solidFill>
                  <a:srgbClr val="7B2CBF"/>
                </a:solidFill>
              </a:defRPr>
            </a:lvl1pPr>
            <a:lvl2pPr algn="ctr">
              <a:defRPr sz="1050" b="1">
                <a:solidFill>
                  <a:srgbClr val="7B2CBF"/>
                </a:solidFill>
              </a:defRPr>
            </a:lvl2pPr>
            <a:lvl3pPr algn="ctr">
              <a:defRPr sz="1050" b="1">
                <a:solidFill>
                  <a:srgbClr val="7B2CBF"/>
                </a:solidFill>
              </a:defRPr>
            </a:lvl3pPr>
            <a:lvl4pPr algn="ctr">
              <a:defRPr sz="1050" b="1">
                <a:solidFill>
                  <a:srgbClr val="7B2CBF"/>
                </a:solidFill>
              </a:defRPr>
            </a:lvl4pPr>
            <a:lvl5pPr algn="ctr">
              <a:defRPr sz="1050" b="1">
                <a:solidFill>
                  <a:srgbClr val="7B2CBF"/>
                </a:solidFill>
              </a:defRPr>
            </a:lvl5pPr>
            <a:lvl6pPr algn="ctr">
              <a:defRPr sz="1050" b="1">
                <a:solidFill>
                  <a:srgbClr val="7B2CBF"/>
                </a:solidFill>
              </a:defRPr>
            </a:lvl6pPr>
            <a:lvl7pPr algn="ctr">
              <a:defRPr sz="1050" b="1">
                <a:solidFill>
                  <a:srgbClr val="7B2CBF"/>
                </a:solidFill>
              </a:defRPr>
            </a:lvl7pPr>
            <a:lvl8pPr algn="ctr">
              <a:defRPr sz="1050" b="1">
                <a:solidFill>
                  <a:srgbClr val="7B2CBF"/>
                </a:solidFill>
              </a:defRPr>
            </a:lvl8pPr>
            <a:lvl9pPr algn="ctr">
              <a:defRPr sz="1050" b="1">
                <a:solidFill>
                  <a:srgbClr val="7B2CBF"/>
                </a:solidFill>
              </a:defRPr>
            </a:lvl9pPr>
          </a:lstStyle>
          <a:p xmlns:a="http://schemas.openxmlformats.org/drawingml/2006/main">
            <a:pPr algn="ctr">
              <a:defRPr sz="1050" b="1">
                <a:solidFill>
                  <a:srgbClr val="7B2CBF"/>
                </a:solidFill>
              </a:defRPr>
            </a:pPr>
            <a:r>
              <a:rPr sz="1050" b="1">
                <a:solidFill>
                  <a:srgbClr val="7B2CBF"/>
                </a:solidFill>
              </a:rPr>
              <a:t>LOW LATENCY</a:t>
            </a:r>
          </a:p>
        </p:txBody>
      </p:sp>
      <p:sp>
        <p:nvSpPr>
          <p:cNvPr id="9" name="">
            <a:extLst xmlns:a="http://schemas.openxmlformats.org/drawingml/2006/main">
              <a:ext uri="{FF2B5EF4-FFF2-40B4-BE49-F238E27FC236}">
                <a16:creationId xmlns:a16="http://schemas.microsoft.com/office/drawing/2014/main" id="{209E5506-6C2A-44A2-9684-F746B42ADB0A}"/>
              </a:ext>
            </a:extLst>
          </p:cNvPr>
          <p:cNvSpPr>
            <a:spLocks xmlns:a="http://schemas.openxmlformats.org/drawingml/2006/main" noGrp="1"/>
          </p:cNvSpPr>
          <p:nvPr/>
        </p:nvSpPr>
        <p:spPr>
          <a:xfrm xmlns:a="http://schemas.openxmlformats.org/drawingml/2006/main">
            <a:off x="1476375" y="400050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defRPr sz="1500" b="1">
                <a:solidFill>
                  <a:srgbClr val="FFFFFF"/>
                </a:solidFill>
              </a:defRPr>
            </a:pPr>
            <a:r>
              <a:rPr sz="1500" b="1">
                <a:solidFill>
                  <a:srgbClr val="FFFFFF"/>
                </a:solidFill>
              </a:rPr>
              <a:t>PutRecord · GetRecord</a:t>
            </a:r>
          </a:p>
          <a:p xmlns:a="http://schemas.openxmlformats.org/drawingml/2006/main">
            <a:pPr algn="ctr">
              <a:defRPr sz="1500" b="1">
                <a:solidFill>
                  <a:srgbClr val="FFFFFF"/>
                </a:solidFill>
              </a:defRPr>
            </a:pPr>
            <a:r>
              <a:rPr sz="1500" b="1">
                <a:solidFill>
                  <a:srgbClr val="FFFFFF"/>
                </a:solidFill>
              </a:rPr>
              <a:t>Real-time inference</a:t>
            </a:r>
          </a:p>
        </p:txBody>
      </p:sp>
      <p:sp>
        <p:nvSpPr>
          <p:cNvPr id="10" name="">
            <a:extLst xmlns:a="http://schemas.openxmlformats.org/drawingml/2006/main">
              <a:ext uri="{FF2B5EF4-FFF2-40B4-BE49-F238E27FC236}">
                <a16:creationId xmlns:a16="http://schemas.microsoft.com/office/drawing/2014/main" id="{851F0F1C-B4CD-4607-9C5F-9C11721EE537}"/>
              </a:ext>
            </a:extLst>
          </p:cNvPr>
          <p:cNvSpPr>
            <a:spLocks xmlns:a="http://schemas.openxmlformats.org/drawingml/2006/main" noGrp="1"/>
          </p:cNvSpPr>
          <p:nvPr/>
        </p:nvSpPr>
        <p:spPr>
          <a:xfrm xmlns:a="http://schemas.openxmlformats.org/drawingml/2006/main">
            <a:off x="6572250" y="1809750"/>
            <a:ext cx="4953000" cy="3905250"/>
          </a:xfrm>
          <a:prstGeom xmlns:a="http://schemas.openxmlformats.org/drawingml/2006/main" prst="rect">
            <a:avLst/>
          </a:prstGeom>
          <a:solidFill xmlns:a="http://schemas.openxmlformats.org/drawingml/2006/main">
            <a:srgbClr val="0FA3B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43018D9-10F7-4B51-8666-14468E06DD12}"/>
              </a:ext>
            </a:extLst>
          </p:cNvPr>
          <p:cNvSpPr>
            <a:spLocks xmlns:a="http://schemas.openxmlformats.org/drawingml/2006/main" noGrp="1"/>
          </p:cNvSpPr>
          <p:nvPr/>
        </p:nvSpPr>
        <p:spPr>
          <a:xfrm xmlns:a="http://schemas.openxmlformats.org/drawingml/2006/main">
            <a:off x="7048500" y="2190750"/>
            <a:ext cx="4000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75" b="1">
                <a:solidFill>
                  <a:srgbClr val="FFFFFF"/>
                </a:solidFill>
              </a:defRPr>
            </a:defPPr>
            <a:lvl1pPr algn="ctr">
              <a:defRPr sz="2175" b="1">
                <a:solidFill>
                  <a:srgbClr val="FFFFFF"/>
                </a:solidFill>
              </a:defRPr>
            </a:lvl1pPr>
            <a:lvl2pPr algn="ctr">
              <a:defRPr sz="2175" b="1">
                <a:solidFill>
                  <a:srgbClr val="FFFFFF"/>
                </a:solidFill>
              </a:defRPr>
            </a:lvl2pPr>
            <a:lvl3pPr algn="ctr">
              <a:defRPr sz="2175" b="1">
                <a:solidFill>
                  <a:srgbClr val="FFFFFF"/>
                </a:solidFill>
              </a:defRPr>
            </a:lvl3pPr>
            <a:lvl4pPr algn="ctr">
              <a:defRPr sz="2175" b="1">
                <a:solidFill>
                  <a:srgbClr val="FFFFFF"/>
                </a:solidFill>
              </a:defRPr>
            </a:lvl4pPr>
            <a:lvl5pPr algn="ctr">
              <a:defRPr sz="2175" b="1">
                <a:solidFill>
                  <a:srgbClr val="FFFFFF"/>
                </a:solidFill>
              </a:defRPr>
            </a:lvl5pPr>
            <a:lvl6pPr algn="ctr">
              <a:defRPr sz="2175" b="1">
                <a:solidFill>
                  <a:srgbClr val="FFFFFF"/>
                </a:solidFill>
              </a:defRPr>
            </a:lvl6pPr>
            <a:lvl7pPr algn="ctr">
              <a:defRPr sz="2175" b="1">
                <a:solidFill>
                  <a:srgbClr val="FFFFFF"/>
                </a:solidFill>
              </a:defRPr>
            </a:lvl7pPr>
            <a:lvl8pPr algn="ctr">
              <a:defRPr sz="2175" b="1">
                <a:solidFill>
                  <a:srgbClr val="FFFFFF"/>
                </a:solidFill>
              </a:defRPr>
            </a:lvl8pPr>
            <a:lvl9pPr algn="ctr">
              <a:defRPr sz="2175" b="1">
                <a:solidFill>
                  <a:srgbClr val="FFFFFF"/>
                </a:solidFill>
              </a:defRPr>
            </a:lvl9pPr>
          </a:lstStyle>
          <a:p xmlns:a="http://schemas.openxmlformats.org/drawingml/2006/main">
            <a:pPr algn="ctr">
              <a:defRPr sz="2175" b="1">
                <a:solidFill>
                  <a:srgbClr val="FFFFFF"/>
                </a:solidFill>
              </a:defRPr>
            </a:pPr>
            <a:r>
              <a:rPr sz="2175" b="1">
                <a:solidFill>
                  <a:srgbClr val="FFFFFF"/>
                </a:solidFill>
              </a:rPr>
              <a:t>OFFLINE STORE</a:t>
            </a:r>
          </a:p>
        </p:txBody>
      </p:sp>
      <p:sp>
        <p:nvSpPr>
          <p:cNvPr id="12" name="">
            <a:extLst xmlns:a="http://schemas.openxmlformats.org/drawingml/2006/main">
              <a:ext uri="{FF2B5EF4-FFF2-40B4-BE49-F238E27FC236}">
                <a16:creationId xmlns:a16="http://schemas.microsoft.com/office/drawing/2014/main" id="{BEA22E6B-787C-4F90-8FCA-26C80950DC9C}"/>
              </a:ext>
            </a:extLst>
          </p:cNvPr>
          <p:cNvSpPr>
            <a:spLocks xmlns:a="http://schemas.openxmlformats.org/drawingml/2006/main" noGrp="1"/>
          </p:cNvSpPr>
          <p:nvPr/>
        </p:nvSpPr>
        <p:spPr>
          <a:xfrm xmlns:a="http://schemas.openxmlformats.org/drawingml/2006/main">
            <a:off x="7620000" y="3143250"/>
            <a:ext cx="285750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1E36270-D0AA-49A6-92CE-AD368EB222A9}"/>
              </a:ext>
            </a:extLst>
          </p:cNvPr>
          <p:cNvSpPr>
            <a:spLocks xmlns:a="http://schemas.openxmlformats.org/drawingml/2006/main" noGrp="1"/>
          </p:cNvSpPr>
          <p:nvPr/>
        </p:nvSpPr>
        <p:spPr>
          <a:xfrm xmlns:a="http://schemas.openxmlformats.org/drawingml/2006/main">
            <a:off x="7715250" y="31432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0FA3B1"/>
                </a:solidFill>
              </a:defRPr>
            </a:defPPr>
            <a:lvl1pPr algn="ctr">
              <a:defRPr sz="1050" b="1">
                <a:solidFill>
                  <a:srgbClr val="0FA3B1"/>
                </a:solidFill>
              </a:defRPr>
            </a:lvl1pPr>
            <a:lvl2pPr algn="ctr">
              <a:defRPr sz="1050" b="1">
                <a:solidFill>
                  <a:srgbClr val="0FA3B1"/>
                </a:solidFill>
              </a:defRPr>
            </a:lvl2pPr>
            <a:lvl3pPr algn="ctr">
              <a:defRPr sz="1050" b="1">
                <a:solidFill>
                  <a:srgbClr val="0FA3B1"/>
                </a:solidFill>
              </a:defRPr>
            </a:lvl3pPr>
            <a:lvl4pPr algn="ctr">
              <a:defRPr sz="1050" b="1">
                <a:solidFill>
                  <a:srgbClr val="0FA3B1"/>
                </a:solidFill>
              </a:defRPr>
            </a:lvl4pPr>
            <a:lvl5pPr algn="ctr">
              <a:defRPr sz="1050" b="1">
                <a:solidFill>
                  <a:srgbClr val="0FA3B1"/>
                </a:solidFill>
              </a:defRPr>
            </a:lvl5pPr>
            <a:lvl6pPr algn="ctr">
              <a:defRPr sz="1050" b="1">
                <a:solidFill>
                  <a:srgbClr val="0FA3B1"/>
                </a:solidFill>
              </a:defRPr>
            </a:lvl6pPr>
            <a:lvl7pPr algn="ctr">
              <a:defRPr sz="1050" b="1">
                <a:solidFill>
                  <a:srgbClr val="0FA3B1"/>
                </a:solidFill>
              </a:defRPr>
            </a:lvl7pPr>
            <a:lvl8pPr algn="ctr">
              <a:defRPr sz="1050" b="1">
                <a:solidFill>
                  <a:srgbClr val="0FA3B1"/>
                </a:solidFill>
              </a:defRPr>
            </a:lvl8pPr>
            <a:lvl9pPr algn="ctr">
              <a:defRPr sz="1050" b="1">
                <a:solidFill>
                  <a:srgbClr val="0FA3B1"/>
                </a:solidFill>
              </a:defRPr>
            </a:lvl9pPr>
          </a:lstStyle>
          <a:p xmlns:a="http://schemas.openxmlformats.org/drawingml/2006/main">
            <a:pPr algn="ctr">
              <a:defRPr sz="1050" b="1">
                <a:solidFill>
                  <a:srgbClr val="0FA3B1"/>
                </a:solidFill>
              </a:defRPr>
            </a:pPr>
            <a:r>
              <a:rPr sz="1050" b="1">
                <a:solidFill>
                  <a:srgbClr val="0FA3B1"/>
                </a:solidFill>
              </a:rPr>
              <a:t>BATCH ACCESS</a:t>
            </a:r>
          </a:p>
        </p:txBody>
      </p:sp>
      <p:sp>
        <p:nvSpPr>
          <p:cNvPr id="14" name="">
            <a:extLst xmlns:a="http://schemas.openxmlformats.org/drawingml/2006/main">
              <a:ext uri="{FF2B5EF4-FFF2-40B4-BE49-F238E27FC236}">
                <a16:creationId xmlns:a16="http://schemas.microsoft.com/office/drawing/2014/main" id="{136D8ADE-BB9B-4807-86F6-0AA9577D72D1}"/>
              </a:ext>
            </a:extLst>
          </p:cNvPr>
          <p:cNvSpPr>
            <a:spLocks xmlns:a="http://schemas.openxmlformats.org/drawingml/2006/main" noGrp="1"/>
          </p:cNvSpPr>
          <p:nvPr/>
        </p:nvSpPr>
        <p:spPr>
          <a:xfrm xmlns:a="http://schemas.openxmlformats.org/drawingml/2006/main">
            <a:off x="7239000" y="4000500"/>
            <a:ext cx="3619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defRPr sz="1500" b="1">
                <a:solidFill>
                  <a:srgbClr val="FFFFFF"/>
                </a:solidFill>
              </a:defRPr>
            </a:pPr>
            <a:r>
              <a:rPr sz="1500" b="1">
                <a:solidFill>
                  <a:srgbClr val="FFFFFF"/>
                </a:solidFill>
              </a:rPr>
              <a:t>S3 · Athena · Data Wrangler</a:t>
            </a:r>
          </a:p>
          <a:p xmlns:a="http://schemas.openxmlformats.org/drawingml/2006/main">
            <a:pPr algn="ctr">
              <a:defRPr sz="1500" b="1">
                <a:solidFill>
                  <a:srgbClr val="FFFFFF"/>
                </a:solidFill>
              </a:defRPr>
            </a:pPr>
            <a:r>
              <a:rPr sz="1500" b="1">
                <a:solidFill>
                  <a:srgbClr val="FFFFFF"/>
                </a:solidFill>
              </a:rPr>
              <a:t>Historical training and analytics</a:t>
            </a:r>
          </a:p>
        </p:txBody>
      </p:sp>
      <p:sp>
        <p:nvSpPr>
          <p:cNvPr id="15" name="">
            <a:extLst xmlns:a="http://schemas.openxmlformats.org/drawingml/2006/main">
              <a:ext uri="{FF2B5EF4-FFF2-40B4-BE49-F238E27FC236}">
                <a16:creationId xmlns:a16="http://schemas.microsoft.com/office/drawing/2014/main" id="{675576D0-AF9D-470C-871E-2DEC9B550A4A}"/>
              </a:ext>
            </a:extLst>
          </p:cNvPr>
          <p:cNvSpPr>
            <a:spLocks xmlns:a="http://schemas.openxmlformats.org/drawingml/2006/main" noGrp="1"/>
          </p:cNvSpPr>
          <p:nvPr/>
        </p:nvSpPr>
        <p:spPr>
          <a:xfrm xmlns:a="http://schemas.openxmlformats.org/drawingml/2006/main">
            <a:off x="5191125" y="3000375"/>
            <a:ext cx="1809750" cy="1809750"/>
          </a:xfrm>
          <a:prstGeom xmlns:a="http://schemas.openxmlformats.org/drawingml/2006/main" prst="diamond">
            <a:avLst/>
          </a:prstGeom>
          <a:solidFill xmlns:a="http://schemas.openxmlformats.org/drawingml/2006/main">
            <a:srgbClr val="F4A26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EA69D11-1DC5-4C70-A6AE-5402C048B26B}"/>
              </a:ext>
            </a:extLst>
          </p:cNvPr>
          <p:cNvSpPr>
            <a:spLocks xmlns:a="http://schemas.openxmlformats.org/drawingml/2006/main" noGrp="1"/>
          </p:cNvSpPr>
          <p:nvPr/>
        </p:nvSpPr>
        <p:spPr>
          <a:xfrm xmlns:a="http://schemas.openxmlformats.org/drawingml/2006/main">
            <a:off x="5524500" y="3476625"/>
            <a:ext cx="1143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321B3D"/>
                </a:solidFill>
              </a:defRPr>
            </a:defPPr>
            <a:lvl1pPr algn="ctr">
              <a:defRPr sz="1125" b="1">
                <a:solidFill>
                  <a:srgbClr val="321B3D"/>
                </a:solidFill>
              </a:defRPr>
            </a:lvl1pPr>
            <a:lvl2pPr algn="ctr">
              <a:defRPr sz="1125" b="1">
                <a:solidFill>
                  <a:srgbClr val="321B3D"/>
                </a:solidFill>
              </a:defRPr>
            </a:lvl2pPr>
            <a:lvl3pPr algn="ctr">
              <a:defRPr sz="1125" b="1">
                <a:solidFill>
                  <a:srgbClr val="321B3D"/>
                </a:solidFill>
              </a:defRPr>
            </a:lvl3pPr>
            <a:lvl4pPr algn="ctr">
              <a:defRPr sz="1125" b="1">
                <a:solidFill>
                  <a:srgbClr val="321B3D"/>
                </a:solidFill>
              </a:defRPr>
            </a:lvl4pPr>
            <a:lvl5pPr algn="ctr">
              <a:defRPr sz="1125" b="1">
                <a:solidFill>
                  <a:srgbClr val="321B3D"/>
                </a:solidFill>
              </a:defRPr>
            </a:lvl5pPr>
            <a:lvl6pPr algn="ctr">
              <a:defRPr sz="1125" b="1">
                <a:solidFill>
                  <a:srgbClr val="321B3D"/>
                </a:solidFill>
              </a:defRPr>
            </a:lvl6pPr>
            <a:lvl7pPr algn="ctr">
              <a:defRPr sz="1125" b="1">
                <a:solidFill>
                  <a:srgbClr val="321B3D"/>
                </a:solidFill>
              </a:defRPr>
            </a:lvl7pPr>
            <a:lvl8pPr algn="ctr">
              <a:defRPr sz="1125" b="1">
                <a:solidFill>
                  <a:srgbClr val="321B3D"/>
                </a:solidFill>
              </a:defRPr>
            </a:lvl8pPr>
            <a:lvl9pPr algn="ctr">
              <a:defRPr sz="1125" b="1">
                <a:solidFill>
                  <a:srgbClr val="321B3D"/>
                </a:solidFill>
              </a:defRPr>
            </a:lvl9pPr>
          </a:lstStyle>
          <a:p xmlns:a="http://schemas.openxmlformats.org/drawingml/2006/main">
            <a:pPr algn="ctr">
              <a:defRPr sz="1125" b="1">
                <a:solidFill>
                  <a:srgbClr val="321B3D"/>
                </a:solidFill>
              </a:defRPr>
            </a:pPr>
            <a:r>
              <a:rPr sz="1125" b="1">
                <a:solidFill>
                  <a:srgbClr val="321B3D"/>
                </a:solidFill>
              </a:rPr>
              <a:t>SHARED</a:t>
            </a:r>
          </a:p>
          <a:p xmlns:a="http://schemas.openxmlformats.org/drawingml/2006/main">
            <a:pPr algn="ctr">
              <a:defRPr sz="1125" b="1">
                <a:solidFill>
                  <a:srgbClr val="321B3D"/>
                </a:solidFill>
              </a:defRPr>
            </a:pPr>
            <a:r>
              <a:rPr sz="1125" b="1">
                <a:solidFill>
                  <a:srgbClr val="321B3D"/>
                </a:solidFill>
              </a:rPr>
              <a:t>FEATURES</a:t>
            </a:r>
          </a:p>
        </p:txBody>
      </p:sp>
    </p:spTree>
    <p:extLst>
      <p:ext uri="{BB962C8B-B14F-4D97-AF65-F5344CB8AC3E}">
        <p14:creationId xmlns:p14="http://schemas.microsoft.com/office/powerpoint/2010/main" val="200714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2026-10-27T18:43:58.4620000Z</dcterms:created>
  <dcterms:modified xsi:type="dcterms:W3CDTF">2026-10-27T18:43:58.4620000Z</dcterms:modified>
</coreProperties>
</file>