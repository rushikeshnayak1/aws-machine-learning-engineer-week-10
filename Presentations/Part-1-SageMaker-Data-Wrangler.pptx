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27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shikesh nayak" userId="335f63fe9b7688ce" providerId="LiveId" clId="{CBEC0FC1-7493-40C3-9D22-C412FCBEBCB3}"/>
    <pc:docChg chg="modSld">
      <pc:chgData name="rushikesh nayak" userId="335f63fe9b7688ce" providerId="LiveId" clId="{CBEC0FC1-7493-40C3-9D22-C412FCBEBCB3}" dt="2026-10-27T19:34:26.516" v="3" actId="207"/>
      <pc:docMkLst>
        <pc:docMk/>
      </pc:docMkLst>
      <pc:sldChg chg="modSp mod">
        <pc:chgData name="rushikesh nayak" userId="335f63fe9b7688ce" providerId="LiveId" clId="{CBEC0FC1-7493-40C3-9D22-C412FCBEBCB3}" dt="2026-10-27T19:34:26.516" v="3" actId="207"/>
        <pc:sldMkLst>
          <pc:docMk/>
          <pc:sldMk cId="2059596130" sldId="258"/>
        </pc:sldMkLst>
        <pc:spChg chg="mod">
          <ac:chgData name="rushikesh nayak" userId="335f63fe9b7688ce" providerId="LiveId" clId="{CBEC0FC1-7493-40C3-9D22-C412FCBEBCB3}" dt="2026-10-27T19:34:13.258" v="0" actId="207"/>
          <ac:spMkLst>
            <pc:docMk/>
            <pc:sldMk cId="2059596130" sldId="258"/>
            <ac:spMk id="7" creationId="{8C8FE770-FC16-486D-BC32-B2B519115251}"/>
          </ac:spMkLst>
        </pc:spChg>
        <pc:spChg chg="mod">
          <ac:chgData name="rushikesh nayak" userId="335f63fe9b7688ce" providerId="LiveId" clId="{CBEC0FC1-7493-40C3-9D22-C412FCBEBCB3}" dt="2026-10-27T19:34:17.920" v="1" actId="207"/>
          <ac:spMkLst>
            <pc:docMk/>
            <pc:sldMk cId="2059596130" sldId="258"/>
            <ac:spMk id="10" creationId="{9E4392A4-DBE3-40AE-BE4B-E0B62119131A}"/>
          </ac:spMkLst>
        </pc:spChg>
        <pc:spChg chg="mod">
          <ac:chgData name="rushikesh nayak" userId="335f63fe9b7688ce" providerId="LiveId" clId="{CBEC0FC1-7493-40C3-9D22-C412FCBEBCB3}" dt="2026-10-27T19:34:21.889" v="2" actId="207"/>
          <ac:spMkLst>
            <pc:docMk/>
            <pc:sldMk cId="2059596130" sldId="258"/>
            <ac:spMk id="13" creationId="{9396300E-CFEF-4D7F-9285-27D417FF2A84}"/>
          </ac:spMkLst>
        </pc:spChg>
        <pc:spChg chg="mod">
          <ac:chgData name="rushikesh nayak" userId="335f63fe9b7688ce" providerId="LiveId" clId="{CBEC0FC1-7493-40C3-9D22-C412FCBEBCB3}" dt="2026-10-27T19:34:26.516" v="3" actId="207"/>
          <ac:spMkLst>
            <pc:docMk/>
            <pc:sldMk cId="2059596130" sldId="258"/>
            <ac:spMk id="16" creationId="{D7AA11A8-22BB-41AB-8973-0E4E06B7F50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Detailed presentation explanation for “SageMaker Data Wrangler”</a:t>
            </a:r>
          </a:p>
          <a:p>
            <a:r>
              <a:t>Introduce Week 10 and explain that this part focuses on visual data preparation, transformation, validation, and managed workflow integration. The presentation expands the attached source into a step-by-step teaching sequence.</a:t>
            </a:r>
          </a:p>
          <a:p>
            <a:r>
              <a:t>Source material: attached AWS presentation, adapted from slide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Detailed presentation explanation for “Why data preparation controls model quality”</a:t>
            </a:r>
          </a:p>
          <a:p>
            <a:r>
              <a:t>Explain that model training cannot correct every data problem automatically. Data preparation defines what the algorithm receives. A useful workflow documents each transformation so the same logic can be reused during training and later production processing.</a:t>
            </a:r>
          </a:p>
          <a:p>
            <a:r>
              <a:t>Source material: attached AWS presentation, adapted from slide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Detailed presentation explanation for “The Data Wrangler workflow”</a:t>
            </a:r>
          </a:p>
          <a:p>
            <a:r>
              <a:t>Walk through the workflow in order. Importing only moves data into the preparation environment. Previewing and visualization reveal quality problems. Transformations address those problems. Exporting converts the interactive work into a repeatable process that can support training or pipeline execution.</a:t>
            </a:r>
          </a:p>
          <a:p>
            <a:r>
              <a:t>Source material: attached AWS presentation, adapted from slide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Detailed presentation explanation for “Data sources and access boundaries”</a:t>
            </a:r>
          </a:p>
          <a:p>
            <a:r>
              <a:t>Emphasize that a visible connection option does not guarantee access. The Studio execution role needs permission, and the underlying source must also permit the requested action. Troubleshooting should separate identity permissions from network, quota, and source configuration problems.</a:t>
            </a:r>
          </a:p>
          <a:p>
            <a:r>
              <a:t>Source material: attached AWS presentation, adapted from slide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Detailed presentation explanation for “Profiling before transformation”</a:t>
            </a:r>
          </a:p>
          <a:p>
            <a:r>
              <a:t>Explain profiling as an investigation step. A histogram may reveal skew, a scatter plot may show a relationship, and category counts may reveal imbalance. The goal is to understand the data before changing it, because a transformation can remove useful information when it is applied without context.</a:t>
            </a:r>
          </a:p>
          <a:p>
            <a:r>
              <a:t>Source material: attached AWS presentation, adapted from slide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Detailed presentation explanation for “Built-in and custom transformations”</a:t>
            </a:r>
          </a:p>
          <a:p>
            <a:r>
              <a:t>Clarify that built-in operations cover many standard cleaning and feature-engineering tasks. Custom transformations remain important when business rules or specialized data formats require logic beyond the standard menu. The best choice balances clarity, maintainability, and computational scale.</a:t>
            </a:r>
          </a:p>
          <a:p>
            <a:r>
              <a:t>Source material: attached AWS presentation, adapted from slide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Detailed presentation explanation for “Class imbalance and data quality”</a:t>
            </a:r>
          </a:p>
          <a:p>
            <a:r>
              <a:t>Explain that class balancing changes the training distribution, so it should be evaluated carefully. Oversampling can repeat information, undersampling can discard useful examples, and SMOTE creates new synthetic points. Missing values and outliers are separate concerns and need methods suited to the feature meaning.</a:t>
            </a:r>
          </a:p>
          <a:p>
            <a:r>
              <a:t>Source material: attached AWS presentation, adapted from slide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Detailed presentation explanation for “Image preparation and dimensionality reduction”</a:t>
            </a:r>
          </a:p>
          <a:p>
            <a:r>
              <a:t>Describe image preparation as a controlled step that makes inputs consistent or tests how a model responds to imperfect data. PCA represents features in a smaller set of components. It may reduce computation, but the transformed components are less directly interpretable than the original variables.</a:t>
            </a:r>
          </a:p>
          <a:p>
            <a:r>
              <a:t>Source material: attached AWS presentation, adapted from slide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Detailed presentation explanation for “Quick Model as an early validation loop”</a:t>
            </a:r>
          </a:p>
          <a:p>
            <a:r>
              <a:t>Explain that Quick Model provides directional feedback, not final production approval. A weak result can motivate a review of features, labels, and transformations. A strong result still requires proper training, tuning, evaluation, and production validation.</a:t>
            </a:r>
          </a:p>
          <a:p>
            <a:r>
              <a:t>Source material: attached AWS presentation, adapted from slide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Detailed presentation explanation for “Export, integration, and troubleshooting”</a:t>
            </a:r>
          </a:p>
          <a:p>
            <a:r>
              <a:t>Close by connecting interactive preparation to managed execution. Exporting the flow reduces the gap between exploration and repeatable processing. If the workflow fails, verify permissions first, then confirm source access and service quotas. This sequence prevents random changes that hide the original cause.</a:t>
            </a:r>
          </a:p>
          <a:p>
            <a:r>
              <a:t>Source material: attached AWS presentation, adapted from slide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43E2E90-8DC2-48FB-9B73-8E4235C3118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0FD7B41D-0E56-4A2F-B2D3-CB0C4F278B4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C642FC7-F6E4-4D79-8F08-8407D960D88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AA6959E-2BD2-4846-A815-02A61D10584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3B7DCDBF-ED2C-437D-9A8F-7030254D990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AE3DECA-981D-4A89-B1CC-9015D326817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C7DD51D-7B6E-4E38-BE5D-E57993C0831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8BCF1C6-3223-4941-8409-21379D0844B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120BF15-8E65-4BF5-9CA6-171A8F5AE36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F454491-665A-4A46-A673-71B040B1A03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BFC"/>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7089A8-5D9F-4486-8174-BB2AD3E88040}"/>
              </a:ext>
            </a:extLst>
          </p:cNvPr>
          <p:cNvSpPr>
            <a:spLocks noGrp="1"/>
          </p:cNvSpPr>
          <p:nvPr/>
        </p:nvSpPr>
        <p:spPr>
          <a:xfrm>
            <a:off x="0" y="0"/>
            <a:ext cx="171450" cy="6858000"/>
          </a:xfrm>
          <a:prstGeom prst="rect">
            <a:avLst/>
          </a:prstGeom>
          <a:solidFill>
            <a:srgbClr val="00A6A6"/>
          </a:solidFill>
          <a:ln w="0">
            <a:noFill/>
            <a:prstDash val="solid"/>
          </a:ln>
        </p:spPr>
        <p:txBody>
          <a:bodyPr/>
          <a:lstStyle/>
          <a:p>
            <a:endParaRPr lang="en-US"/>
          </a:p>
        </p:txBody>
      </p:sp>
      <p:sp>
        <p:nvSpPr>
          <p:cNvPr id="2" name="Rectangle 1">
            <a:extLst>
              <a:ext uri="{FF2B5EF4-FFF2-40B4-BE49-F238E27FC236}">
                <a16:creationId xmlns:a16="http://schemas.microsoft.com/office/drawing/2014/main" id="{729D7957-F12A-4390-BADB-47B81147A724}"/>
              </a:ext>
            </a:extLst>
          </p:cNvPr>
          <p:cNvSpPr>
            <a:spLocks noGrp="1"/>
          </p:cNvSpPr>
          <p:nvPr/>
        </p:nvSpPr>
        <p:spPr>
          <a:xfrm>
            <a:off x="609600" y="3714750"/>
            <a:ext cx="2286000" cy="76200"/>
          </a:xfrm>
          <a:prstGeom prst="rect">
            <a:avLst/>
          </a:prstGeom>
          <a:solidFill>
            <a:srgbClr val="FFB703"/>
          </a:solidFill>
          <a:ln w="0">
            <a:noFill/>
            <a:prstDash val="solid"/>
          </a:ln>
        </p:spPr>
        <p:txBody>
          <a:bodyPr/>
          <a:lstStyle/>
          <a:p>
            <a:endParaRPr lang="en-US"/>
          </a:p>
        </p:txBody>
      </p:sp>
      <p:sp>
        <p:nvSpPr>
          <p:cNvPr id="3" name="Rectangle 2">
            <a:extLst>
              <a:ext uri="{FF2B5EF4-FFF2-40B4-BE49-F238E27FC236}">
                <a16:creationId xmlns:a16="http://schemas.microsoft.com/office/drawing/2014/main" id="{FE2D434B-9958-430B-8A9C-F19A59C64496}"/>
              </a:ext>
            </a:extLst>
          </p:cNvPr>
          <p:cNvSpPr>
            <a:spLocks noGrp="1"/>
          </p:cNvSpPr>
          <p:nvPr/>
        </p:nvSpPr>
        <p:spPr>
          <a:xfrm>
            <a:off x="609600" y="666750"/>
            <a:ext cx="6858000" cy="323850"/>
          </a:xfrm>
          <a:prstGeom prst="rect">
            <a:avLst/>
          </a:prstGeom>
          <a:noFill/>
          <a:ln w="0">
            <a:noFill/>
            <a:prstDash val="solid"/>
          </a:ln>
        </p:spPr>
        <p:txBody>
          <a:bodyPr anchor="ctr"/>
          <a:lstStyle>
            <a:defPPr algn="l">
              <a:defRPr sz="1350" b="1">
                <a:solidFill>
                  <a:srgbClr val="00A6A6"/>
                </a:solidFill>
              </a:defRPr>
            </a:defPPr>
            <a:lvl1pPr algn="l">
              <a:defRPr sz="1350" b="1">
                <a:solidFill>
                  <a:srgbClr val="00A6A6"/>
                </a:solidFill>
              </a:defRPr>
            </a:lvl1pPr>
            <a:lvl2pPr algn="l">
              <a:defRPr sz="1350" b="1">
                <a:solidFill>
                  <a:srgbClr val="00A6A6"/>
                </a:solidFill>
              </a:defRPr>
            </a:lvl2pPr>
            <a:lvl3pPr algn="l">
              <a:defRPr sz="1350" b="1">
                <a:solidFill>
                  <a:srgbClr val="00A6A6"/>
                </a:solidFill>
              </a:defRPr>
            </a:lvl3pPr>
            <a:lvl4pPr algn="l">
              <a:defRPr sz="1350" b="1">
                <a:solidFill>
                  <a:srgbClr val="00A6A6"/>
                </a:solidFill>
              </a:defRPr>
            </a:lvl4pPr>
            <a:lvl5pPr algn="l">
              <a:defRPr sz="1350" b="1">
                <a:solidFill>
                  <a:srgbClr val="00A6A6"/>
                </a:solidFill>
              </a:defRPr>
            </a:lvl5pPr>
            <a:lvl6pPr algn="l">
              <a:defRPr sz="1350" b="1">
                <a:solidFill>
                  <a:srgbClr val="00A6A6"/>
                </a:solidFill>
              </a:defRPr>
            </a:lvl6pPr>
            <a:lvl7pPr algn="l">
              <a:defRPr sz="1350" b="1">
                <a:solidFill>
                  <a:srgbClr val="00A6A6"/>
                </a:solidFill>
              </a:defRPr>
            </a:lvl7pPr>
            <a:lvl8pPr algn="l">
              <a:defRPr sz="1350" b="1">
                <a:solidFill>
                  <a:srgbClr val="00A6A6"/>
                </a:solidFill>
              </a:defRPr>
            </a:lvl8pPr>
            <a:lvl9pPr algn="l">
              <a:defRPr sz="1350" b="1">
                <a:solidFill>
                  <a:srgbClr val="00A6A6"/>
                </a:solidFill>
              </a:defRPr>
            </a:lvl9pPr>
          </a:lstStyle>
          <a:p>
            <a:pPr algn="l">
              <a:defRPr sz="1350" b="1">
                <a:solidFill>
                  <a:srgbClr val="00A6A6"/>
                </a:solidFill>
              </a:defRPr>
            </a:pPr>
            <a:r>
              <a:rPr sz="1350" b="1">
                <a:solidFill>
                  <a:srgbClr val="00A6A6"/>
                </a:solidFill>
              </a:rPr>
              <a:t>AWS MACHINE LEARNING ENGINEER – ASSOCIATE</a:t>
            </a:r>
          </a:p>
        </p:txBody>
      </p:sp>
      <p:sp>
        <p:nvSpPr>
          <p:cNvPr id="4" name="Rectangle 3">
            <a:extLst>
              <a:ext uri="{FF2B5EF4-FFF2-40B4-BE49-F238E27FC236}">
                <a16:creationId xmlns:a16="http://schemas.microsoft.com/office/drawing/2014/main" id="{577B568A-11D1-4938-9EF4-CC2E7EFFCFF6}"/>
              </a:ext>
            </a:extLst>
          </p:cNvPr>
          <p:cNvSpPr>
            <a:spLocks noGrp="1"/>
          </p:cNvSpPr>
          <p:nvPr/>
        </p:nvSpPr>
        <p:spPr>
          <a:xfrm>
            <a:off x="609600" y="1524000"/>
            <a:ext cx="7810500" cy="1524000"/>
          </a:xfrm>
          <a:prstGeom prst="rect">
            <a:avLst/>
          </a:prstGeom>
          <a:noFill/>
          <a:ln w="0">
            <a:noFill/>
            <a:prstDash val="solid"/>
          </a:ln>
        </p:spPr>
        <p:txBody>
          <a:bodyPr anchor="ctr"/>
          <a:lstStyle>
            <a:defPPr algn="l">
              <a:defRPr sz="4050" b="1">
                <a:solidFill>
                  <a:srgbClr val="10333A"/>
                </a:solidFill>
              </a:defRPr>
            </a:defPPr>
            <a:lvl1pPr algn="l">
              <a:defRPr sz="4050" b="1">
                <a:solidFill>
                  <a:srgbClr val="10333A"/>
                </a:solidFill>
              </a:defRPr>
            </a:lvl1pPr>
            <a:lvl2pPr algn="l">
              <a:defRPr sz="4050" b="1">
                <a:solidFill>
                  <a:srgbClr val="10333A"/>
                </a:solidFill>
              </a:defRPr>
            </a:lvl2pPr>
            <a:lvl3pPr algn="l">
              <a:defRPr sz="4050" b="1">
                <a:solidFill>
                  <a:srgbClr val="10333A"/>
                </a:solidFill>
              </a:defRPr>
            </a:lvl3pPr>
            <a:lvl4pPr algn="l">
              <a:defRPr sz="4050" b="1">
                <a:solidFill>
                  <a:srgbClr val="10333A"/>
                </a:solidFill>
              </a:defRPr>
            </a:lvl4pPr>
            <a:lvl5pPr algn="l">
              <a:defRPr sz="4050" b="1">
                <a:solidFill>
                  <a:srgbClr val="10333A"/>
                </a:solidFill>
              </a:defRPr>
            </a:lvl5pPr>
            <a:lvl6pPr algn="l">
              <a:defRPr sz="4050" b="1">
                <a:solidFill>
                  <a:srgbClr val="10333A"/>
                </a:solidFill>
              </a:defRPr>
            </a:lvl6pPr>
            <a:lvl7pPr algn="l">
              <a:defRPr sz="4050" b="1">
                <a:solidFill>
                  <a:srgbClr val="10333A"/>
                </a:solidFill>
              </a:defRPr>
            </a:lvl7pPr>
            <a:lvl8pPr algn="l">
              <a:defRPr sz="4050" b="1">
                <a:solidFill>
                  <a:srgbClr val="10333A"/>
                </a:solidFill>
              </a:defRPr>
            </a:lvl8pPr>
            <a:lvl9pPr algn="l">
              <a:defRPr sz="4050" b="1">
                <a:solidFill>
                  <a:srgbClr val="10333A"/>
                </a:solidFill>
              </a:defRPr>
            </a:lvl9pPr>
          </a:lstStyle>
          <a:p>
            <a:pPr algn="l">
              <a:defRPr sz="4050" b="1">
                <a:solidFill>
                  <a:srgbClr val="10333A"/>
                </a:solidFill>
              </a:defRPr>
            </a:pPr>
            <a:r>
              <a:rPr sz="4050" b="1">
                <a:solidFill>
                  <a:srgbClr val="10333A"/>
                </a:solidFill>
              </a:rPr>
              <a:t>SageMaker Data Wrangler</a:t>
            </a:r>
          </a:p>
        </p:txBody>
      </p:sp>
      <p:sp>
        <p:nvSpPr>
          <p:cNvPr id="5" name="Rectangle 4">
            <a:extLst>
              <a:ext uri="{FF2B5EF4-FFF2-40B4-BE49-F238E27FC236}">
                <a16:creationId xmlns:a16="http://schemas.microsoft.com/office/drawing/2014/main" id="{784B7688-75BD-4C90-96AF-4400D08E7B1B}"/>
              </a:ext>
            </a:extLst>
          </p:cNvPr>
          <p:cNvSpPr>
            <a:spLocks noGrp="1"/>
          </p:cNvSpPr>
          <p:nvPr/>
        </p:nvSpPr>
        <p:spPr>
          <a:xfrm>
            <a:off x="609600" y="3143250"/>
            <a:ext cx="4000500" cy="381000"/>
          </a:xfrm>
          <a:prstGeom prst="rect">
            <a:avLst/>
          </a:prstGeom>
          <a:noFill/>
          <a:ln w="0">
            <a:noFill/>
            <a:prstDash val="solid"/>
          </a:ln>
        </p:spPr>
        <p:txBody>
          <a:bodyPr anchor="ctr"/>
          <a:lstStyle>
            <a:defPPr algn="l">
              <a:defRPr sz="1800" b="1">
                <a:solidFill>
                  <a:srgbClr val="537078"/>
                </a:solidFill>
              </a:defRPr>
            </a:defPPr>
            <a:lvl1pPr algn="l">
              <a:defRPr sz="1800" b="1">
                <a:solidFill>
                  <a:srgbClr val="537078"/>
                </a:solidFill>
              </a:defRPr>
            </a:lvl1pPr>
            <a:lvl2pPr algn="l">
              <a:defRPr sz="1800" b="1">
                <a:solidFill>
                  <a:srgbClr val="537078"/>
                </a:solidFill>
              </a:defRPr>
            </a:lvl2pPr>
            <a:lvl3pPr algn="l">
              <a:defRPr sz="1800" b="1">
                <a:solidFill>
                  <a:srgbClr val="537078"/>
                </a:solidFill>
              </a:defRPr>
            </a:lvl3pPr>
            <a:lvl4pPr algn="l">
              <a:defRPr sz="1800" b="1">
                <a:solidFill>
                  <a:srgbClr val="537078"/>
                </a:solidFill>
              </a:defRPr>
            </a:lvl4pPr>
            <a:lvl5pPr algn="l">
              <a:defRPr sz="1800" b="1">
                <a:solidFill>
                  <a:srgbClr val="537078"/>
                </a:solidFill>
              </a:defRPr>
            </a:lvl5pPr>
            <a:lvl6pPr algn="l">
              <a:defRPr sz="1800" b="1">
                <a:solidFill>
                  <a:srgbClr val="537078"/>
                </a:solidFill>
              </a:defRPr>
            </a:lvl6pPr>
            <a:lvl7pPr algn="l">
              <a:defRPr sz="1800" b="1">
                <a:solidFill>
                  <a:srgbClr val="537078"/>
                </a:solidFill>
              </a:defRPr>
            </a:lvl7pPr>
            <a:lvl8pPr algn="l">
              <a:defRPr sz="1800" b="1">
                <a:solidFill>
                  <a:srgbClr val="537078"/>
                </a:solidFill>
              </a:defRPr>
            </a:lvl8pPr>
            <a:lvl9pPr algn="l">
              <a:defRPr sz="1800" b="1">
                <a:solidFill>
                  <a:srgbClr val="537078"/>
                </a:solidFill>
              </a:defRPr>
            </a:lvl9pPr>
          </a:lstStyle>
          <a:p>
            <a:pPr algn="l">
              <a:defRPr sz="1800" b="1">
                <a:solidFill>
                  <a:srgbClr val="537078"/>
                </a:solidFill>
              </a:defRPr>
            </a:pPr>
            <a:r>
              <a:rPr sz="1800" b="1">
                <a:solidFill>
                  <a:srgbClr val="537078"/>
                </a:solidFill>
              </a:rPr>
              <a:t>WEEK 10 · PART 1</a:t>
            </a:r>
          </a:p>
        </p:txBody>
      </p:sp>
      <p:sp>
        <p:nvSpPr>
          <p:cNvPr id="6" name="Oval 5">
            <a:extLst>
              <a:ext uri="{FF2B5EF4-FFF2-40B4-BE49-F238E27FC236}">
                <a16:creationId xmlns:a16="http://schemas.microsoft.com/office/drawing/2014/main" id="{B50E7BEE-3D75-4ECE-B823-8608A001CFAF}"/>
              </a:ext>
            </a:extLst>
          </p:cNvPr>
          <p:cNvSpPr>
            <a:spLocks noGrp="1"/>
          </p:cNvSpPr>
          <p:nvPr/>
        </p:nvSpPr>
        <p:spPr>
          <a:xfrm>
            <a:off x="9048750" y="857250"/>
            <a:ext cx="2000250" cy="2000250"/>
          </a:xfrm>
          <a:prstGeom prst="ellipse">
            <a:avLst/>
          </a:prstGeom>
          <a:solidFill>
            <a:srgbClr val="DDF5F4"/>
          </a:solidFill>
          <a:ln w="0">
            <a:noFill/>
            <a:prstDash val="solid"/>
          </a:ln>
        </p:spPr>
        <p:txBody>
          <a:bodyPr/>
          <a:lstStyle/>
          <a:p>
            <a:endParaRPr lang="en-US"/>
          </a:p>
        </p:txBody>
      </p:sp>
      <p:sp>
        <p:nvSpPr>
          <p:cNvPr id="7" name="Rectangle 6">
            <a:extLst>
              <a:ext uri="{FF2B5EF4-FFF2-40B4-BE49-F238E27FC236}">
                <a16:creationId xmlns:a16="http://schemas.microsoft.com/office/drawing/2014/main" id="{3407BAFD-F2D3-4D25-9404-FA5377358B26}"/>
              </a:ext>
            </a:extLst>
          </p:cNvPr>
          <p:cNvSpPr>
            <a:spLocks noGrp="1"/>
          </p:cNvSpPr>
          <p:nvPr/>
        </p:nvSpPr>
        <p:spPr>
          <a:xfrm>
            <a:off x="9048750" y="857250"/>
            <a:ext cx="2000250" cy="2000250"/>
          </a:xfrm>
          <a:prstGeom prst="rect">
            <a:avLst/>
          </a:prstGeom>
          <a:noFill/>
          <a:ln w="0">
            <a:noFill/>
            <a:prstDash val="solid"/>
          </a:ln>
        </p:spPr>
        <p:txBody>
          <a:bodyPr anchor="ctr"/>
          <a:lstStyle>
            <a:defPPr algn="ctr">
              <a:defRPr sz="6600" b="1">
                <a:solidFill>
                  <a:srgbClr val="00A6A6"/>
                </a:solidFill>
              </a:defRPr>
            </a:defPPr>
            <a:lvl1pPr algn="ctr">
              <a:defRPr sz="6600" b="1">
                <a:solidFill>
                  <a:srgbClr val="00A6A6"/>
                </a:solidFill>
              </a:defRPr>
            </a:lvl1pPr>
            <a:lvl2pPr algn="ctr">
              <a:defRPr sz="6600" b="1">
                <a:solidFill>
                  <a:srgbClr val="00A6A6"/>
                </a:solidFill>
              </a:defRPr>
            </a:lvl2pPr>
            <a:lvl3pPr algn="ctr">
              <a:defRPr sz="6600" b="1">
                <a:solidFill>
                  <a:srgbClr val="00A6A6"/>
                </a:solidFill>
              </a:defRPr>
            </a:lvl3pPr>
            <a:lvl4pPr algn="ctr">
              <a:defRPr sz="6600" b="1">
                <a:solidFill>
                  <a:srgbClr val="00A6A6"/>
                </a:solidFill>
              </a:defRPr>
            </a:lvl4pPr>
            <a:lvl5pPr algn="ctr">
              <a:defRPr sz="6600" b="1">
                <a:solidFill>
                  <a:srgbClr val="00A6A6"/>
                </a:solidFill>
              </a:defRPr>
            </a:lvl5pPr>
            <a:lvl6pPr algn="ctr">
              <a:defRPr sz="6600" b="1">
                <a:solidFill>
                  <a:srgbClr val="00A6A6"/>
                </a:solidFill>
              </a:defRPr>
            </a:lvl6pPr>
            <a:lvl7pPr algn="ctr">
              <a:defRPr sz="6600" b="1">
                <a:solidFill>
                  <a:srgbClr val="00A6A6"/>
                </a:solidFill>
              </a:defRPr>
            </a:lvl7pPr>
            <a:lvl8pPr algn="ctr">
              <a:defRPr sz="6600" b="1">
                <a:solidFill>
                  <a:srgbClr val="00A6A6"/>
                </a:solidFill>
              </a:defRPr>
            </a:lvl8pPr>
            <a:lvl9pPr algn="ctr">
              <a:defRPr sz="6600" b="1">
                <a:solidFill>
                  <a:srgbClr val="00A6A6"/>
                </a:solidFill>
              </a:defRPr>
            </a:lvl9pPr>
          </a:lstStyle>
          <a:p>
            <a:pPr algn="ctr">
              <a:defRPr sz="6600" b="1">
                <a:solidFill>
                  <a:srgbClr val="00A6A6"/>
                </a:solidFill>
              </a:defRPr>
            </a:pPr>
            <a:r>
              <a:rPr sz="6600" b="1">
                <a:solidFill>
                  <a:srgbClr val="00A6A6"/>
                </a:solidFill>
              </a:rPr>
              <a:t>10</a:t>
            </a:r>
          </a:p>
        </p:txBody>
      </p:sp>
      <p:sp>
        <p:nvSpPr>
          <p:cNvPr id="8" name="Rectangle 7">
            <a:extLst>
              <a:ext uri="{FF2B5EF4-FFF2-40B4-BE49-F238E27FC236}">
                <a16:creationId xmlns:a16="http://schemas.microsoft.com/office/drawing/2014/main" id="{2A0A028C-1C21-4D5D-B704-FDE93341BD2C}"/>
              </a:ext>
            </a:extLst>
          </p:cNvPr>
          <p:cNvSpPr>
            <a:spLocks noGrp="1"/>
          </p:cNvSpPr>
          <p:nvPr/>
        </p:nvSpPr>
        <p:spPr>
          <a:xfrm>
            <a:off x="609600" y="4095750"/>
            <a:ext cx="8572500" cy="609600"/>
          </a:xfrm>
          <a:prstGeom prst="rect">
            <a:avLst/>
          </a:prstGeom>
          <a:noFill/>
          <a:ln w="0">
            <a:noFill/>
            <a:prstDash val="solid"/>
          </a:ln>
        </p:spPr>
        <p:txBody>
          <a:bodyPr anchor="ctr"/>
          <a:lstStyle>
            <a:defPPr algn="l">
              <a:defRPr sz="1650" b="0">
                <a:solidFill>
                  <a:srgbClr val="537078"/>
                </a:solidFill>
              </a:defRPr>
            </a:defPPr>
            <a:lvl1pPr algn="l">
              <a:defRPr sz="1650" b="0">
                <a:solidFill>
                  <a:srgbClr val="537078"/>
                </a:solidFill>
              </a:defRPr>
            </a:lvl1pPr>
            <a:lvl2pPr algn="l">
              <a:defRPr sz="1650" b="0">
                <a:solidFill>
                  <a:srgbClr val="537078"/>
                </a:solidFill>
              </a:defRPr>
            </a:lvl2pPr>
            <a:lvl3pPr algn="l">
              <a:defRPr sz="1650" b="0">
                <a:solidFill>
                  <a:srgbClr val="537078"/>
                </a:solidFill>
              </a:defRPr>
            </a:lvl3pPr>
            <a:lvl4pPr algn="l">
              <a:defRPr sz="1650" b="0">
                <a:solidFill>
                  <a:srgbClr val="537078"/>
                </a:solidFill>
              </a:defRPr>
            </a:lvl4pPr>
            <a:lvl5pPr algn="l">
              <a:defRPr sz="1650" b="0">
                <a:solidFill>
                  <a:srgbClr val="537078"/>
                </a:solidFill>
              </a:defRPr>
            </a:lvl5pPr>
            <a:lvl6pPr algn="l">
              <a:defRPr sz="1650" b="0">
                <a:solidFill>
                  <a:srgbClr val="537078"/>
                </a:solidFill>
              </a:defRPr>
            </a:lvl6pPr>
            <a:lvl7pPr algn="l">
              <a:defRPr sz="1650" b="0">
                <a:solidFill>
                  <a:srgbClr val="537078"/>
                </a:solidFill>
              </a:defRPr>
            </a:lvl7pPr>
            <a:lvl8pPr algn="l">
              <a:defRPr sz="1650" b="0">
                <a:solidFill>
                  <a:srgbClr val="537078"/>
                </a:solidFill>
              </a:defRPr>
            </a:lvl8pPr>
            <a:lvl9pPr algn="l">
              <a:defRPr sz="1650" b="0">
                <a:solidFill>
                  <a:srgbClr val="537078"/>
                </a:solidFill>
              </a:defRPr>
            </a:lvl9pPr>
          </a:lstStyle>
          <a:p>
            <a:pPr algn="l">
              <a:defRPr sz="1650" b="0">
                <a:solidFill>
                  <a:srgbClr val="537078"/>
                </a:solidFill>
              </a:defRPr>
            </a:pPr>
            <a:r>
              <a:rPr sz="1650" b="0">
                <a:solidFill>
                  <a:srgbClr val="537078"/>
                </a:solidFill>
              </a:rPr>
              <a:t>Visual data preparation, transformation, validation, and managed workflow integration.</a:t>
            </a:r>
          </a:p>
        </p:txBody>
      </p:sp>
      <p:sp>
        <p:nvSpPr>
          <p:cNvPr id="9" name="Rectangle 8">
            <a:extLst>
              <a:ext uri="{FF2B5EF4-FFF2-40B4-BE49-F238E27FC236}">
                <a16:creationId xmlns:a16="http://schemas.microsoft.com/office/drawing/2014/main" id="{2C79ED19-762B-43AD-B42A-D3A740CDE33E}"/>
              </a:ext>
            </a:extLst>
          </p:cNvPr>
          <p:cNvSpPr>
            <a:spLocks noGrp="1"/>
          </p:cNvSpPr>
          <p:nvPr/>
        </p:nvSpPr>
        <p:spPr>
          <a:xfrm>
            <a:off x="609600" y="5810250"/>
            <a:ext cx="4762500" cy="285750"/>
          </a:xfrm>
          <a:prstGeom prst="rect">
            <a:avLst/>
          </a:prstGeom>
          <a:noFill/>
          <a:ln w="0">
            <a:noFill/>
            <a:prstDash val="solid"/>
          </a:ln>
        </p:spPr>
        <p:txBody>
          <a:bodyPr anchor="ctr"/>
          <a:lstStyle>
            <a:defPPr algn="l">
              <a:defRPr sz="1350" b="1">
                <a:solidFill>
                  <a:srgbClr val="10333A"/>
                </a:solidFill>
              </a:defRPr>
            </a:defPPr>
            <a:lvl1pPr algn="l">
              <a:defRPr sz="1350" b="1">
                <a:solidFill>
                  <a:srgbClr val="10333A"/>
                </a:solidFill>
              </a:defRPr>
            </a:lvl1pPr>
            <a:lvl2pPr algn="l">
              <a:defRPr sz="1350" b="1">
                <a:solidFill>
                  <a:srgbClr val="10333A"/>
                </a:solidFill>
              </a:defRPr>
            </a:lvl2pPr>
            <a:lvl3pPr algn="l">
              <a:defRPr sz="1350" b="1">
                <a:solidFill>
                  <a:srgbClr val="10333A"/>
                </a:solidFill>
              </a:defRPr>
            </a:lvl3pPr>
            <a:lvl4pPr algn="l">
              <a:defRPr sz="1350" b="1">
                <a:solidFill>
                  <a:srgbClr val="10333A"/>
                </a:solidFill>
              </a:defRPr>
            </a:lvl4pPr>
            <a:lvl5pPr algn="l">
              <a:defRPr sz="1350" b="1">
                <a:solidFill>
                  <a:srgbClr val="10333A"/>
                </a:solidFill>
              </a:defRPr>
            </a:lvl5pPr>
            <a:lvl6pPr algn="l">
              <a:defRPr sz="1350" b="1">
                <a:solidFill>
                  <a:srgbClr val="10333A"/>
                </a:solidFill>
              </a:defRPr>
            </a:lvl6pPr>
            <a:lvl7pPr algn="l">
              <a:defRPr sz="1350" b="1">
                <a:solidFill>
                  <a:srgbClr val="10333A"/>
                </a:solidFill>
              </a:defRPr>
            </a:lvl7pPr>
            <a:lvl8pPr algn="l">
              <a:defRPr sz="1350" b="1">
                <a:solidFill>
                  <a:srgbClr val="10333A"/>
                </a:solidFill>
              </a:defRPr>
            </a:lvl8pPr>
            <a:lvl9pPr algn="l">
              <a:defRPr sz="1350" b="1">
                <a:solidFill>
                  <a:srgbClr val="10333A"/>
                </a:solidFill>
              </a:defRPr>
            </a:lvl9pPr>
          </a:lstStyle>
          <a:p>
            <a:pPr algn="l">
              <a:defRPr sz="1350" b="1">
                <a:solidFill>
                  <a:srgbClr val="10333A"/>
                </a:solidFill>
              </a:defRPr>
            </a:pPr>
            <a:r>
              <a:rPr sz="1350" b="1">
                <a:solidFill>
                  <a:srgbClr val="10333A"/>
                </a:solidFill>
              </a:rPr>
              <a:t>Professor: Victor Govindaswamy</a:t>
            </a:r>
          </a:p>
        </p:txBody>
      </p:sp>
      <p:sp>
        <p:nvSpPr>
          <p:cNvPr id="10" name="Rectangle 9">
            <a:extLst>
              <a:ext uri="{FF2B5EF4-FFF2-40B4-BE49-F238E27FC236}">
                <a16:creationId xmlns:a16="http://schemas.microsoft.com/office/drawing/2014/main" id="{B837B6F4-BFF6-40FD-B803-EE09BA299F56}"/>
              </a:ext>
            </a:extLst>
          </p:cNvPr>
          <p:cNvSpPr>
            <a:spLocks noGrp="1"/>
          </p:cNvSpPr>
          <p:nvPr/>
        </p:nvSpPr>
        <p:spPr>
          <a:xfrm>
            <a:off x="6953250" y="5810250"/>
            <a:ext cx="4572000" cy="285750"/>
          </a:xfrm>
          <a:prstGeom prst="rect">
            <a:avLst/>
          </a:prstGeom>
          <a:noFill/>
          <a:ln w="0">
            <a:noFill/>
            <a:prstDash val="solid"/>
          </a:ln>
        </p:spPr>
        <p:txBody>
          <a:bodyPr anchor="ctr"/>
          <a:lstStyle>
            <a:defPPr algn="r">
              <a:defRPr sz="1350" b="1">
                <a:solidFill>
                  <a:srgbClr val="00A6A6"/>
                </a:solidFill>
              </a:defRPr>
            </a:defPPr>
            <a:lvl1pPr algn="r">
              <a:defRPr sz="1350" b="1">
                <a:solidFill>
                  <a:srgbClr val="00A6A6"/>
                </a:solidFill>
              </a:defRPr>
            </a:lvl1pPr>
            <a:lvl2pPr algn="r">
              <a:defRPr sz="1350" b="1">
                <a:solidFill>
                  <a:srgbClr val="00A6A6"/>
                </a:solidFill>
              </a:defRPr>
            </a:lvl2pPr>
            <a:lvl3pPr algn="r">
              <a:defRPr sz="1350" b="1">
                <a:solidFill>
                  <a:srgbClr val="00A6A6"/>
                </a:solidFill>
              </a:defRPr>
            </a:lvl3pPr>
            <a:lvl4pPr algn="r">
              <a:defRPr sz="1350" b="1">
                <a:solidFill>
                  <a:srgbClr val="00A6A6"/>
                </a:solidFill>
              </a:defRPr>
            </a:lvl4pPr>
            <a:lvl5pPr algn="r">
              <a:defRPr sz="1350" b="1">
                <a:solidFill>
                  <a:srgbClr val="00A6A6"/>
                </a:solidFill>
              </a:defRPr>
            </a:lvl5pPr>
            <a:lvl6pPr algn="r">
              <a:defRPr sz="1350" b="1">
                <a:solidFill>
                  <a:srgbClr val="00A6A6"/>
                </a:solidFill>
              </a:defRPr>
            </a:lvl6pPr>
            <a:lvl7pPr algn="r">
              <a:defRPr sz="1350" b="1">
                <a:solidFill>
                  <a:srgbClr val="00A6A6"/>
                </a:solidFill>
              </a:defRPr>
            </a:lvl7pPr>
            <a:lvl8pPr algn="r">
              <a:defRPr sz="1350" b="1">
                <a:solidFill>
                  <a:srgbClr val="00A6A6"/>
                </a:solidFill>
              </a:defRPr>
            </a:lvl8pPr>
            <a:lvl9pPr algn="r">
              <a:defRPr sz="1350" b="1">
                <a:solidFill>
                  <a:srgbClr val="00A6A6"/>
                </a:solidFill>
              </a:defRPr>
            </a:lvl9pPr>
          </a:lstStyle>
          <a:p>
            <a:pPr algn="r">
              <a:defRPr sz="1350" b="1">
                <a:solidFill>
                  <a:srgbClr val="00A6A6"/>
                </a:solidFill>
              </a:defRPr>
            </a:pPr>
            <a:r>
              <a:rPr sz="1350" b="1">
                <a:solidFill>
                  <a:srgbClr val="00A6A6"/>
                </a:solidFill>
              </a:rPr>
              <a:t>Presented by: Rushikesh Nayak</a:t>
            </a:r>
          </a:p>
        </p:txBody>
      </p:sp>
    </p:spTree>
    <p:extLst>
      <p:ext uri="{BB962C8B-B14F-4D97-AF65-F5344CB8AC3E}">
        <p14:creationId xmlns:p14="http://schemas.microsoft.com/office/powerpoint/2010/main" val="171647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BFC"/>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672AA9F-4A91-4141-B820-ECCC553B8B45}"/>
              </a:ext>
            </a:extLst>
          </p:cNvPr>
          <p:cNvSpPr>
            <a:spLocks noGrp="1"/>
          </p:cNvSpPr>
          <p:nvPr/>
        </p:nvSpPr>
        <p:spPr>
          <a:xfrm>
            <a:off x="609600" y="285750"/>
            <a:ext cx="2857500" cy="266700"/>
          </a:xfrm>
          <a:prstGeom prst="rect">
            <a:avLst/>
          </a:prstGeom>
          <a:noFill/>
          <a:ln w="0">
            <a:noFill/>
            <a:prstDash val="solid"/>
          </a:ln>
        </p:spPr>
        <p:txBody>
          <a:bodyPr anchor="ctr"/>
          <a:lstStyle>
            <a:defPPr algn="l">
              <a:defRPr sz="1050" b="1">
                <a:solidFill>
                  <a:srgbClr val="00A6A6"/>
                </a:solidFill>
              </a:defRPr>
            </a:defPPr>
            <a:lvl1pPr algn="l">
              <a:defRPr sz="1050" b="1">
                <a:solidFill>
                  <a:srgbClr val="00A6A6"/>
                </a:solidFill>
              </a:defRPr>
            </a:lvl1pPr>
            <a:lvl2pPr algn="l">
              <a:defRPr sz="1050" b="1">
                <a:solidFill>
                  <a:srgbClr val="00A6A6"/>
                </a:solidFill>
              </a:defRPr>
            </a:lvl2pPr>
            <a:lvl3pPr algn="l">
              <a:defRPr sz="1050" b="1">
                <a:solidFill>
                  <a:srgbClr val="00A6A6"/>
                </a:solidFill>
              </a:defRPr>
            </a:lvl3pPr>
            <a:lvl4pPr algn="l">
              <a:defRPr sz="1050" b="1">
                <a:solidFill>
                  <a:srgbClr val="00A6A6"/>
                </a:solidFill>
              </a:defRPr>
            </a:lvl4pPr>
            <a:lvl5pPr algn="l">
              <a:defRPr sz="1050" b="1">
                <a:solidFill>
                  <a:srgbClr val="00A6A6"/>
                </a:solidFill>
              </a:defRPr>
            </a:lvl5pPr>
            <a:lvl6pPr algn="l">
              <a:defRPr sz="1050" b="1">
                <a:solidFill>
                  <a:srgbClr val="00A6A6"/>
                </a:solidFill>
              </a:defRPr>
            </a:lvl6pPr>
            <a:lvl7pPr algn="l">
              <a:defRPr sz="1050" b="1">
                <a:solidFill>
                  <a:srgbClr val="00A6A6"/>
                </a:solidFill>
              </a:defRPr>
            </a:lvl7pPr>
            <a:lvl8pPr algn="l">
              <a:defRPr sz="1050" b="1">
                <a:solidFill>
                  <a:srgbClr val="00A6A6"/>
                </a:solidFill>
              </a:defRPr>
            </a:lvl8pPr>
            <a:lvl9pPr algn="l">
              <a:defRPr sz="1050" b="1">
                <a:solidFill>
                  <a:srgbClr val="00A6A6"/>
                </a:solidFill>
              </a:defRPr>
            </a:lvl9pPr>
          </a:lstStyle>
          <a:p>
            <a:pPr algn="l">
              <a:defRPr sz="1050" b="1">
                <a:solidFill>
                  <a:srgbClr val="00A6A6"/>
                </a:solidFill>
              </a:defRPr>
            </a:pPr>
            <a:r>
              <a:rPr sz="1050" b="1">
                <a:solidFill>
                  <a:srgbClr val="00A6A6"/>
                </a:solidFill>
              </a:rPr>
              <a:t>WEEK 10 · PART 1</a:t>
            </a:r>
          </a:p>
        </p:txBody>
      </p:sp>
      <p:sp>
        <p:nvSpPr>
          <p:cNvPr id="2" name="Rectangle 1">
            <a:extLst>
              <a:ext uri="{FF2B5EF4-FFF2-40B4-BE49-F238E27FC236}">
                <a16:creationId xmlns:a16="http://schemas.microsoft.com/office/drawing/2014/main" id="{99E09F43-7C41-45A2-B805-8A8A43CFE2B2}"/>
              </a:ext>
            </a:extLst>
          </p:cNvPr>
          <p:cNvSpPr>
            <a:spLocks noGrp="1"/>
          </p:cNvSpPr>
          <p:nvPr/>
        </p:nvSpPr>
        <p:spPr>
          <a:xfrm>
            <a:off x="11049000" y="266700"/>
            <a:ext cx="533400" cy="304800"/>
          </a:xfrm>
          <a:prstGeom prst="rect">
            <a:avLst/>
          </a:prstGeom>
          <a:noFill/>
          <a:ln w="0">
            <a:noFill/>
            <a:prstDash val="solid"/>
          </a:ln>
        </p:spPr>
        <p:txBody>
          <a:bodyPr anchor="ctr"/>
          <a:lstStyle>
            <a:defPPr algn="r">
              <a:defRPr sz="1350" b="1">
                <a:solidFill>
                  <a:srgbClr val="10333A"/>
                </a:solidFill>
              </a:defRPr>
            </a:defPPr>
            <a:lvl1pPr algn="r">
              <a:defRPr sz="1350" b="1">
                <a:solidFill>
                  <a:srgbClr val="10333A"/>
                </a:solidFill>
              </a:defRPr>
            </a:lvl1pPr>
            <a:lvl2pPr algn="r">
              <a:defRPr sz="1350" b="1">
                <a:solidFill>
                  <a:srgbClr val="10333A"/>
                </a:solidFill>
              </a:defRPr>
            </a:lvl2pPr>
            <a:lvl3pPr algn="r">
              <a:defRPr sz="1350" b="1">
                <a:solidFill>
                  <a:srgbClr val="10333A"/>
                </a:solidFill>
              </a:defRPr>
            </a:lvl3pPr>
            <a:lvl4pPr algn="r">
              <a:defRPr sz="1350" b="1">
                <a:solidFill>
                  <a:srgbClr val="10333A"/>
                </a:solidFill>
              </a:defRPr>
            </a:lvl4pPr>
            <a:lvl5pPr algn="r">
              <a:defRPr sz="1350" b="1">
                <a:solidFill>
                  <a:srgbClr val="10333A"/>
                </a:solidFill>
              </a:defRPr>
            </a:lvl5pPr>
            <a:lvl6pPr algn="r">
              <a:defRPr sz="1350" b="1">
                <a:solidFill>
                  <a:srgbClr val="10333A"/>
                </a:solidFill>
              </a:defRPr>
            </a:lvl6pPr>
            <a:lvl7pPr algn="r">
              <a:defRPr sz="1350" b="1">
                <a:solidFill>
                  <a:srgbClr val="10333A"/>
                </a:solidFill>
              </a:defRPr>
            </a:lvl7pPr>
            <a:lvl8pPr algn="r">
              <a:defRPr sz="1350" b="1">
                <a:solidFill>
                  <a:srgbClr val="10333A"/>
                </a:solidFill>
              </a:defRPr>
            </a:lvl8pPr>
            <a:lvl9pPr algn="r">
              <a:defRPr sz="1350" b="1">
                <a:solidFill>
                  <a:srgbClr val="10333A"/>
                </a:solidFill>
              </a:defRPr>
            </a:lvl9pPr>
          </a:lstStyle>
          <a:p>
            <a:pPr algn="r">
              <a:defRPr sz="1350" b="1">
                <a:solidFill>
                  <a:srgbClr val="10333A"/>
                </a:solidFill>
              </a:defRPr>
            </a:pPr>
            <a:r>
              <a:rPr sz="1350" b="1">
                <a:solidFill>
                  <a:srgbClr val="10333A"/>
                </a:solidFill>
              </a:rPr>
              <a:t>02</a:t>
            </a:r>
          </a:p>
        </p:txBody>
      </p:sp>
      <p:sp>
        <p:nvSpPr>
          <p:cNvPr id="3" name="Rectangle 2">
            <a:extLst>
              <a:ext uri="{FF2B5EF4-FFF2-40B4-BE49-F238E27FC236}">
                <a16:creationId xmlns:a16="http://schemas.microsoft.com/office/drawing/2014/main" id="{5F7FA85A-2E2B-47CF-A380-4D38ECAB422C}"/>
              </a:ext>
            </a:extLst>
          </p:cNvPr>
          <p:cNvSpPr>
            <a:spLocks noGrp="1"/>
          </p:cNvSpPr>
          <p:nvPr/>
        </p:nvSpPr>
        <p:spPr>
          <a:xfrm>
            <a:off x="609600" y="723900"/>
            <a:ext cx="10668000" cy="666750"/>
          </a:xfrm>
          <a:prstGeom prst="rect">
            <a:avLst/>
          </a:prstGeom>
          <a:noFill/>
          <a:ln w="0">
            <a:noFill/>
            <a:prstDash val="solid"/>
          </a:ln>
        </p:spPr>
        <p:txBody>
          <a:bodyPr anchor="ctr"/>
          <a:lstStyle>
            <a:defPPr algn="l">
              <a:defRPr sz="2550" b="1">
                <a:solidFill>
                  <a:srgbClr val="10333A"/>
                </a:solidFill>
              </a:defRPr>
            </a:defPPr>
            <a:lvl1pPr algn="l">
              <a:defRPr sz="2550" b="1">
                <a:solidFill>
                  <a:srgbClr val="10333A"/>
                </a:solidFill>
              </a:defRPr>
            </a:lvl1pPr>
            <a:lvl2pPr algn="l">
              <a:defRPr sz="2550" b="1">
                <a:solidFill>
                  <a:srgbClr val="10333A"/>
                </a:solidFill>
              </a:defRPr>
            </a:lvl2pPr>
            <a:lvl3pPr algn="l">
              <a:defRPr sz="2550" b="1">
                <a:solidFill>
                  <a:srgbClr val="10333A"/>
                </a:solidFill>
              </a:defRPr>
            </a:lvl3pPr>
            <a:lvl4pPr algn="l">
              <a:defRPr sz="2550" b="1">
                <a:solidFill>
                  <a:srgbClr val="10333A"/>
                </a:solidFill>
              </a:defRPr>
            </a:lvl4pPr>
            <a:lvl5pPr algn="l">
              <a:defRPr sz="2550" b="1">
                <a:solidFill>
                  <a:srgbClr val="10333A"/>
                </a:solidFill>
              </a:defRPr>
            </a:lvl5pPr>
            <a:lvl6pPr algn="l">
              <a:defRPr sz="2550" b="1">
                <a:solidFill>
                  <a:srgbClr val="10333A"/>
                </a:solidFill>
              </a:defRPr>
            </a:lvl6pPr>
            <a:lvl7pPr algn="l">
              <a:defRPr sz="2550" b="1">
                <a:solidFill>
                  <a:srgbClr val="10333A"/>
                </a:solidFill>
              </a:defRPr>
            </a:lvl7pPr>
            <a:lvl8pPr algn="l">
              <a:defRPr sz="2550" b="1">
                <a:solidFill>
                  <a:srgbClr val="10333A"/>
                </a:solidFill>
              </a:defRPr>
            </a:lvl8pPr>
            <a:lvl9pPr algn="l">
              <a:defRPr sz="2550" b="1">
                <a:solidFill>
                  <a:srgbClr val="10333A"/>
                </a:solidFill>
              </a:defRPr>
            </a:lvl9pPr>
          </a:lstStyle>
          <a:p>
            <a:pPr algn="l">
              <a:defRPr sz="2550" b="1">
                <a:solidFill>
                  <a:srgbClr val="10333A"/>
                </a:solidFill>
              </a:defRPr>
            </a:pPr>
            <a:r>
              <a:rPr sz="2550" b="1">
                <a:solidFill>
                  <a:srgbClr val="10333A"/>
                </a:solidFill>
              </a:rPr>
              <a:t>Why data preparation controls model quality</a:t>
            </a:r>
          </a:p>
        </p:txBody>
      </p:sp>
      <p:sp>
        <p:nvSpPr>
          <p:cNvPr id="4" name="Rectangle 3">
            <a:extLst>
              <a:ext uri="{FF2B5EF4-FFF2-40B4-BE49-F238E27FC236}">
                <a16:creationId xmlns:a16="http://schemas.microsoft.com/office/drawing/2014/main" id="{E6F20386-C5F2-4F74-A28C-26E454D8FBCB}"/>
              </a:ext>
            </a:extLst>
          </p:cNvPr>
          <p:cNvSpPr>
            <a:spLocks noGrp="1"/>
          </p:cNvSpPr>
          <p:nvPr/>
        </p:nvSpPr>
        <p:spPr>
          <a:xfrm>
            <a:off x="609600" y="6534150"/>
            <a:ext cx="4095750" cy="171450"/>
          </a:xfrm>
          <a:prstGeom prst="rect">
            <a:avLst/>
          </a:prstGeom>
          <a:noFill/>
          <a:ln w="0">
            <a:noFill/>
            <a:prstDash val="solid"/>
          </a:ln>
        </p:spPr>
        <p:txBody>
          <a:bodyPr anchor="ctr"/>
          <a:lstStyle>
            <a:defPPr algn="l">
              <a:defRPr sz="750" b="0">
                <a:solidFill>
                  <a:srgbClr val="537078"/>
                </a:solidFill>
              </a:defRPr>
            </a:defPPr>
            <a:lvl1pPr algn="l">
              <a:defRPr sz="750" b="0">
                <a:solidFill>
                  <a:srgbClr val="537078"/>
                </a:solidFill>
              </a:defRPr>
            </a:lvl1pPr>
            <a:lvl2pPr algn="l">
              <a:defRPr sz="750" b="0">
                <a:solidFill>
                  <a:srgbClr val="537078"/>
                </a:solidFill>
              </a:defRPr>
            </a:lvl2pPr>
            <a:lvl3pPr algn="l">
              <a:defRPr sz="750" b="0">
                <a:solidFill>
                  <a:srgbClr val="537078"/>
                </a:solidFill>
              </a:defRPr>
            </a:lvl3pPr>
            <a:lvl4pPr algn="l">
              <a:defRPr sz="750" b="0">
                <a:solidFill>
                  <a:srgbClr val="537078"/>
                </a:solidFill>
              </a:defRPr>
            </a:lvl4pPr>
            <a:lvl5pPr algn="l">
              <a:defRPr sz="750" b="0">
                <a:solidFill>
                  <a:srgbClr val="537078"/>
                </a:solidFill>
              </a:defRPr>
            </a:lvl5pPr>
            <a:lvl6pPr algn="l">
              <a:defRPr sz="750" b="0">
                <a:solidFill>
                  <a:srgbClr val="537078"/>
                </a:solidFill>
              </a:defRPr>
            </a:lvl6pPr>
            <a:lvl7pPr algn="l">
              <a:defRPr sz="750" b="0">
                <a:solidFill>
                  <a:srgbClr val="537078"/>
                </a:solidFill>
              </a:defRPr>
            </a:lvl7pPr>
            <a:lvl8pPr algn="l">
              <a:defRPr sz="750" b="0">
                <a:solidFill>
                  <a:srgbClr val="537078"/>
                </a:solidFill>
              </a:defRPr>
            </a:lvl8pPr>
            <a:lvl9pPr algn="l">
              <a:defRPr sz="750" b="0">
                <a:solidFill>
                  <a:srgbClr val="537078"/>
                </a:solidFill>
              </a:defRPr>
            </a:lvl9pPr>
          </a:lstStyle>
          <a:p>
            <a:pPr algn="l">
              <a:defRPr sz="750" b="0">
                <a:solidFill>
                  <a:srgbClr val="537078"/>
                </a:solidFill>
              </a:defRPr>
            </a:pPr>
            <a:r>
              <a:rPr sz="750" b="0">
                <a:solidFill>
                  <a:srgbClr val="537078"/>
                </a:solidFill>
              </a:rPr>
              <a:t>AWS ML Engineer · Week 10 · Part 1</a:t>
            </a:r>
          </a:p>
        </p:txBody>
      </p:sp>
      <p:sp>
        <p:nvSpPr>
          <p:cNvPr id="5" name="Isosceles Triangle 4">
            <a:extLst>
              <a:ext uri="{FF2B5EF4-FFF2-40B4-BE49-F238E27FC236}">
                <a16:creationId xmlns:a16="http://schemas.microsoft.com/office/drawing/2014/main" id="{9F279F50-3F7A-4D76-A9D5-2654AEF80877}"/>
              </a:ext>
            </a:extLst>
          </p:cNvPr>
          <p:cNvSpPr>
            <a:spLocks noGrp="1"/>
          </p:cNvSpPr>
          <p:nvPr/>
        </p:nvSpPr>
        <p:spPr>
          <a:xfrm>
            <a:off x="762000" y="2000250"/>
            <a:ext cx="2476500" cy="2952750"/>
          </a:xfrm>
          <a:prstGeom prst="triangle">
            <a:avLst/>
          </a:prstGeom>
          <a:solidFill>
            <a:srgbClr val="FFB703"/>
          </a:solidFill>
          <a:ln w="0">
            <a:noFill/>
            <a:prstDash val="solid"/>
          </a:ln>
        </p:spPr>
        <p:txBody>
          <a:bodyPr/>
          <a:lstStyle/>
          <a:p>
            <a:endParaRPr lang="en-US"/>
          </a:p>
        </p:txBody>
      </p:sp>
      <p:sp>
        <p:nvSpPr>
          <p:cNvPr id="6" name="Rectangle 5">
            <a:extLst>
              <a:ext uri="{FF2B5EF4-FFF2-40B4-BE49-F238E27FC236}">
                <a16:creationId xmlns:a16="http://schemas.microsoft.com/office/drawing/2014/main" id="{3AF4926C-14A3-4325-96D8-756E2B9EE4A6}"/>
              </a:ext>
            </a:extLst>
          </p:cNvPr>
          <p:cNvSpPr>
            <a:spLocks noGrp="1"/>
          </p:cNvSpPr>
          <p:nvPr/>
        </p:nvSpPr>
        <p:spPr>
          <a:xfrm>
            <a:off x="952500" y="3000375"/>
            <a:ext cx="2095500" cy="666750"/>
          </a:xfrm>
          <a:prstGeom prst="rect">
            <a:avLst/>
          </a:prstGeom>
          <a:noFill/>
          <a:ln w="0">
            <a:noFill/>
            <a:prstDash val="solid"/>
          </a:ln>
        </p:spPr>
        <p:txBody>
          <a:bodyPr anchor="ctr"/>
          <a:lstStyle>
            <a:defPPr algn="ctr">
              <a:defRPr sz="2550" b="1">
                <a:solidFill>
                  <a:srgbClr val="10333A"/>
                </a:solidFill>
              </a:defRPr>
            </a:defPPr>
            <a:lvl1pPr algn="ctr">
              <a:defRPr sz="2550" b="1">
                <a:solidFill>
                  <a:srgbClr val="10333A"/>
                </a:solidFill>
              </a:defRPr>
            </a:lvl1pPr>
            <a:lvl2pPr algn="ctr">
              <a:defRPr sz="2550" b="1">
                <a:solidFill>
                  <a:srgbClr val="10333A"/>
                </a:solidFill>
              </a:defRPr>
            </a:lvl2pPr>
            <a:lvl3pPr algn="ctr">
              <a:defRPr sz="2550" b="1">
                <a:solidFill>
                  <a:srgbClr val="10333A"/>
                </a:solidFill>
              </a:defRPr>
            </a:lvl3pPr>
            <a:lvl4pPr algn="ctr">
              <a:defRPr sz="2550" b="1">
                <a:solidFill>
                  <a:srgbClr val="10333A"/>
                </a:solidFill>
              </a:defRPr>
            </a:lvl4pPr>
            <a:lvl5pPr algn="ctr">
              <a:defRPr sz="2550" b="1">
                <a:solidFill>
                  <a:srgbClr val="10333A"/>
                </a:solidFill>
              </a:defRPr>
            </a:lvl5pPr>
            <a:lvl6pPr algn="ctr">
              <a:defRPr sz="2550" b="1">
                <a:solidFill>
                  <a:srgbClr val="10333A"/>
                </a:solidFill>
              </a:defRPr>
            </a:lvl6pPr>
            <a:lvl7pPr algn="ctr">
              <a:defRPr sz="2550" b="1">
                <a:solidFill>
                  <a:srgbClr val="10333A"/>
                </a:solidFill>
              </a:defRPr>
            </a:lvl7pPr>
            <a:lvl8pPr algn="ctr">
              <a:defRPr sz="2550" b="1">
                <a:solidFill>
                  <a:srgbClr val="10333A"/>
                </a:solidFill>
              </a:defRPr>
            </a:lvl8pPr>
            <a:lvl9pPr algn="ctr">
              <a:defRPr sz="2550" b="1">
                <a:solidFill>
                  <a:srgbClr val="10333A"/>
                </a:solidFill>
              </a:defRPr>
            </a:lvl9pPr>
          </a:lstStyle>
          <a:p>
            <a:pPr algn="ctr">
              <a:defRPr sz="2550" b="1">
                <a:solidFill>
                  <a:srgbClr val="10333A"/>
                </a:solidFill>
              </a:defRPr>
            </a:pPr>
            <a:r>
              <a:rPr sz="2550" b="1">
                <a:solidFill>
                  <a:srgbClr val="10333A"/>
                </a:solidFill>
              </a:rPr>
              <a:t>DATA</a:t>
            </a:r>
          </a:p>
        </p:txBody>
      </p:sp>
      <p:sp>
        <p:nvSpPr>
          <p:cNvPr id="7" name="Rectangle 6">
            <a:extLst>
              <a:ext uri="{FF2B5EF4-FFF2-40B4-BE49-F238E27FC236}">
                <a16:creationId xmlns:a16="http://schemas.microsoft.com/office/drawing/2014/main" id="{DF270A86-BF93-4F24-9BCD-0C29711484A1}"/>
              </a:ext>
            </a:extLst>
          </p:cNvPr>
          <p:cNvSpPr>
            <a:spLocks noGrp="1"/>
          </p:cNvSpPr>
          <p:nvPr/>
        </p:nvSpPr>
        <p:spPr>
          <a:xfrm>
            <a:off x="3333750" y="3429000"/>
            <a:ext cx="1238250" cy="76200"/>
          </a:xfrm>
          <a:prstGeom prst="rect">
            <a:avLst/>
          </a:prstGeom>
          <a:solidFill>
            <a:srgbClr val="00A6A6"/>
          </a:solidFill>
          <a:ln w="0">
            <a:noFill/>
            <a:prstDash val="solid"/>
          </a:ln>
        </p:spPr>
        <p:txBody>
          <a:bodyPr/>
          <a:lstStyle/>
          <a:p>
            <a:endParaRPr lang="en-US"/>
          </a:p>
        </p:txBody>
      </p:sp>
      <p:sp>
        <p:nvSpPr>
          <p:cNvPr id="8" name="Oval 7">
            <a:extLst>
              <a:ext uri="{FF2B5EF4-FFF2-40B4-BE49-F238E27FC236}">
                <a16:creationId xmlns:a16="http://schemas.microsoft.com/office/drawing/2014/main" id="{D8860B44-EC2C-46E5-8191-50EF15EB6576}"/>
              </a:ext>
            </a:extLst>
          </p:cNvPr>
          <p:cNvSpPr>
            <a:spLocks noGrp="1"/>
          </p:cNvSpPr>
          <p:nvPr/>
        </p:nvSpPr>
        <p:spPr>
          <a:xfrm>
            <a:off x="4572000" y="2476500"/>
            <a:ext cx="2000250" cy="2000250"/>
          </a:xfrm>
          <a:prstGeom prst="ellipse">
            <a:avLst/>
          </a:prstGeom>
          <a:solidFill>
            <a:srgbClr val="00A6A6"/>
          </a:solidFill>
          <a:ln w="0">
            <a:noFill/>
            <a:prstDash val="solid"/>
          </a:ln>
        </p:spPr>
        <p:txBody>
          <a:bodyPr/>
          <a:lstStyle/>
          <a:p>
            <a:endParaRPr lang="en-US"/>
          </a:p>
        </p:txBody>
      </p:sp>
      <p:sp>
        <p:nvSpPr>
          <p:cNvPr id="9" name="Rectangle 8">
            <a:extLst>
              <a:ext uri="{FF2B5EF4-FFF2-40B4-BE49-F238E27FC236}">
                <a16:creationId xmlns:a16="http://schemas.microsoft.com/office/drawing/2014/main" id="{A90280DA-CBF1-45BA-87AD-530913B19EDB}"/>
              </a:ext>
            </a:extLst>
          </p:cNvPr>
          <p:cNvSpPr>
            <a:spLocks noGrp="1"/>
          </p:cNvSpPr>
          <p:nvPr/>
        </p:nvSpPr>
        <p:spPr>
          <a:xfrm>
            <a:off x="4667250" y="3048000"/>
            <a:ext cx="1809750" cy="666750"/>
          </a:xfrm>
          <a:prstGeom prst="rect">
            <a:avLst/>
          </a:prstGeom>
          <a:noFill/>
          <a:ln w="0">
            <a:noFill/>
            <a:prstDash val="solid"/>
          </a:ln>
        </p:spPr>
        <p:txBody>
          <a:bodyPr anchor="ctr"/>
          <a:lstStyle>
            <a:defPPr algn="ctr">
              <a:defRPr sz="2100" b="1">
                <a:solidFill>
                  <a:srgbClr val="FFFFFF"/>
                </a:solidFill>
              </a:defRPr>
            </a:defPPr>
            <a:lvl1pPr algn="ctr">
              <a:defRPr sz="2100" b="1">
                <a:solidFill>
                  <a:srgbClr val="FFFFFF"/>
                </a:solidFill>
              </a:defRPr>
            </a:lvl1pPr>
            <a:lvl2pPr algn="ctr">
              <a:defRPr sz="2100" b="1">
                <a:solidFill>
                  <a:srgbClr val="FFFFFF"/>
                </a:solidFill>
              </a:defRPr>
            </a:lvl2pPr>
            <a:lvl3pPr algn="ctr">
              <a:defRPr sz="2100" b="1">
                <a:solidFill>
                  <a:srgbClr val="FFFFFF"/>
                </a:solidFill>
              </a:defRPr>
            </a:lvl3pPr>
            <a:lvl4pPr algn="ctr">
              <a:defRPr sz="2100" b="1">
                <a:solidFill>
                  <a:srgbClr val="FFFFFF"/>
                </a:solidFill>
              </a:defRPr>
            </a:lvl4pPr>
            <a:lvl5pPr algn="ctr">
              <a:defRPr sz="2100" b="1">
                <a:solidFill>
                  <a:srgbClr val="FFFFFF"/>
                </a:solidFill>
              </a:defRPr>
            </a:lvl5pPr>
            <a:lvl6pPr algn="ctr">
              <a:defRPr sz="2100" b="1">
                <a:solidFill>
                  <a:srgbClr val="FFFFFF"/>
                </a:solidFill>
              </a:defRPr>
            </a:lvl6pPr>
            <a:lvl7pPr algn="ctr">
              <a:defRPr sz="2100" b="1">
                <a:solidFill>
                  <a:srgbClr val="FFFFFF"/>
                </a:solidFill>
              </a:defRPr>
            </a:lvl7pPr>
            <a:lvl8pPr algn="ctr">
              <a:defRPr sz="2100" b="1">
                <a:solidFill>
                  <a:srgbClr val="FFFFFF"/>
                </a:solidFill>
              </a:defRPr>
            </a:lvl8pPr>
            <a:lvl9pPr algn="ctr">
              <a:defRPr sz="2100" b="1">
                <a:solidFill>
                  <a:srgbClr val="FFFFFF"/>
                </a:solidFill>
              </a:defRPr>
            </a:lvl9pPr>
          </a:lstStyle>
          <a:p>
            <a:pPr algn="ctr">
              <a:defRPr sz="2100" b="1">
                <a:solidFill>
                  <a:srgbClr val="FFFFFF"/>
                </a:solidFill>
              </a:defRPr>
            </a:pPr>
            <a:r>
              <a:rPr sz="2100" b="1">
                <a:solidFill>
                  <a:srgbClr val="FFFFFF"/>
                </a:solidFill>
              </a:rPr>
              <a:t>FEATURES</a:t>
            </a:r>
          </a:p>
        </p:txBody>
      </p:sp>
      <p:sp>
        <p:nvSpPr>
          <p:cNvPr id="10" name="Rectangle 9">
            <a:extLst>
              <a:ext uri="{FF2B5EF4-FFF2-40B4-BE49-F238E27FC236}">
                <a16:creationId xmlns:a16="http://schemas.microsoft.com/office/drawing/2014/main" id="{1315ED4F-EEFB-48C7-9F29-12F68C7E13B7}"/>
              </a:ext>
            </a:extLst>
          </p:cNvPr>
          <p:cNvSpPr>
            <a:spLocks noGrp="1"/>
          </p:cNvSpPr>
          <p:nvPr/>
        </p:nvSpPr>
        <p:spPr>
          <a:xfrm>
            <a:off x="6572250" y="3429000"/>
            <a:ext cx="1238250" cy="76200"/>
          </a:xfrm>
          <a:prstGeom prst="rect">
            <a:avLst/>
          </a:prstGeom>
          <a:solidFill>
            <a:srgbClr val="00A6A6"/>
          </a:solidFill>
          <a:ln w="0">
            <a:noFill/>
            <a:prstDash val="solid"/>
          </a:ln>
        </p:spPr>
        <p:txBody>
          <a:bodyPr/>
          <a:lstStyle/>
          <a:p>
            <a:endParaRPr lang="en-US"/>
          </a:p>
        </p:txBody>
      </p:sp>
      <p:sp>
        <p:nvSpPr>
          <p:cNvPr id="11" name="Hexagon 10">
            <a:extLst>
              <a:ext uri="{FF2B5EF4-FFF2-40B4-BE49-F238E27FC236}">
                <a16:creationId xmlns:a16="http://schemas.microsoft.com/office/drawing/2014/main" id="{994EC79D-633C-4425-A9BF-AF1C524F9933}"/>
              </a:ext>
            </a:extLst>
          </p:cNvPr>
          <p:cNvSpPr>
            <a:spLocks noGrp="1"/>
          </p:cNvSpPr>
          <p:nvPr/>
        </p:nvSpPr>
        <p:spPr>
          <a:xfrm>
            <a:off x="7810500" y="2190750"/>
            <a:ext cx="2857500" cy="2571750"/>
          </a:xfrm>
          <a:prstGeom prst="hexagon">
            <a:avLst/>
          </a:prstGeom>
          <a:solidFill>
            <a:srgbClr val="10333A"/>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4D0FF5B8-0AE6-4983-A7A7-35778B606F08}"/>
              </a:ext>
            </a:extLst>
          </p:cNvPr>
          <p:cNvSpPr>
            <a:spLocks noGrp="1"/>
          </p:cNvSpPr>
          <p:nvPr/>
        </p:nvSpPr>
        <p:spPr>
          <a:xfrm>
            <a:off x="8096250" y="2857500"/>
            <a:ext cx="2286000" cy="1047750"/>
          </a:xfrm>
          <a:prstGeom prst="rect">
            <a:avLst/>
          </a:prstGeom>
          <a:noFill/>
          <a:ln w="0">
            <a:noFill/>
            <a:prstDash val="solid"/>
          </a:ln>
        </p:spPr>
        <p:txBody>
          <a:bodyPr anchor="ctr"/>
          <a:lstStyle>
            <a:defPPr algn="ctr">
              <a:defRPr sz="2250" b="1">
                <a:solidFill>
                  <a:srgbClr val="FFFFFF"/>
                </a:solidFill>
              </a:defRPr>
            </a:defPPr>
            <a:lvl1pPr algn="ctr">
              <a:defRPr sz="2250" b="1">
                <a:solidFill>
                  <a:srgbClr val="FFFFFF"/>
                </a:solidFill>
              </a:defRPr>
            </a:lvl1pPr>
            <a:lvl2pPr algn="ctr">
              <a:defRPr sz="2250" b="1">
                <a:solidFill>
                  <a:srgbClr val="FFFFFF"/>
                </a:solidFill>
              </a:defRPr>
            </a:lvl2pPr>
            <a:lvl3pPr algn="ctr">
              <a:defRPr sz="2250" b="1">
                <a:solidFill>
                  <a:srgbClr val="FFFFFF"/>
                </a:solidFill>
              </a:defRPr>
            </a:lvl3pPr>
            <a:lvl4pPr algn="ctr">
              <a:defRPr sz="2250" b="1">
                <a:solidFill>
                  <a:srgbClr val="FFFFFF"/>
                </a:solidFill>
              </a:defRPr>
            </a:lvl4pPr>
            <a:lvl5pPr algn="ctr">
              <a:defRPr sz="2250" b="1">
                <a:solidFill>
                  <a:srgbClr val="FFFFFF"/>
                </a:solidFill>
              </a:defRPr>
            </a:lvl5pPr>
            <a:lvl6pPr algn="ctr">
              <a:defRPr sz="2250" b="1">
                <a:solidFill>
                  <a:srgbClr val="FFFFFF"/>
                </a:solidFill>
              </a:defRPr>
            </a:lvl6pPr>
            <a:lvl7pPr algn="ctr">
              <a:defRPr sz="2250" b="1">
                <a:solidFill>
                  <a:srgbClr val="FFFFFF"/>
                </a:solidFill>
              </a:defRPr>
            </a:lvl7pPr>
            <a:lvl8pPr algn="ctr">
              <a:defRPr sz="2250" b="1">
                <a:solidFill>
                  <a:srgbClr val="FFFFFF"/>
                </a:solidFill>
              </a:defRPr>
            </a:lvl8pPr>
            <a:lvl9pPr algn="ctr">
              <a:defRPr sz="2250" b="1">
                <a:solidFill>
                  <a:srgbClr val="FFFFFF"/>
                </a:solidFill>
              </a:defRPr>
            </a:lvl9pPr>
          </a:lstStyle>
          <a:p>
            <a:pPr algn="ctr">
              <a:defRPr sz="2250" b="1">
                <a:solidFill>
                  <a:srgbClr val="FFFFFF"/>
                </a:solidFill>
              </a:defRPr>
            </a:pPr>
            <a:r>
              <a:rPr sz="2250" b="1">
                <a:solidFill>
                  <a:srgbClr val="FFFFFF"/>
                </a:solidFill>
              </a:rPr>
              <a:t>MODEL</a:t>
            </a:r>
          </a:p>
          <a:p>
            <a:pPr algn="ctr">
              <a:defRPr sz="2250" b="1">
                <a:solidFill>
                  <a:srgbClr val="FFFFFF"/>
                </a:solidFill>
              </a:defRPr>
            </a:pPr>
            <a:r>
              <a:rPr sz="2250" b="1">
                <a:solidFill>
                  <a:srgbClr val="FFFFFF"/>
                </a:solidFill>
              </a:rPr>
              <a:t>QUALITY</a:t>
            </a:r>
          </a:p>
        </p:txBody>
      </p:sp>
      <p:sp>
        <p:nvSpPr>
          <p:cNvPr id="13" name="Rectangle 12">
            <a:extLst>
              <a:ext uri="{FF2B5EF4-FFF2-40B4-BE49-F238E27FC236}">
                <a16:creationId xmlns:a16="http://schemas.microsoft.com/office/drawing/2014/main" id="{84DEC7DD-3EF6-49DF-A4AF-60AF8F1CDD3E}"/>
              </a:ext>
            </a:extLst>
          </p:cNvPr>
          <p:cNvSpPr>
            <a:spLocks noGrp="1"/>
          </p:cNvSpPr>
          <p:nvPr/>
        </p:nvSpPr>
        <p:spPr>
          <a:xfrm>
            <a:off x="1238250" y="5191125"/>
            <a:ext cx="9715500" cy="1000125"/>
          </a:xfrm>
          <a:prstGeom prst="rect">
            <a:avLst/>
          </a:prstGeom>
          <a:noFill/>
          <a:ln w="0">
            <a:noFill/>
            <a:prstDash val="solid"/>
          </a:ln>
        </p:spPr>
        <p:txBody>
          <a:bodyPr anchor="ctr"/>
          <a:lstStyle>
            <a:defPPr algn="ctr">
              <a:defRPr sz="1275" b="0">
                <a:solidFill>
                  <a:srgbClr val="537078"/>
                </a:solidFill>
              </a:defRPr>
            </a:defPPr>
            <a:lvl1pPr algn="ctr">
              <a:defRPr sz="1275" b="0">
                <a:solidFill>
                  <a:srgbClr val="537078"/>
                </a:solidFill>
              </a:defRPr>
            </a:lvl1pPr>
            <a:lvl2pPr algn="ctr">
              <a:defRPr sz="1275" b="0">
                <a:solidFill>
                  <a:srgbClr val="537078"/>
                </a:solidFill>
              </a:defRPr>
            </a:lvl2pPr>
            <a:lvl3pPr algn="ctr">
              <a:defRPr sz="1275" b="0">
                <a:solidFill>
                  <a:srgbClr val="537078"/>
                </a:solidFill>
              </a:defRPr>
            </a:lvl3pPr>
            <a:lvl4pPr algn="ctr">
              <a:defRPr sz="1275" b="0">
                <a:solidFill>
                  <a:srgbClr val="537078"/>
                </a:solidFill>
              </a:defRPr>
            </a:lvl4pPr>
            <a:lvl5pPr algn="ctr">
              <a:defRPr sz="1275" b="0">
                <a:solidFill>
                  <a:srgbClr val="537078"/>
                </a:solidFill>
              </a:defRPr>
            </a:lvl5pPr>
            <a:lvl6pPr algn="ctr">
              <a:defRPr sz="1275" b="0">
                <a:solidFill>
                  <a:srgbClr val="537078"/>
                </a:solidFill>
              </a:defRPr>
            </a:lvl6pPr>
            <a:lvl7pPr algn="ctr">
              <a:defRPr sz="1275" b="0">
                <a:solidFill>
                  <a:srgbClr val="537078"/>
                </a:solidFill>
              </a:defRPr>
            </a:lvl7pPr>
            <a:lvl8pPr algn="ctr">
              <a:defRPr sz="1275" b="0">
                <a:solidFill>
                  <a:srgbClr val="537078"/>
                </a:solidFill>
              </a:defRPr>
            </a:lvl8pPr>
            <a:lvl9pPr algn="ctr">
              <a:defRPr sz="1275" b="0">
                <a:solidFill>
                  <a:srgbClr val="537078"/>
                </a:solidFill>
              </a:defRPr>
            </a:lvl9pPr>
          </a:lstStyle>
          <a:p>
            <a:pPr algn="ctr">
              <a:defRPr sz="1275" b="0">
                <a:solidFill>
                  <a:srgbClr val="537078"/>
                </a:solidFill>
              </a:defRPr>
            </a:pPr>
            <a:r>
              <a:rPr sz="1275" b="0">
                <a:solidFill>
                  <a:srgbClr val="537078"/>
                </a:solidFill>
              </a:rPr>
              <a:t>Raw data can contain missing values, outliers, inconsistent formats, and unbalanced classes.</a:t>
            </a:r>
          </a:p>
          <a:p>
            <a:endParaRPr sz="1275" b="0">
              <a:solidFill>
                <a:srgbClr val="537078"/>
              </a:solidFill>
            </a:endParaRPr>
          </a:p>
          <a:p>
            <a:pPr algn="ctr">
              <a:defRPr sz="1275" b="0">
                <a:solidFill>
                  <a:srgbClr val="537078"/>
                </a:solidFill>
              </a:defRPr>
            </a:pPr>
            <a:r>
              <a:rPr sz="1275" b="0">
                <a:solidFill>
                  <a:srgbClr val="537078"/>
                </a:solidFill>
              </a:rPr>
              <a:t>Preparation choices change the statistical meaning of the features used by the model.</a:t>
            </a:r>
          </a:p>
          <a:p>
            <a:endParaRPr sz="1275" b="0">
              <a:solidFill>
                <a:srgbClr val="537078"/>
              </a:solidFill>
            </a:endParaRPr>
          </a:p>
          <a:p>
            <a:pPr algn="ctr">
              <a:defRPr sz="1275" b="0">
                <a:solidFill>
                  <a:srgbClr val="537078"/>
                </a:solidFill>
              </a:defRPr>
            </a:pPr>
            <a:r>
              <a:rPr sz="1275" b="0">
                <a:solidFill>
                  <a:srgbClr val="537078"/>
                </a:solidFill>
              </a:rPr>
              <a:t>A repeatable workflow makes experiments easier to review and reproduce.</a:t>
            </a:r>
          </a:p>
        </p:txBody>
      </p:sp>
    </p:spTree>
    <p:extLst>
      <p:ext uri="{BB962C8B-B14F-4D97-AF65-F5344CB8AC3E}">
        <p14:creationId xmlns:p14="http://schemas.microsoft.com/office/powerpoint/2010/main" val="1096317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BFC"/>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75DBF3D-DE43-49F8-A63A-0BE3BF2171E2}"/>
              </a:ext>
            </a:extLst>
          </p:cNvPr>
          <p:cNvSpPr>
            <a:spLocks noGrp="1"/>
          </p:cNvSpPr>
          <p:nvPr/>
        </p:nvSpPr>
        <p:spPr>
          <a:xfrm>
            <a:off x="609600" y="285750"/>
            <a:ext cx="2857500" cy="266700"/>
          </a:xfrm>
          <a:prstGeom prst="rect">
            <a:avLst/>
          </a:prstGeom>
          <a:noFill/>
          <a:ln w="0">
            <a:noFill/>
            <a:prstDash val="solid"/>
          </a:ln>
        </p:spPr>
        <p:txBody>
          <a:bodyPr anchor="ctr"/>
          <a:lstStyle>
            <a:defPPr algn="l">
              <a:defRPr sz="1050" b="1">
                <a:solidFill>
                  <a:srgbClr val="00A6A6"/>
                </a:solidFill>
              </a:defRPr>
            </a:defPPr>
            <a:lvl1pPr algn="l">
              <a:defRPr sz="1050" b="1">
                <a:solidFill>
                  <a:srgbClr val="00A6A6"/>
                </a:solidFill>
              </a:defRPr>
            </a:lvl1pPr>
            <a:lvl2pPr algn="l">
              <a:defRPr sz="1050" b="1">
                <a:solidFill>
                  <a:srgbClr val="00A6A6"/>
                </a:solidFill>
              </a:defRPr>
            </a:lvl2pPr>
            <a:lvl3pPr algn="l">
              <a:defRPr sz="1050" b="1">
                <a:solidFill>
                  <a:srgbClr val="00A6A6"/>
                </a:solidFill>
              </a:defRPr>
            </a:lvl3pPr>
            <a:lvl4pPr algn="l">
              <a:defRPr sz="1050" b="1">
                <a:solidFill>
                  <a:srgbClr val="00A6A6"/>
                </a:solidFill>
              </a:defRPr>
            </a:lvl4pPr>
            <a:lvl5pPr algn="l">
              <a:defRPr sz="1050" b="1">
                <a:solidFill>
                  <a:srgbClr val="00A6A6"/>
                </a:solidFill>
              </a:defRPr>
            </a:lvl5pPr>
            <a:lvl6pPr algn="l">
              <a:defRPr sz="1050" b="1">
                <a:solidFill>
                  <a:srgbClr val="00A6A6"/>
                </a:solidFill>
              </a:defRPr>
            </a:lvl6pPr>
            <a:lvl7pPr algn="l">
              <a:defRPr sz="1050" b="1">
                <a:solidFill>
                  <a:srgbClr val="00A6A6"/>
                </a:solidFill>
              </a:defRPr>
            </a:lvl7pPr>
            <a:lvl8pPr algn="l">
              <a:defRPr sz="1050" b="1">
                <a:solidFill>
                  <a:srgbClr val="00A6A6"/>
                </a:solidFill>
              </a:defRPr>
            </a:lvl8pPr>
            <a:lvl9pPr algn="l">
              <a:defRPr sz="1050" b="1">
                <a:solidFill>
                  <a:srgbClr val="00A6A6"/>
                </a:solidFill>
              </a:defRPr>
            </a:lvl9pPr>
          </a:lstStyle>
          <a:p>
            <a:pPr algn="l">
              <a:defRPr sz="1050" b="1">
                <a:solidFill>
                  <a:srgbClr val="00A6A6"/>
                </a:solidFill>
              </a:defRPr>
            </a:pPr>
            <a:r>
              <a:rPr sz="1050" b="1">
                <a:solidFill>
                  <a:srgbClr val="00A6A6"/>
                </a:solidFill>
              </a:rPr>
              <a:t>WEEK 10 · PART 1</a:t>
            </a:r>
          </a:p>
        </p:txBody>
      </p:sp>
      <p:sp>
        <p:nvSpPr>
          <p:cNvPr id="2" name="Rectangle 1">
            <a:extLst>
              <a:ext uri="{FF2B5EF4-FFF2-40B4-BE49-F238E27FC236}">
                <a16:creationId xmlns:a16="http://schemas.microsoft.com/office/drawing/2014/main" id="{57A2FC70-745D-40CB-83AE-338E33D96BBA}"/>
              </a:ext>
            </a:extLst>
          </p:cNvPr>
          <p:cNvSpPr>
            <a:spLocks noGrp="1"/>
          </p:cNvSpPr>
          <p:nvPr/>
        </p:nvSpPr>
        <p:spPr>
          <a:xfrm>
            <a:off x="11049000" y="266700"/>
            <a:ext cx="533400" cy="304800"/>
          </a:xfrm>
          <a:prstGeom prst="rect">
            <a:avLst/>
          </a:prstGeom>
          <a:noFill/>
          <a:ln w="0">
            <a:noFill/>
            <a:prstDash val="solid"/>
          </a:ln>
        </p:spPr>
        <p:txBody>
          <a:bodyPr anchor="ctr"/>
          <a:lstStyle>
            <a:defPPr algn="r">
              <a:defRPr sz="1350" b="1">
                <a:solidFill>
                  <a:srgbClr val="10333A"/>
                </a:solidFill>
              </a:defRPr>
            </a:defPPr>
            <a:lvl1pPr algn="r">
              <a:defRPr sz="1350" b="1">
                <a:solidFill>
                  <a:srgbClr val="10333A"/>
                </a:solidFill>
              </a:defRPr>
            </a:lvl1pPr>
            <a:lvl2pPr algn="r">
              <a:defRPr sz="1350" b="1">
                <a:solidFill>
                  <a:srgbClr val="10333A"/>
                </a:solidFill>
              </a:defRPr>
            </a:lvl2pPr>
            <a:lvl3pPr algn="r">
              <a:defRPr sz="1350" b="1">
                <a:solidFill>
                  <a:srgbClr val="10333A"/>
                </a:solidFill>
              </a:defRPr>
            </a:lvl3pPr>
            <a:lvl4pPr algn="r">
              <a:defRPr sz="1350" b="1">
                <a:solidFill>
                  <a:srgbClr val="10333A"/>
                </a:solidFill>
              </a:defRPr>
            </a:lvl4pPr>
            <a:lvl5pPr algn="r">
              <a:defRPr sz="1350" b="1">
                <a:solidFill>
                  <a:srgbClr val="10333A"/>
                </a:solidFill>
              </a:defRPr>
            </a:lvl5pPr>
            <a:lvl6pPr algn="r">
              <a:defRPr sz="1350" b="1">
                <a:solidFill>
                  <a:srgbClr val="10333A"/>
                </a:solidFill>
              </a:defRPr>
            </a:lvl6pPr>
            <a:lvl7pPr algn="r">
              <a:defRPr sz="1350" b="1">
                <a:solidFill>
                  <a:srgbClr val="10333A"/>
                </a:solidFill>
              </a:defRPr>
            </a:lvl7pPr>
            <a:lvl8pPr algn="r">
              <a:defRPr sz="1350" b="1">
                <a:solidFill>
                  <a:srgbClr val="10333A"/>
                </a:solidFill>
              </a:defRPr>
            </a:lvl8pPr>
            <a:lvl9pPr algn="r">
              <a:defRPr sz="1350" b="1">
                <a:solidFill>
                  <a:srgbClr val="10333A"/>
                </a:solidFill>
              </a:defRPr>
            </a:lvl9pPr>
          </a:lstStyle>
          <a:p>
            <a:pPr algn="r">
              <a:defRPr sz="1350" b="1">
                <a:solidFill>
                  <a:srgbClr val="10333A"/>
                </a:solidFill>
              </a:defRPr>
            </a:pPr>
            <a:r>
              <a:rPr sz="1350" b="1">
                <a:solidFill>
                  <a:srgbClr val="10333A"/>
                </a:solidFill>
              </a:rPr>
              <a:t>03</a:t>
            </a:r>
          </a:p>
        </p:txBody>
      </p:sp>
      <p:sp>
        <p:nvSpPr>
          <p:cNvPr id="3" name="Rectangle 2">
            <a:extLst>
              <a:ext uri="{FF2B5EF4-FFF2-40B4-BE49-F238E27FC236}">
                <a16:creationId xmlns:a16="http://schemas.microsoft.com/office/drawing/2014/main" id="{A3D47A66-39E6-46F9-BE69-13634F13264C}"/>
              </a:ext>
            </a:extLst>
          </p:cNvPr>
          <p:cNvSpPr>
            <a:spLocks noGrp="1"/>
          </p:cNvSpPr>
          <p:nvPr/>
        </p:nvSpPr>
        <p:spPr>
          <a:xfrm>
            <a:off x="609600" y="723900"/>
            <a:ext cx="10668000" cy="666750"/>
          </a:xfrm>
          <a:prstGeom prst="rect">
            <a:avLst/>
          </a:prstGeom>
          <a:noFill/>
          <a:ln w="0">
            <a:noFill/>
            <a:prstDash val="solid"/>
          </a:ln>
        </p:spPr>
        <p:txBody>
          <a:bodyPr anchor="ctr"/>
          <a:lstStyle>
            <a:defPPr algn="l">
              <a:defRPr sz="2550" b="1">
                <a:solidFill>
                  <a:srgbClr val="10333A"/>
                </a:solidFill>
              </a:defRPr>
            </a:defPPr>
            <a:lvl1pPr algn="l">
              <a:defRPr sz="2550" b="1">
                <a:solidFill>
                  <a:srgbClr val="10333A"/>
                </a:solidFill>
              </a:defRPr>
            </a:lvl1pPr>
            <a:lvl2pPr algn="l">
              <a:defRPr sz="2550" b="1">
                <a:solidFill>
                  <a:srgbClr val="10333A"/>
                </a:solidFill>
              </a:defRPr>
            </a:lvl2pPr>
            <a:lvl3pPr algn="l">
              <a:defRPr sz="2550" b="1">
                <a:solidFill>
                  <a:srgbClr val="10333A"/>
                </a:solidFill>
              </a:defRPr>
            </a:lvl3pPr>
            <a:lvl4pPr algn="l">
              <a:defRPr sz="2550" b="1">
                <a:solidFill>
                  <a:srgbClr val="10333A"/>
                </a:solidFill>
              </a:defRPr>
            </a:lvl4pPr>
            <a:lvl5pPr algn="l">
              <a:defRPr sz="2550" b="1">
                <a:solidFill>
                  <a:srgbClr val="10333A"/>
                </a:solidFill>
              </a:defRPr>
            </a:lvl5pPr>
            <a:lvl6pPr algn="l">
              <a:defRPr sz="2550" b="1">
                <a:solidFill>
                  <a:srgbClr val="10333A"/>
                </a:solidFill>
              </a:defRPr>
            </a:lvl6pPr>
            <a:lvl7pPr algn="l">
              <a:defRPr sz="2550" b="1">
                <a:solidFill>
                  <a:srgbClr val="10333A"/>
                </a:solidFill>
              </a:defRPr>
            </a:lvl7pPr>
            <a:lvl8pPr algn="l">
              <a:defRPr sz="2550" b="1">
                <a:solidFill>
                  <a:srgbClr val="10333A"/>
                </a:solidFill>
              </a:defRPr>
            </a:lvl8pPr>
            <a:lvl9pPr algn="l">
              <a:defRPr sz="2550" b="1">
                <a:solidFill>
                  <a:srgbClr val="10333A"/>
                </a:solidFill>
              </a:defRPr>
            </a:lvl9pPr>
          </a:lstStyle>
          <a:p>
            <a:pPr algn="l">
              <a:defRPr sz="2550" b="1">
                <a:solidFill>
                  <a:srgbClr val="10333A"/>
                </a:solidFill>
              </a:defRPr>
            </a:pPr>
            <a:r>
              <a:rPr sz="2550" b="1">
                <a:solidFill>
                  <a:srgbClr val="10333A"/>
                </a:solidFill>
              </a:rPr>
              <a:t>The Data Wrangler workflow</a:t>
            </a:r>
          </a:p>
        </p:txBody>
      </p:sp>
      <p:sp>
        <p:nvSpPr>
          <p:cNvPr id="4" name="Rectangle 3">
            <a:extLst>
              <a:ext uri="{FF2B5EF4-FFF2-40B4-BE49-F238E27FC236}">
                <a16:creationId xmlns:a16="http://schemas.microsoft.com/office/drawing/2014/main" id="{CD04CA12-C3AF-4109-AF0D-AB05E40C5FA7}"/>
              </a:ext>
            </a:extLst>
          </p:cNvPr>
          <p:cNvSpPr>
            <a:spLocks noGrp="1"/>
          </p:cNvSpPr>
          <p:nvPr/>
        </p:nvSpPr>
        <p:spPr>
          <a:xfrm>
            <a:off x="609600" y="6534150"/>
            <a:ext cx="4095750" cy="171450"/>
          </a:xfrm>
          <a:prstGeom prst="rect">
            <a:avLst/>
          </a:prstGeom>
          <a:noFill/>
          <a:ln w="0">
            <a:noFill/>
            <a:prstDash val="solid"/>
          </a:ln>
        </p:spPr>
        <p:txBody>
          <a:bodyPr anchor="ctr"/>
          <a:lstStyle>
            <a:defPPr algn="l">
              <a:defRPr sz="750" b="0">
                <a:solidFill>
                  <a:srgbClr val="537078"/>
                </a:solidFill>
              </a:defRPr>
            </a:defPPr>
            <a:lvl1pPr algn="l">
              <a:defRPr sz="750" b="0">
                <a:solidFill>
                  <a:srgbClr val="537078"/>
                </a:solidFill>
              </a:defRPr>
            </a:lvl1pPr>
            <a:lvl2pPr algn="l">
              <a:defRPr sz="750" b="0">
                <a:solidFill>
                  <a:srgbClr val="537078"/>
                </a:solidFill>
              </a:defRPr>
            </a:lvl2pPr>
            <a:lvl3pPr algn="l">
              <a:defRPr sz="750" b="0">
                <a:solidFill>
                  <a:srgbClr val="537078"/>
                </a:solidFill>
              </a:defRPr>
            </a:lvl3pPr>
            <a:lvl4pPr algn="l">
              <a:defRPr sz="750" b="0">
                <a:solidFill>
                  <a:srgbClr val="537078"/>
                </a:solidFill>
              </a:defRPr>
            </a:lvl4pPr>
            <a:lvl5pPr algn="l">
              <a:defRPr sz="750" b="0">
                <a:solidFill>
                  <a:srgbClr val="537078"/>
                </a:solidFill>
              </a:defRPr>
            </a:lvl5pPr>
            <a:lvl6pPr algn="l">
              <a:defRPr sz="750" b="0">
                <a:solidFill>
                  <a:srgbClr val="537078"/>
                </a:solidFill>
              </a:defRPr>
            </a:lvl6pPr>
            <a:lvl7pPr algn="l">
              <a:defRPr sz="750" b="0">
                <a:solidFill>
                  <a:srgbClr val="537078"/>
                </a:solidFill>
              </a:defRPr>
            </a:lvl7pPr>
            <a:lvl8pPr algn="l">
              <a:defRPr sz="750" b="0">
                <a:solidFill>
                  <a:srgbClr val="537078"/>
                </a:solidFill>
              </a:defRPr>
            </a:lvl8pPr>
            <a:lvl9pPr algn="l">
              <a:defRPr sz="750" b="0">
                <a:solidFill>
                  <a:srgbClr val="537078"/>
                </a:solidFill>
              </a:defRPr>
            </a:lvl9pPr>
          </a:lstStyle>
          <a:p>
            <a:pPr algn="l">
              <a:defRPr sz="750" b="0">
                <a:solidFill>
                  <a:srgbClr val="537078"/>
                </a:solidFill>
              </a:defRPr>
            </a:pPr>
            <a:r>
              <a:rPr sz="750" b="0">
                <a:solidFill>
                  <a:srgbClr val="537078"/>
                </a:solidFill>
              </a:rPr>
              <a:t>AWS ML Engineer · Week 10 · Part 1</a:t>
            </a:r>
          </a:p>
        </p:txBody>
      </p:sp>
      <p:sp>
        <p:nvSpPr>
          <p:cNvPr id="5" name="Arrow: Chevron 4">
            <a:extLst>
              <a:ext uri="{FF2B5EF4-FFF2-40B4-BE49-F238E27FC236}">
                <a16:creationId xmlns:a16="http://schemas.microsoft.com/office/drawing/2014/main" id="{088C42A4-A797-461D-BEF4-2AA13A3C1AE1}"/>
              </a:ext>
            </a:extLst>
          </p:cNvPr>
          <p:cNvSpPr>
            <a:spLocks noGrp="1"/>
          </p:cNvSpPr>
          <p:nvPr/>
        </p:nvSpPr>
        <p:spPr>
          <a:xfrm>
            <a:off x="666750" y="2143125"/>
            <a:ext cx="2381250" cy="1666875"/>
          </a:xfrm>
          <a:prstGeom prst="chevron">
            <a:avLst/>
          </a:prstGeom>
          <a:solidFill>
            <a:srgbClr val="00A6A6"/>
          </a:solidFill>
          <a:ln w="0">
            <a:noFill/>
            <a:prstDash val="solid"/>
          </a:ln>
        </p:spPr>
        <p:txBody>
          <a:bodyPr/>
          <a:lstStyle/>
          <a:p>
            <a:endParaRPr lang="en-US"/>
          </a:p>
        </p:txBody>
      </p:sp>
      <p:sp>
        <p:nvSpPr>
          <p:cNvPr id="6" name="Rectangle 5">
            <a:extLst>
              <a:ext uri="{FF2B5EF4-FFF2-40B4-BE49-F238E27FC236}">
                <a16:creationId xmlns:a16="http://schemas.microsoft.com/office/drawing/2014/main" id="{41A0039A-984F-4BAD-B0B1-E33DE21F39FC}"/>
              </a:ext>
            </a:extLst>
          </p:cNvPr>
          <p:cNvSpPr>
            <a:spLocks noGrp="1"/>
          </p:cNvSpPr>
          <p:nvPr/>
        </p:nvSpPr>
        <p:spPr>
          <a:xfrm>
            <a:off x="876300" y="2286000"/>
            <a:ext cx="523875" cy="381000"/>
          </a:xfrm>
          <a:prstGeom prst="rect">
            <a:avLst/>
          </a:prstGeom>
          <a:noFill/>
          <a:ln w="0">
            <a:noFill/>
            <a:prstDash val="solid"/>
          </a:ln>
        </p:spPr>
        <p:txBody>
          <a:bodyPr anchor="ctr"/>
          <a:lstStyle>
            <a:defPPr algn="l">
              <a:defRPr sz="1500" b="1">
                <a:solidFill>
                  <a:srgbClr val="FFFFFF"/>
                </a:solidFill>
              </a:defRPr>
            </a:defPPr>
            <a:lvl1pPr algn="l">
              <a:defRPr sz="1500" b="1">
                <a:solidFill>
                  <a:srgbClr val="FFFFFF"/>
                </a:solidFill>
              </a:defRPr>
            </a:lvl1pPr>
            <a:lvl2pPr algn="l">
              <a:defRPr sz="1500" b="1">
                <a:solidFill>
                  <a:srgbClr val="FFFFFF"/>
                </a:solidFill>
              </a:defRPr>
            </a:lvl2pPr>
            <a:lvl3pPr algn="l">
              <a:defRPr sz="1500" b="1">
                <a:solidFill>
                  <a:srgbClr val="FFFFFF"/>
                </a:solidFill>
              </a:defRPr>
            </a:lvl3pPr>
            <a:lvl4pPr algn="l">
              <a:defRPr sz="1500" b="1">
                <a:solidFill>
                  <a:srgbClr val="FFFFFF"/>
                </a:solidFill>
              </a:defRPr>
            </a:lvl4pPr>
            <a:lvl5pPr algn="l">
              <a:defRPr sz="1500" b="1">
                <a:solidFill>
                  <a:srgbClr val="FFFFFF"/>
                </a:solidFill>
              </a:defRPr>
            </a:lvl5pPr>
            <a:lvl6pPr algn="l">
              <a:defRPr sz="1500" b="1">
                <a:solidFill>
                  <a:srgbClr val="FFFFFF"/>
                </a:solidFill>
              </a:defRPr>
            </a:lvl6pPr>
            <a:lvl7pPr algn="l">
              <a:defRPr sz="1500" b="1">
                <a:solidFill>
                  <a:srgbClr val="FFFFFF"/>
                </a:solidFill>
              </a:defRPr>
            </a:lvl7pPr>
            <a:lvl8pPr algn="l">
              <a:defRPr sz="1500" b="1">
                <a:solidFill>
                  <a:srgbClr val="FFFFFF"/>
                </a:solidFill>
              </a:defRPr>
            </a:lvl8pPr>
            <a:lvl9pPr algn="l">
              <a:defRPr sz="1500" b="1">
                <a:solidFill>
                  <a:srgbClr val="FFFFFF"/>
                </a:solidFill>
              </a:defRPr>
            </a:lvl9pPr>
          </a:lstStyle>
          <a:p>
            <a:pPr algn="l">
              <a:defRPr sz="1500" b="1">
                <a:solidFill>
                  <a:srgbClr val="FFFFFF"/>
                </a:solidFill>
              </a:defRPr>
            </a:pPr>
            <a:r>
              <a:rPr sz="1500" b="1">
                <a:solidFill>
                  <a:srgbClr val="FFFFFF"/>
                </a:solidFill>
              </a:rPr>
              <a:t>01</a:t>
            </a:r>
          </a:p>
        </p:txBody>
      </p:sp>
      <p:sp>
        <p:nvSpPr>
          <p:cNvPr id="7" name="Rectangle 6">
            <a:extLst>
              <a:ext uri="{FF2B5EF4-FFF2-40B4-BE49-F238E27FC236}">
                <a16:creationId xmlns:a16="http://schemas.microsoft.com/office/drawing/2014/main" id="{8C8FE770-FC16-486D-BC32-B2B519115251}"/>
              </a:ext>
            </a:extLst>
          </p:cNvPr>
          <p:cNvSpPr>
            <a:spLocks noGrp="1"/>
          </p:cNvSpPr>
          <p:nvPr/>
        </p:nvSpPr>
        <p:spPr>
          <a:xfrm>
            <a:off x="952500" y="2714625"/>
            <a:ext cx="1666875" cy="762000"/>
          </a:xfrm>
          <a:prstGeom prst="rect">
            <a:avLst/>
          </a:prstGeom>
          <a:noFill/>
          <a:ln w="0">
            <a:noFill/>
            <a:prstDash val="solid"/>
          </a:ln>
        </p:spPr>
        <p:txBody>
          <a:bodyPr anchor="ctr"/>
          <a:lstStyle>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a:pPr algn="ctr">
              <a:defRPr sz="1350" b="1">
                <a:solidFill>
                  <a:srgbClr val="FFFFFF"/>
                </a:solidFill>
              </a:defRPr>
            </a:pPr>
            <a:r>
              <a:rPr sz="1350" b="1" dirty="0">
                <a:solidFill>
                  <a:srgbClr val="FF0000"/>
                </a:solidFill>
              </a:rPr>
              <a:t>Import data from a supported source</a:t>
            </a:r>
          </a:p>
        </p:txBody>
      </p:sp>
      <p:sp>
        <p:nvSpPr>
          <p:cNvPr id="8" name="Arrow: Chevron 7">
            <a:extLst>
              <a:ext uri="{FF2B5EF4-FFF2-40B4-BE49-F238E27FC236}">
                <a16:creationId xmlns:a16="http://schemas.microsoft.com/office/drawing/2014/main" id="{8F50E822-38AD-4F12-9F4A-DB93CBF727AF}"/>
              </a:ext>
            </a:extLst>
          </p:cNvPr>
          <p:cNvSpPr>
            <a:spLocks noGrp="1"/>
          </p:cNvSpPr>
          <p:nvPr/>
        </p:nvSpPr>
        <p:spPr>
          <a:xfrm>
            <a:off x="3190875" y="2143125"/>
            <a:ext cx="2381250" cy="1666875"/>
          </a:xfrm>
          <a:prstGeom prst="chevron">
            <a:avLst/>
          </a:prstGeom>
          <a:solidFill>
            <a:srgbClr val="56CFE1"/>
          </a:solidFill>
          <a:ln w="0">
            <a:noFill/>
            <a:prstDash val="solid"/>
          </a:ln>
        </p:spPr>
        <p:txBody>
          <a:bodyPr/>
          <a:lstStyle/>
          <a:p>
            <a:endParaRPr lang="en-US"/>
          </a:p>
        </p:txBody>
      </p:sp>
      <p:sp>
        <p:nvSpPr>
          <p:cNvPr id="9" name="Rectangle 8">
            <a:extLst>
              <a:ext uri="{FF2B5EF4-FFF2-40B4-BE49-F238E27FC236}">
                <a16:creationId xmlns:a16="http://schemas.microsoft.com/office/drawing/2014/main" id="{EFE4FD6B-9952-4C76-B207-13B1A24ADF81}"/>
              </a:ext>
            </a:extLst>
          </p:cNvPr>
          <p:cNvSpPr>
            <a:spLocks noGrp="1"/>
          </p:cNvSpPr>
          <p:nvPr/>
        </p:nvSpPr>
        <p:spPr>
          <a:xfrm>
            <a:off x="3400425" y="2286000"/>
            <a:ext cx="523875" cy="381000"/>
          </a:xfrm>
          <a:prstGeom prst="rect">
            <a:avLst/>
          </a:prstGeom>
          <a:noFill/>
          <a:ln w="0">
            <a:noFill/>
            <a:prstDash val="solid"/>
          </a:ln>
        </p:spPr>
        <p:txBody>
          <a:bodyPr anchor="ctr"/>
          <a:lstStyle>
            <a:defPPr algn="l">
              <a:defRPr sz="1500" b="1">
                <a:solidFill>
                  <a:srgbClr val="FFFFFF"/>
                </a:solidFill>
              </a:defRPr>
            </a:defPPr>
            <a:lvl1pPr algn="l">
              <a:defRPr sz="1500" b="1">
                <a:solidFill>
                  <a:srgbClr val="FFFFFF"/>
                </a:solidFill>
              </a:defRPr>
            </a:lvl1pPr>
            <a:lvl2pPr algn="l">
              <a:defRPr sz="1500" b="1">
                <a:solidFill>
                  <a:srgbClr val="FFFFFF"/>
                </a:solidFill>
              </a:defRPr>
            </a:lvl2pPr>
            <a:lvl3pPr algn="l">
              <a:defRPr sz="1500" b="1">
                <a:solidFill>
                  <a:srgbClr val="FFFFFF"/>
                </a:solidFill>
              </a:defRPr>
            </a:lvl3pPr>
            <a:lvl4pPr algn="l">
              <a:defRPr sz="1500" b="1">
                <a:solidFill>
                  <a:srgbClr val="FFFFFF"/>
                </a:solidFill>
              </a:defRPr>
            </a:lvl4pPr>
            <a:lvl5pPr algn="l">
              <a:defRPr sz="1500" b="1">
                <a:solidFill>
                  <a:srgbClr val="FFFFFF"/>
                </a:solidFill>
              </a:defRPr>
            </a:lvl5pPr>
            <a:lvl6pPr algn="l">
              <a:defRPr sz="1500" b="1">
                <a:solidFill>
                  <a:srgbClr val="FFFFFF"/>
                </a:solidFill>
              </a:defRPr>
            </a:lvl6pPr>
            <a:lvl7pPr algn="l">
              <a:defRPr sz="1500" b="1">
                <a:solidFill>
                  <a:srgbClr val="FFFFFF"/>
                </a:solidFill>
              </a:defRPr>
            </a:lvl7pPr>
            <a:lvl8pPr algn="l">
              <a:defRPr sz="1500" b="1">
                <a:solidFill>
                  <a:srgbClr val="FFFFFF"/>
                </a:solidFill>
              </a:defRPr>
            </a:lvl8pPr>
            <a:lvl9pPr algn="l">
              <a:defRPr sz="1500" b="1">
                <a:solidFill>
                  <a:srgbClr val="FFFFFF"/>
                </a:solidFill>
              </a:defRPr>
            </a:lvl9pPr>
          </a:lstStyle>
          <a:p>
            <a:pPr algn="l">
              <a:defRPr sz="1500" b="1">
                <a:solidFill>
                  <a:srgbClr val="FFFFFF"/>
                </a:solidFill>
              </a:defRPr>
            </a:pPr>
            <a:r>
              <a:rPr sz="1500" b="1">
                <a:solidFill>
                  <a:srgbClr val="FFFFFF"/>
                </a:solidFill>
              </a:rPr>
              <a:t>02</a:t>
            </a:r>
          </a:p>
        </p:txBody>
      </p:sp>
      <p:sp>
        <p:nvSpPr>
          <p:cNvPr id="10" name="Rectangle 9">
            <a:extLst>
              <a:ext uri="{FF2B5EF4-FFF2-40B4-BE49-F238E27FC236}">
                <a16:creationId xmlns:a16="http://schemas.microsoft.com/office/drawing/2014/main" id="{9E4392A4-DBE3-40AE-BE4B-E0B62119131A}"/>
              </a:ext>
            </a:extLst>
          </p:cNvPr>
          <p:cNvSpPr>
            <a:spLocks noGrp="1"/>
          </p:cNvSpPr>
          <p:nvPr/>
        </p:nvSpPr>
        <p:spPr>
          <a:xfrm>
            <a:off x="3476625" y="2714625"/>
            <a:ext cx="1666875" cy="762000"/>
          </a:xfrm>
          <a:prstGeom prst="rect">
            <a:avLst/>
          </a:prstGeom>
          <a:noFill/>
          <a:ln w="0">
            <a:noFill/>
            <a:prstDash val="solid"/>
          </a:ln>
        </p:spPr>
        <p:txBody>
          <a:bodyPr anchor="ctr"/>
          <a:lstStyle>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a:pPr algn="ctr">
              <a:defRPr sz="1350" b="1">
                <a:solidFill>
                  <a:srgbClr val="FFFFFF"/>
                </a:solidFill>
              </a:defRPr>
            </a:pPr>
            <a:r>
              <a:rPr sz="1350" b="1" dirty="0">
                <a:solidFill>
                  <a:srgbClr val="FF0000"/>
                </a:solidFill>
              </a:rPr>
              <a:t>Preview records and inspect distributions</a:t>
            </a:r>
          </a:p>
        </p:txBody>
      </p:sp>
      <p:sp>
        <p:nvSpPr>
          <p:cNvPr id="11" name="Arrow: Chevron 10">
            <a:extLst>
              <a:ext uri="{FF2B5EF4-FFF2-40B4-BE49-F238E27FC236}">
                <a16:creationId xmlns:a16="http://schemas.microsoft.com/office/drawing/2014/main" id="{74C2BC1F-F9B5-4D27-B122-BF975733DEA1}"/>
              </a:ext>
            </a:extLst>
          </p:cNvPr>
          <p:cNvSpPr>
            <a:spLocks noGrp="1"/>
          </p:cNvSpPr>
          <p:nvPr/>
        </p:nvSpPr>
        <p:spPr>
          <a:xfrm>
            <a:off x="5715000" y="2143125"/>
            <a:ext cx="2381250" cy="1666875"/>
          </a:xfrm>
          <a:prstGeom prst="chevron">
            <a:avLst/>
          </a:prstGeom>
          <a:solidFill>
            <a:srgbClr val="FFB703"/>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F1F49F21-ECF5-45FF-BA52-64AF1AD82A09}"/>
              </a:ext>
            </a:extLst>
          </p:cNvPr>
          <p:cNvSpPr>
            <a:spLocks noGrp="1"/>
          </p:cNvSpPr>
          <p:nvPr/>
        </p:nvSpPr>
        <p:spPr>
          <a:xfrm>
            <a:off x="5924550" y="2286000"/>
            <a:ext cx="523875" cy="381000"/>
          </a:xfrm>
          <a:prstGeom prst="rect">
            <a:avLst/>
          </a:prstGeom>
          <a:noFill/>
          <a:ln w="0">
            <a:noFill/>
            <a:prstDash val="solid"/>
          </a:ln>
        </p:spPr>
        <p:txBody>
          <a:bodyPr anchor="ctr"/>
          <a:lstStyle>
            <a:defPPr algn="l">
              <a:defRPr sz="1500" b="1">
                <a:solidFill>
                  <a:srgbClr val="10333A"/>
                </a:solidFill>
              </a:defRPr>
            </a:defPPr>
            <a:lvl1pPr algn="l">
              <a:defRPr sz="1500" b="1">
                <a:solidFill>
                  <a:srgbClr val="10333A"/>
                </a:solidFill>
              </a:defRPr>
            </a:lvl1pPr>
            <a:lvl2pPr algn="l">
              <a:defRPr sz="1500" b="1">
                <a:solidFill>
                  <a:srgbClr val="10333A"/>
                </a:solidFill>
              </a:defRPr>
            </a:lvl2pPr>
            <a:lvl3pPr algn="l">
              <a:defRPr sz="1500" b="1">
                <a:solidFill>
                  <a:srgbClr val="10333A"/>
                </a:solidFill>
              </a:defRPr>
            </a:lvl3pPr>
            <a:lvl4pPr algn="l">
              <a:defRPr sz="1500" b="1">
                <a:solidFill>
                  <a:srgbClr val="10333A"/>
                </a:solidFill>
              </a:defRPr>
            </a:lvl4pPr>
            <a:lvl5pPr algn="l">
              <a:defRPr sz="1500" b="1">
                <a:solidFill>
                  <a:srgbClr val="10333A"/>
                </a:solidFill>
              </a:defRPr>
            </a:lvl5pPr>
            <a:lvl6pPr algn="l">
              <a:defRPr sz="1500" b="1">
                <a:solidFill>
                  <a:srgbClr val="10333A"/>
                </a:solidFill>
              </a:defRPr>
            </a:lvl6pPr>
            <a:lvl7pPr algn="l">
              <a:defRPr sz="1500" b="1">
                <a:solidFill>
                  <a:srgbClr val="10333A"/>
                </a:solidFill>
              </a:defRPr>
            </a:lvl7pPr>
            <a:lvl8pPr algn="l">
              <a:defRPr sz="1500" b="1">
                <a:solidFill>
                  <a:srgbClr val="10333A"/>
                </a:solidFill>
              </a:defRPr>
            </a:lvl8pPr>
            <a:lvl9pPr algn="l">
              <a:defRPr sz="1500" b="1">
                <a:solidFill>
                  <a:srgbClr val="10333A"/>
                </a:solidFill>
              </a:defRPr>
            </a:lvl9pPr>
          </a:lstStyle>
          <a:p>
            <a:pPr algn="l">
              <a:defRPr sz="1500" b="1">
                <a:solidFill>
                  <a:srgbClr val="10333A"/>
                </a:solidFill>
              </a:defRPr>
            </a:pPr>
            <a:r>
              <a:rPr sz="1500" b="1">
                <a:solidFill>
                  <a:srgbClr val="10333A"/>
                </a:solidFill>
              </a:rPr>
              <a:t>03</a:t>
            </a:r>
          </a:p>
        </p:txBody>
      </p:sp>
      <p:sp>
        <p:nvSpPr>
          <p:cNvPr id="13" name="Rectangle 12">
            <a:extLst>
              <a:ext uri="{FF2B5EF4-FFF2-40B4-BE49-F238E27FC236}">
                <a16:creationId xmlns:a16="http://schemas.microsoft.com/office/drawing/2014/main" id="{9396300E-CFEF-4D7F-9285-27D417FF2A84}"/>
              </a:ext>
            </a:extLst>
          </p:cNvPr>
          <p:cNvSpPr>
            <a:spLocks noGrp="1"/>
          </p:cNvSpPr>
          <p:nvPr/>
        </p:nvSpPr>
        <p:spPr>
          <a:xfrm>
            <a:off x="6000750" y="2714625"/>
            <a:ext cx="1666875" cy="762000"/>
          </a:xfrm>
          <a:prstGeom prst="rect">
            <a:avLst/>
          </a:prstGeom>
          <a:noFill/>
          <a:ln w="0">
            <a:noFill/>
            <a:prstDash val="solid"/>
          </a:ln>
        </p:spPr>
        <p:txBody>
          <a:bodyPr anchor="ctr"/>
          <a:lstStyle>
            <a:defPPr algn="ctr">
              <a:defRPr sz="1350" b="1">
                <a:solidFill>
                  <a:srgbClr val="10333A"/>
                </a:solidFill>
              </a:defRPr>
            </a:defPPr>
            <a:lvl1pPr algn="ctr">
              <a:defRPr sz="1350" b="1">
                <a:solidFill>
                  <a:srgbClr val="10333A"/>
                </a:solidFill>
              </a:defRPr>
            </a:lvl1pPr>
            <a:lvl2pPr algn="ctr">
              <a:defRPr sz="1350" b="1">
                <a:solidFill>
                  <a:srgbClr val="10333A"/>
                </a:solidFill>
              </a:defRPr>
            </a:lvl2pPr>
            <a:lvl3pPr algn="ctr">
              <a:defRPr sz="1350" b="1">
                <a:solidFill>
                  <a:srgbClr val="10333A"/>
                </a:solidFill>
              </a:defRPr>
            </a:lvl3pPr>
            <a:lvl4pPr algn="ctr">
              <a:defRPr sz="1350" b="1">
                <a:solidFill>
                  <a:srgbClr val="10333A"/>
                </a:solidFill>
              </a:defRPr>
            </a:lvl4pPr>
            <a:lvl5pPr algn="ctr">
              <a:defRPr sz="1350" b="1">
                <a:solidFill>
                  <a:srgbClr val="10333A"/>
                </a:solidFill>
              </a:defRPr>
            </a:lvl5pPr>
            <a:lvl6pPr algn="ctr">
              <a:defRPr sz="1350" b="1">
                <a:solidFill>
                  <a:srgbClr val="10333A"/>
                </a:solidFill>
              </a:defRPr>
            </a:lvl6pPr>
            <a:lvl7pPr algn="ctr">
              <a:defRPr sz="1350" b="1">
                <a:solidFill>
                  <a:srgbClr val="10333A"/>
                </a:solidFill>
              </a:defRPr>
            </a:lvl7pPr>
            <a:lvl8pPr algn="ctr">
              <a:defRPr sz="1350" b="1">
                <a:solidFill>
                  <a:srgbClr val="10333A"/>
                </a:solidFill>
              </a:defRPr>
            </a:lvl8pPr>
            <a:lvl9pPr algn="ctr">
              <a:defRPr sz="1350" b="1">
                <a:solidFill>
                  <a:srgbClr val="10333A"/>
                </a:solidFill>
              </a:defRPr>
            </a:lvl9pPr>
          </a:lstStyle>
          <a:p>
            <a:pPr algn="ctr">
              <a:defRPr sz="1350" b="1">
                <a:solidFill>
                  <a:srgbClr val="10333A"/>
                </a:solidFill>
              </a:defRPr>
            </a:pPr>
            <a:r>
              <a:rPr sz="1350" b="1" dirty="0">
                <a:solidFill>
                  <a:srgbClr val="FF0000"/>
                </a:solidFill>
              </a:rPr>
              <a:t>Apply transformations and test feature quality</a:t>
            </a:r>
          </a:p>
        </p:txBody>
      </p:sp>
      <p:sp>
        <p:nvSpPr>
          <p:cNvPr id="14" name="Arrow: Chevron 13">
            <a:extLst>
              <a:ext uri="{FF2B5EF4-FFF2-40B4-BE49-F238E27FC236}">
                <a16:creationId xmlns:a16="http://schemas.microsoft.com/office/drawing/2014/main" id="{F8AE7D1F-6A23-4E41-8909-52D73D8A0470}"/>
              </a:ext>
            </a:extLst>
          </p:cNvPr>
          <p:cNvSpPr>
            <a:spLocks noGrp="1"/>
          </p:cNvSpPr>
          <p:nvPr/>
        </p:nvSpPr>
        <p:spPr>
          <a:xfrm>
            <a:off x="8239125" y="2143125"/>
            <a:ext cx="2381250" cy="1666875"/>
          </a:xfrm>
          <a:prstGeom prst="chevron">
            <a:avLst/>
          </a:prstGeom>
          <a:solidFill>
            <a:srgbClr val="10333A"/>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595BFB5E-DC33-41AA-95DC-6A7830DCC8DC}"/>
              </a:ext>
            </a:extLst>
          </p:cNvPr>
          <p:cNvSpPr>
            <a:spLocks noGrp="1"/>
          </p:cNvSpPr>
          <p:nvPr/>
        </p:nvSpPr>
        <p:spPr>
          <a:xfrm>
            <a:off x="8448675" y="2286000"/>
            <a:ext cx="523875" cy="381000"/>
          </a:xfrm>
          <a:prstGeom prst="rect">
            <a:avLst/>
          </a:prstGeom>
          <a:noFill/>
          <a:ln w="0">
            <a:noFill/>
            <a:prstDash val="solid"/>
          </a:ln>
        </p:spPr>
        <p:txBody>
          <a:bodyPr anchor="ctr"/>
          <a:lstStyle>
            <a:defPPr algn="l">
              <a:defRPr sz="1500" b="1">
                <a:solidFill>
                  <a:srgbClr val="FFFFFF"/>
                </a:solidFill>
              </a:defRPr>
            </a:defPPr>
            <a:lvl1pPr algn="l">
              <a:defRPr sz="1500" b="1">
                <a:solidFill>
                  <a:srgbClr val="FFFFFF"/>
                </a:solidFill>
              </a:defRPr>
            </a:lvl1pPr>
            <a:lvl2pPr algn="l">
              <a:defRPr sz="1500" b="1">
                <a:solidFill>
                  <a:srgbClr val="FFFFFF"/>
                </a:solidFill>
              </a:defRPr>
            </a:lvl2pPr>
            <a:lvl3pPr algn="l">
              <a:defRPr sz="1500" b="1">
                <a:solidFill>
                  <a:srgbClr val="FFFFFF"/>
                </a:solidFill>
              </a:defRPr>
            </a:lvl3pPr>
            <a:lvl4pPr algn="l">
              <a:defRPr sz="1500" b="1">
                <a:solidFill>
                  <a:srgbClr val="FFFFFF"/>
                </a:solidFill>
              </a:defRPr>
            </a:lvl4pPr>
            <a:lvl5pPr algn="l">
              <a:defRPr sz="1500" b="1">
                <a:solidFill>
                  <a:srgbClr val="FFFFFF"/>
                </a:solidFill>
              </a:defRPr>
            </a:lvl5pPr>
            <a:lvl6pPr algn="l">
              <a:defRPr sz="1500" b="1">
                <a:solidFill>
                  <a:srgbClr val="FFFFFF"/>
                </a:solidFill>
              </a:defRPr>
            </a:lvl6pPr>
            <a:lvl7pPr algn="l">
              <a:defRPr sz="1500" b="1">
                <a:solidFill>
                  <a:srgbClr val="FFFFFF"/>
                </a:solidFill>
              </a:defRPr>
            </a:lvl7pPr>
            <a:lvl8pPr algn="l">
              <a:defRPr sz="1500" b="1">
                <a:solidFill>
                  <a:srgbClr val="FFFFFF"/>
                </a:solidFill>
              </a:defRPr>
            </a:lvl8pPr>
            <a:lvl9pPr algn="l">
              <a:defRPr sz="1500" b="1">
                <a:solidFill>
                  <a:srgbClr val="FFFFFF"/>
                </a:solidFill>
              </a:defRPr>
            </a:lvl9pPr>
          </a:lstStyle>
          <a:p>
            <a:pPr algn="l">
              <a:defRPr sz="1500" b="1">
                <a:solidFill>
                  <a:srgbClr val="FFFFFF"/>
                </a:solidFill>
              </a:defRPr>
            </a:pPr>
            <a:r>
              <a:rPr sz="1500" b="1">
                <a:solidFill>
                  <a:srgbClr val="FFFFFF"/>
                </a:solidFill>
              </a:rPr>
              <a:t>04</a:t>
            </a:r>
          </a:p>
        </p:txBody>
      </p:sp>
      <p:sp>
        <p:nvSpPr>
          <p:cNvPr id="16" name="Rectangle 15">
            <a:extLst>
              <a:ext uri="{FF2B5EF4-FFF2-40B4-BE49-F238E27FC236}">
                <a16:creationId xmlns:a16="http://schemas.microsoft.com/office/drawing/2014/main" id="{D7AA11A8-22BB-41AB-8973-0E4E06B7F50A}"/>
              </a:ext>
            </a:extLst>
          </p:cNvPr>
          <p:cNvSpPr>
            <a:spLocks noGrp="1"/>
          </p:cNvSpPr>
          <p:nvPr/>
        </p:nvSpPr>
        <p:spPr>
          <a:xfrm>
            <a:off x="8524875" y="2714625"/>
            <a:ext cx="1666875" cy="762000"/>
          </a:xfrm>
          <a:prstGeom prst="rect">
            <a:avLst/>
          </a:prstGeom>
          <a:noFill/>
          <a:ln w="0">
            <a:noFill/>
            <a:prstDash val="solid"/>
          </a:ln>
        </p:spPr>
        <p:txBody>
          <a:bodyPr anchor="ctr"/>
          <a:lstStyle>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a:pPr algn="ctr">
              <a:defRPr sz="1350" b="1">
                <a:solidFill>
                  <a:srgbClr val="FFFFFF"/>
                </a:solidFill>
              </a:defRPr>
            </a:pPr>
            <a:r>
              <a:rPr sz="1350" b="1" dirty="0">
                <a:solidFill>
                  <a:srgbClr val="FF0000"/>
                </a:solidFill>
              </a:rPr>
              <a:t>Export the flow to a managed ML workflow</a:t>
            </a:r>
          </a:p>
        </p:txBody>
      </p:sp>
      <p:sp>
        <p:nvSpPr>
          <p:cNvPr id="17" name="Rectangle 16">
            <a:extLst>
              <a:ext uri="{FF2B5EF4-FFF2-40B4-BE49-F238E27FC236}">
                <a16:creationId xmlns:a16="http://schemas.microsoft.com/office/drawing/2014/main" id="{2A3AB334-D799-449B-960D-4F4B503EB028}"/>
              </a:ext>
            </a:extLst>
          </p:cNvPr>
          <p:cNvSpPr>
            <a:spLocks noGrp="1"/>
          </p:cNvSpPr>
          <p:nvPr/>
        </p:nvSpPr>
        <p:spPr>
          <a:xfrm>
            <a:off x="2381250" y="4476750"/>
            <a:ext cx="7429500" cy="571500"/>
          </a:xfrm>
          <a:prstGeom prst="rect">
            <a:avLst/>
          </a:prstGeom>
          <a:noFill/>
          <a:ln w="0">
            <a:noFill/>
            <a:prstDash val="solid"/>
          </a:ln>
        </p:spPr>
        <p:txBody>
          <a:bodyPr anchor="ctr"/>
          <a:lstStyle>
            <a:defPPr algn="ctr">
              <a:defRPr sz="1800" b="1">
                <a:solidFill>
                  <a:srgbClr val="10333A"/>
                </a:solidFill>
              </a:defRPr>
            </a:defPPr>
            <a:lvl1pPr algn="ctr">
              <a:defRPr sz="1800" b="1">
                <a:solidFill>
                  <a:srgbClr val="10333A"/>
                </a:solidFill>
              </a:defRPr>
            </a:lvl1pPr>
            <a:lvl2pPr algn="ctr">
              <a:defRPr sz="1800" b="1">
                <a:solidFill>
                  <a:srgbClr val="10333A"/>
                </a:solidFill>
              </a:defRPr>
            </a:lvl2pPr>
            <a:lvl3pPr algn="ctr">
              <a:defRPr sz="1800" b="1">
                <a:solidFill>
                  <a:srgbClr val="10333A"/>
                </a:solidFill>
              </a:defRPr>
            </a:lvl3pPr>
            <a:lvl4pPr algn="ctr">
              <a:defRPr sz="1800" b="1">
                <a:solidFill>
                  <a:srgbClr val="10333A"/>
                </a:solidFill>
              </a:defRPr>
            </a:lvl4pPr>
            <a:lvl5pPr algn="ctr">
              <a:defRPr sz="1800" b="1">
                <a:solidFill>
                  <a:srgbClr val="10333A"/>
                </a:solidFill>
              </a:defRPr>
            </a:lvl5pPr>
            <a:lvl6pPr algn="ctr">
              <a:defRPr sz="1800" b="1">
                <a:solidFill>
                  <a:srgbClr val="10333A"/>
                </a:solidFill>
              </a:defRPr>
            </a:lvl6pPr>
            <a:lvl7pPr algn="ctr">
              <a:defRPr sz="1800" b="1">
                <a:solidFill>
                  <a:srgbClr val="10333A"/>
                </a:solidFill>
              </a:defRPr>
            </a:lvl7pPr>
            <a:lvl8pPr algn="ctr">
              <a:defRPr sz="1800" b="1">
                <a:solidFill>
                  <a:srgbClr val="10333A"/>
                </a:solidFill>
              </a:defRPr>
            </a:lvl8pPr>
            <a:lvl9pPr algn="ctr">
              <a:defRPr sz="1800" b="1">
                <a:solidFill>
                  <a:srgbClr val="10333A"/>
                </a:solidFill>
              </a:defRPr>
            </a:lvl9pPr>
          </a:lstStyle>
          <a:p>
            <a:pPr algn="ctr">
              <a:defRPr sz="1800" b="1">
                <a:solidFill>
                  <a:srgbClr val="10333A"/>
                </a:solidFill>
              </a:defRPr>
            </a:pPr>
            <a:r>
              <a:rPr sz="1800" b="1">
                <a:solidFill>
                  <a:srgbClr val="10333A"/>
                </a:solidFill>
              </a:rPr>
              <a:t>Interactive exploration becomes a reusable preparation flow</a:t>
            </a:r>
          </a:p>
        </p:txBody>
      </p:sp>
    </p:spTree>
    <p:extLst>
      <p:ext uri="{BB962C8B-B14F-4D97-AF65-F5344CB8AC3E}">
        <p14:creationId xmlns:p14="http://schemas.microsoft.com/office/powerpoint/2010/main" val="2059596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BFC"/>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6A3ED41-0BCC-4EBC-B36C-E8D2BB717BB6}"/>
              </a:ext>
            </a:extLst>
          </p:cNvPr>
          <p:cNvSpPr>
            <a:spLocks noGrp="1"/>
          </p:cNvSpPr>
          <p:nvPr/>
        </p:nvSpPr>
        <p:spPr>
          <a:xfrm>
            <a:off x="609600" y="285750"/>
            <a:ext cx="2857500" cy="266700"/>
          </a:xfrm>
          <a:prstGeom prst="rect">
            <a:avLst/>
          </a:prstGeom>
          <a:noFill/>
          <a:ln w="0">
            <a:noFill/>
            <a:prstDash val="solid"/>
          </a:ln>
        </p:spPr>
        <p:txBody>
          <a:bodyPr anchor="ctr"/>
          <a:lstStyle>
            <a:defPPr algn="l">
              <a:defRPr sz="1050" b="1">
                <a:solidFill>
                  <a:srgbClr val="00A6A6"/>
                </a:solidFill>
              </a:defRPr>
            </a:defPPr>
            <a:lvl1pPr algn="l">
              <a:defRPr sz="1050" b="1">
                <a:solidFill>
                  <a:srgbClr val="00A6A6"/>
                </a:solidFill>
              </a:defRPr>
            </a:lvl1pPr>
            <a:lvl2pPr algn="l">
              <a:defRPr sz="1050" b="1">
                <a:solidFill>
                  <a:srgbClr val="00A6A6"/>
                </a:solidFill>
              </a:defRPr>
            </a:lvl2pPr>
            <a:lvl3pPr algn="l">
              <a:defRPr sz="1050" b="1">
                <a:solidFill>
                  <a:srgbClr val="00A6A6"/>
                </a:solidFill>
              </a:defRPr>
            </a:lvl3pPr>
            <a:lvl4pPr algn="l">
              <a:defRPr sz="1050" b="1">
                <a:solidFill>
                  <a:srgbClr val="00A6A6"/>
                </a:solidFill>
              </a:defRPr>
            </a:lvl4pPr>
            <a:lvl5pPr algn="l">
              <a:defRPr sz="1050" b="1">
                <a:solidFill>
                  <a:srgbClr val="00A6A6"/>
                </a:solidFill>
              </a:defRPr>
            </a:lvl5pPr>
            <a:lvl6pPr algn="l">
              <a:defRPr sz="1050" b="1">
                <a:solidFill>
                  <a:srgbClr val="00A6A6"/>
                </a:solidFill>
              </a:defRPr>
            </a:lvl6pPr>
            <a:lvl7pPr algn="l">
              <a:defRPr sz="1050" b="1">
                <a:solidFill>
                  <a:srgbClr val="00A6A6"/>
                </a:solidFill>
              </a:defRPr>
            </a:lvl7pPr>
            <a:lvl8pPr algn="l">
              <a:defRPr sz="1050" b="1">
                <a:solidFill>
                  <a:srgbClr val="00A6A6"/>
                </a:solidFill>
              </a:defRPr>
            </a:lvl8pPr>
            <a:lvl9pPr algn="l">
              <a:defRPr sz="1050" b="1">
                <a:solidFill>
                  <a:srgbClr val="00A6A6"/>
                </a:solidFill>
              </a:defRPr>
            </a:lvl9pPr>
          </a:lstStyle>
          <a:p>
            <a:pPr algn="l">
              <a:defRPr sz="1050" b="1">
                <a:solidFill>
                  <a:srgbClr val="00A6A6"/>
                </a:solidFill>
              </a:defRPr>
            </a:pPr>
            <a:r>
              <a:rPr sz="1050" b="1">
                <a:solidFill>
                  <a:srgbClr val="00A6A6"/>
                </a:solidFill>
              </a:rPr>
              <a:t>WEEK 10 · PART 1</a:t>
            </a:r>
          </a:p>
        </p:txBody>
      </p:sp>
      <p:sp>
        <p:nvSpPr>
          <p:cNvPr id="2" name="Rectangle 1">
            <a:extLst>
              <a:ext uri="{FF2B5EF4-FFF2-40B4-BE49-F238E27FC236}">
                <a16:creationId xmlns:a16="http://schemas.microsoft.com/office/drawing/2014/main" id="{531F0535-0566-4524-BBEA-1A3B11FECB55}"/>
              </a:ext>
            </a:extLst>
          </p:cNvPr>
          <p:cNvSpPr>
            <a:spLocks noGrp="1"/>
          </p:cNvSpPr>
          <p:nvPr/>
        </p:nvSpPr>
        <p:spPr>
          <a:xfrm>
            <a:off x="11049000" y="266700"/>
            <a:ext cx="533400" cy="304800"/>
          </a:xfrm>
          <a:prstGeom prst="rect">
            <a:avLst/>
          </a:prstGeom>
          <a:noFill/>
          <a:ln w="0">
            <a:noFill/>
            <a:prstDash val="solid"/>
          </a:ln>
        </p:spPr>
        <p:txBody>
          <a:bodyPr anchor="ctr"/>
          <a:lstStyle>
            <a:defPPr algn="r">
              <a:defRPr sz="1350" b="1">
                <a:solidFill>
                  <a:srgbClr val="10333A"/>
                </a:solidFill>
              </a:defRPr>
            </a:defPPr>
            <a:lvl1pPr algn="r">
              <a:defRPr sz="1350" b="1">
                <a:solidFill>
                  <a:srgbClr val="10333A"/>
                </a:solidFill>
              </a:defRPr>
            </a:lvl1pPr>
            <a:lvl2pPr algn="r">
              <a:defRPr sz="1350" b="1">
                <a:solidFill>
                  <a:srgbClr val="10333A"/>
                </a:solidFill>
              </a:defRPr>
            </a:lvl2pPr>
            <a:lvl3pPr algn="r">
              <a:defRPr sz="1350" b="1">
                <a:solidFill>
                  <a:srgbClr val="10333A"/>
                </a:solidFill>
              </a:defRPr>
            </a:lvl3pPr>
            <a:lvl4pPr algn="r">
              <a:defRPr sz="1350" b="1">
                <a:solidFill>
                  <a:srgbClr val="10333A"/>
                </a:solidFill>
              </a:defRPr>
            </a:lvl4pPr>
            <a:lvl5pPr algn="r">
              <a:defRPr sz="1350" b="1">
                <a:solidFill>
                  <a:srgbClr val="10333A"/>
                </a:solidFill>
              </a:defRPr>
            </a:lvl5pPr>
            <a:lvl6pPr algn="r">
              <a:defRPr sz="1350" b="1">
                <a:solidFill>
                  <a:srgbClr val="10333A"/>
                </a:solidFill>
              </a:defRPr>
            </a:lvl6pPr>
            <a:lvl7pPr algn="r">
              <a:defRPr sz="1350" b="1">
                <a:solidFill>
                  <a:srgbClr val="10333A"/>
                </a:solidFill>
              </a:defRPr>
            </a:lvl7pPr>
            <a:lvl8pPr algn="r">
              <a:defRPr sz="1350" b="1">
                <a:solidFill>
                  <a:srgbClr val="10333A"/>
                </a:solidFill>
              </a:defRPr>
            </a:lvl8pPr>
            <a:lvl9pPr algn="r">
              <a:defRPr sz="1350" b="1">
                <a:solidFill>
                  <a:srgbClr val="10333A"/>
                </a:solidFill>
              </a:defRPr>
            </a:lvl9pPr>
          </a:lstStyle>
          <a:p>
            <a:pPr algn="r">
              <a:defRPr sz="1350" b="1">
                <a:solidFill>
                  <a:srgbClr val="10333A"/>
                </a:solidFill>
              </a:defRPr>
            </a:pPr>
            <a:r>
              <a:rPr sz="1350" b="1">
                <a:solidFill>
                  <a:srgbClr val="10333A"/>
                </a:solidFill>
              </a:rPr>
              <a:t>04</a:t>
            </a:r>
          </a:p>
        </p:txBody>
      </p:sp>
      <p:sp>
        <p:nvSpPr>
          <p:cNvPr id="3" name="Rectangle 2">
            <a:extLst>
              <a:ext uri="{FF2B5EF4-FFF2-40B4-BE49-F238E27FC236}">
                <a16:creationId xmlns:a16="http://schemas.microsoft.com/office/drawing/2014/main" id="{E7C3700B-A6F8-4CCC-9C7C-FB9EB2C78E77}"/>
              </a:ext>
            </a:extLst>
          </p:cNvPr>
          <p:cNvSpPr>
            <a:spLocks noGrp="1"/>
          </p:cNvSpPr>
          <p:nvPr/>
        </p:nvSpPr>
        <p:spPr>
          <a:xfrm>
            <a:off x="609600" y="723900"/>
            <a:ext cx="10668000" cy="666750"/>
          </a:xfrm>
          <a:prstGeom prst="rect">
            <a:avLst/>
          </a:prstGeom>
          <a:noFill/>
          <a:ln w="0">
            <a:noFill/>
            <a:prstDash val="solid"/>
          </a:ln>
        </p:spPr>
        <p:txBody>
          <a:bodyPr anchor="ctr"/>
          <a:lstStyle>
            <a:defPPr algn="l">
              <a:defRPr sz="2550" b="1">
                <a:solidFill>
                  <a:srgbClr val="10333A"/>
                </a:solidFill>
              </a:defRPr>
            </a:defPPr>
            <a:lvl1pPr algn="l">
              <a:defRPr sz="2550" b="1">
                <a:solidFill>
                  <a:srgbClr val="10333A"/>
                </a:solidFill>
              </a:defRPr>
            </a:lvl1pPr>
            <a:lvl2pPr algn="l">
              <a:defRPr sz="2550" b="1">
                <a:solidFill>
                  <a:srgbClr val="10333A"/>
                </a:solidFill>
              </a:defRPr>
            </a:lvl2pPr>
            <a:lvl3pPr algn="l">
              <a:defRPr sz="2550" b="1">
                <a:solidFill>
                  <a:srgbClr val="10333A"/>
                </a:solidFill>
              </a:defRPr>
            </a:lvl3pPr>
            <a:lvl4pPr algn="l">
              <a:defRPr sz="2550" b="1">
                <a:solidFill>
                  <a:srgbClr val="10333A"/>
                </a:solidFill>
              </a:defRPr>
            </a:lvl4pPr>
            <a:lvl5pPr algn="l">
              <a:defRPr sz="2550" b="1">
                <a:solidFill>
                  <a:srgbClr val="10333A"/>
                </a:solidFill>
              </a:defRPr>
            </a:lvl5pPr>
            <a:lvl6pPr algn="l">
              <a:defRPr sz="2550" b="1">
                <a:solidFill>
                  <a:srgbClr val="10333A"/>
                </a:solidFill>
              </a:defRPr>
            </a:lvl6pPr>
            <a:lvl7pPr algn="l">
              <a:defRPr sz="2550" b="1">
                <a:solidFill>
                  <a:srgbClr val="10333A"/>
                </a:solidFill>
              </a:defRPr>
            </a:lvl7pPr>
            <a:lvl8pPr algn="l">
              <a:defRPr sz="2550" b="1">
                <a:solidFill>
                  <a:srgbClr val="10333A"/>
                </a:solidFill>
              </a:defRPr>
            </a:lvl8pPr>
            <a:lvl9pPr algn="l">
              <a:defRPr sz="2550" b="1">
                <a:solidFill>
                  <a:srgbClr val="10333A"/>
                </a:solidFill>
              </a:defRPr>
            </a:lvl9pPr>
          </a:lstStyle>
          <a:p>
            <a:pPr algn="l">
              <a:defRPr sz="2550" b="1">
                <a:solidFill>
                  <a:srgbClr val="10333A"/>
                </a:solidFill>
              </a:defRPr>
            </a:pPr>
            <a:r>
              <a:rPr sz="2550" b="1">
                <a:solidFill>
                  <a:srgbClr val="10333A"/>
                </a:solidFill>
              </a:rPr>
              <a:t>Data sources and access boundaries</a:t>
            </a:r>
          </a:p>
        </p:txBody>
      </p:sp>
      <p:sp>
        <p:nvSpPr>
          <p:cNvPr id="4" name="Rectangle 3">
            <a:extLst>
              <a:ext uri="{FF2B5EF4-FFF2-40B4-BE49-F238E27FC236}">
                <a16:creationId xmlns:a16="http://schemas.microsoft.com/office/drawing/2014/main" id="{EBE8265D-44A0-4577-B36C-5D60D8968BA9}"/>
              </a:ext>
            </a:extLst>
          </p:cNvPr>
          <p:cNvSpPr>
            <a:spLocks noGrp="1"/>
          </p:cNvSpPr>
          <p:nvPr/>
        </p:nvSpPr>
        <p:spPr>
          <a:xfrm>
            <a:off x="609600" y="6534150"/>
            <a:ext cx="4095750" cy="171450"/>
          </a:xfrm>
          <a:prstGeom prst="rect">
            <a:avLst/>
          </a:prstGeom>
          <a:noFill/>
          <a:ln w="0">
            <a:noFill/>
            <a:prstDash val="solid"/>
          </a:ln>
        </p:spPr>
        <p:txBody>
          <a:bodyPr anchor="ctr"/>
          <a:lstStyle>
            <a:defPPr algn="l">
              <a:defRPr sz="750" b="0">
                <a:solidFill>
                  <a:srgbClr val="537078"/>
                </a:solidFill>
              </a:defRPr>
            </a:defPPr>
            <a:lvl1pPr algn="l">
              <a:defRPr sz="750" b="0">
                <a:solidFill>
                  <a:srgbClr val="537078"/>
                </a:solidFill>
              </a:defRPr>
            </a:lvl1pPr>
            <a:lvl2pPr algn="l">
              <a:defRPr sz="750" b="0">
                <a:solidFill>
                  <a:srgbClr val="537078"/>
                </a:solidFill>
              </a:defRPr>
            </a:lvl2pPr>
            <a:lvl3pPr algn="l">
              <a:defRPr sz="750" b="0">
                <a:solidFill>
                  <a:srgbClr val="537078"/>
                </a:solidFill>
              </a:defRPr>
            </a:lvl3pPr>
            <a:lvl4pPr algn="l">
              <a:defRPr sz="750" b="0">
                <a:solidFill>
                  <a:srgbClr val="537078"/>
                </a:solidFill>
              </a:defRPr>
            </a:lvl4pPr>
            <a:lvl5pPr algn="l">
              <a:defRPr sz="750" b="0">
                <a:solidFill>
                  <a:srgbClr val="537078"/>
                </a:solidFill>
              </a:defRPr>
            </a:lvl5pPr>
            <a:lvl6pPr algn="l">
              <a:defRPr sz="750" b="0">
                <a:solidFill>
                  <a:srgbClr val="537078"/>
                </a:solidFill>
              </a:defRPr>
            </a:lvl6pPr>
            <a:lvl7pPr algn="l">
              <a:defRPr sz="750" b="0">
                <a:solidFill>
                  <a:srgbClr val="537078"/>
                </a:solidFill>
              </a:defRPr>
            </a:lvl7pPr>
            <a:lvl8pPr algn="l">
              <a:defRPr sz="750" b="0">
                <a:solidFill>
                  <a:srgbClr val="537078"/>
                </a:solidFill>
              </a:defRPr>
            </a:lvl8pPr>
            <a:lvl9pPr algn="l">
              <a:defRPr sz="750" b="0">
                <a:solidFill>
                  <a:srgbClr val="537078"/>
                </a:solidFill>
              </a:defRPr>
            </a:lvl9pPr>
          </a:lstStyle>
          <a:p>
            <a:pPr algn="l">
              <a:defRPr sz="750" b="0">
                <a:solidFill>
                  <a:srgbClr val="537078"/>
                </a:solidFill>
              </a:defRPr>
            </a:pPr>
            <a:r>
              <a:rPr sz="750" b="0">
                <a:solidFill>
                  <a:srgbClr val="537078"/>
                </a:solidFill>
              </a:rPr>
              <a:t>AWS ML Engineer · Week 10 · Part 1</a:t>
            </a:r>
          </a:p>
        </p:txBody>
      </p:sp>
      <p:sp>
        <p:nvSpPr>
          <p:cNvPr id="5" name="Oval 4">
            <a:extLst>
              <a:ext uri="{FF2B5EF4-FFF2-40B4-BE49-F238E27FC236}">
                <a16:creationId xmlns:a16="http://schemas.microsoft.com/office/drawing/2014/main" id="{FC1DC89B-7E04-4641-946E-50E0B08410FE}"/>
              </a:ext>
            </a:extLst>
          </p:cNvPr>
          <p:cNvSpPr>
            <a:spLocks noGrp="1"/>
          </p:cNvSpPr>
          <p:nvPr/>
        </p:nvSpPr>
        <p:spPr>
          <a:xfrm>
            <a:off x="4476750" y="2095500"/>
            <a:ext cx="3238500" cy="3238500"/>
          </a:xfrm>
          <a:prstGeom prst="ellipse">
            <a:avLst/>
          </a:prstGeom>
          <a:solidFill>
            <a:srgbClr val="DDF5F4"/>
          </a:solidFill>
          <a:ln w="0">
            <a:noFill/>
            <a:prstDash val="solid"/>
          </a:ln>
        </p:spPr>
        <p:txBody>
          <a:bodyPr/>
          <a:lstStyle/>
          <a:p>
            <a:endParaRPr lang="en-US"/>
          </a:p>
        </p:txBody>
      </p:sp>
      <p:sp>
        <p:nvSpPr>
          <p:cNvPr id="6" name="Rectangle 5">
            <a:extLst>
              <a:ext uri="{FF2B5EF4-FFF2-40B4-BE49-F238E27FC236}">
                <a16:creationId xmlns:a16="http://schemas.microsoft.com/office/drawing/2014/main" id="{AECD662E-D212-4FBC-90D8-7DFD1038C328}"/>
              </a:ext>
            </a:extLst>
          </p:cNvPr>
          <p:cNvSpPr>
            <a:spLocks noGrp="1"/>
          </p:cNvSpPr>
          <p:nvPr/>
        </p:nvSpPr>
        <p:spPr>
          <a:xfrm>
            <a:off x="4953000" y="3000375"/>
            <a:ext cx="2286000" cy="1143000"/>
          </a:xfrm>
          <a:prstGeom prst="rect">
            <a:avLst/>
          </a:prstGeom>
          <a:noFill/>
          <a:ln w="0">
            <a:noFill/>
            <a:prstDash val="solid"/>
          </a:ln>
        </p:spPr>
        <p:txBody>
          <a:bodyPr anchor="ctr"/>
          <a:lstStyle>
            <a:defPPr algn="ctr">
              <a:defRPr sz="2250" b="1">
                <a:solidFill>
                  <a:srgbClr val="00A6A6"/>
                </a:solidFill>
              </a:defRPr>
            </a:defPPr>
            <a:lvl1pPr algn="ctr">
              <a:defRPr sz="2250" b="1">
                <a:solidFill>
                  <a:srgbClr val="00A6A6"/>
                </a:solidFill>
              </a:defRPr>
            </a:lvl1pPr>
            <a:lvl2pPr algn="ctr">
              <a:defRPr sz="2250" b="1">
                <a:solidFill>
                  <a:srgbClr val="00A6A6"/>
                </a:solidFill>
              </a:defRPr>
            </a:lvl2pPr>
            <a:lvl3pPr algn="ctr">
              <a:defRPr sz="2250" b="1">
                <a:solidFill>
                  <a:srgbClr val="00A6A6"/>
                </a:solidFill>
              </a:defRPr>
            </a:lvl3pPr>
            <a:lvl4pPr algn="ctr">
              <a:defRPr sz="2250" b="1">
                <a:solidFill>
                  <a:srgbClr val="00A6A6"/>
                </a:solidFill>
              </a:defRPr>
            </a:lvl4pPr>
            <a:lvl5pPr algn="ctr">
              <a:defRPr sz="2250" b="1">
                <a:solidFill>
                  <a:srgbClr val="00A6A6"/>
                </a:solidFill>
              </a:defRPr>
            </a:lvl5pPr>
            <a:lvl6pPr algn="ctr">
              <a:defRPr sz="2250" b="1">
                <a:solidFill>
                  <a:srgbClr val="00A6A6"/>
                </a:solidFill>
              </a:defRPr>
            </a:lvl6pPr>
            <a:lvl7pPr algn="ctr">
              <a:defRPr sz="2250" b="1">
                <a:solidFill>
                  <a:srgbClr val="00A6A6"/>
                </a:solidFill>
              </a:defRPr>
            </a:lvl7pPr>
            <a:lvl8pPr algn="ctr">
              <a:defRPr sz="2250" b="1">
                <a:solidFill>
                  <a:srgbClr val="00A6A6"/>
                </a:solidFill>
              </a:defRPr>
            </a:lvl8pPr>
            <a:lvl9pPr algn="ctr">
              <a:defRPr sz="2250" b="1">
                <a:solidFill>
                  <a:srgbClr val="00A6A6"/>
                </a:solidFill>
              </a:defRPr>
            </a:lvl9pPr>
          </a:lstStyle>
          <a:p>
            <a:pPr algn="ctr">
              <a:defRPr sz="2250" b="1">
                <a:solidFill>
                  <a:srgbClr val="00A6A6"/>
                </a:solidFill>
              </a:defRPr>
            </a:pPr>
            <a:r>
              <a:rPr sz="2250" b="1">
                <a:solidFill>
                  <a:srgbClr val="00A6A6"/>
                </a:solidFill>
              </a:rPr>
              <a:t>DATA</a:t>
            </a:r>
          </a:p>
          <a:p>
            <a:pPr algn="ctr">
              <a:defRPr sz="2250" b="1">
                <a:solidFill>
                  <a:srgbClr val="00A6A6"/>
                </a:solidFill>
              </a:defRPr>
            </a:pPr>
            <a:r>
              <a:rPr sz="2250" b="1">
                <a:solidFill>
                  <a:srgbClr val="00A6A6"/>
                </a:solidFill>
              </a:rPr>
              <a:t>WRANGLER</a:t>
            </a:r>
          </a:p>
        </p:txBody>
      </p:sp>
      <p:sp>
        <p:nvSpPr>
          <p:cNvPr id="7" name="Rectangle: Rounded Corners 6">
            <a:extLst>
              <a:ext uri="{FF2B5EF4-FFF2-40B4-BE49-F238E27FC236}">
                <a16:creationId xmlns:a16="http://schemas.microsoft.com/office/drawing/2014/main" id="{8E135717-7F95-4C65-A024-B8051C509C2F}"/>
              </a:ext>
            </a:extLst>
          </p:cNvPr>
          <p:cNvSpPr>
            <a:spLocks noGrp="1"/>
          </p:cNvSpPr>
          <p:nvPr/>
        </p:nvSpPr>
        <p:spPr>
          <a:xfrm>
            <a:off x="762000" y="1857375"/>
            <a:ext cx="2476500" cy="857250"/>
          </a:xfrm>
          <a:prstGeom prst="roundRect">
            <a:avLst>
              <a:gd name="adj" fmla="val 13333"/>
            </a:avLst>
          </a:prstGeom>
          <a:solidFill>
            <a:srgbClr val="FFB703"/>
          </a:solidFill>
          <a:ln w="0">
            <a:noFill/>
            <a:prstDash val="solid"/>
          </a:ln>
        </p:spPr>
        <p:txBody>
          <a:bodyPr/>
          <a:lstStyle/>
          <a:p>
            <a:endParaRPr lang="en-US"/>
          </a:p>
        </p:txBody>
      </p:sp>
      <p:sp>
        <p:nvSpPr>
          <p:cNvPr id="8" name="Rectangle 7">
            <a:extLst>
              <a:ext uri="{FF2B5EF4-FFF2-40B4-BE49-F238E27FC236}">
                <a16:creationId xmlns:a16="http://schemas.microsoft.com/office/drawing/2014/main" id="{9F5A56BC-3BFE-47C5-811A-005167930554}"/>
              </a:ext>
            </a:extLst>
          </p:cNvPr>
          <p:cNvSpPr>
            <a:spLocks noGrp="1"/>
          </p:cNvSpPr>
          <p:nvPr/>
        </p:nvSpPr>
        <p:spPr>
          <a:xfrm>
            <a:off x="904875" y="2000250"/>
            <a:ext cx="2190750" cy="571500"/>
          </a:xfrm>
          <a:prstGeom prst="rect">
            <a:avLst/>
          </a:prstGeom>
          <a:noFill/>
          <a:ln w="0">
            <a:noFill/>
            <a:prstDash val="solid"/>
          </a:ln>
        </p:spPr>
        <p:txBody>
          <a:bodyPr anchor="ctr"/>
          <a:lstStyle>
            <a:defPPr algn="ctr">
              <a:defRPr sz="1650" b="1">
                <a:solidFill>
                  <a:srgbClr val="10333A"/>
                </a:solidFill>
              </a:defRPr>
            </a:defPPr>
            <a:lvl1pPr algn="ctr">
              <a:defRPr sz="1650" b="1">
                <a:solidFill>
                  <a:srgbClr val="10333A"/>
                </a:solidFill>
              </a:defRPr>
            </a:lvl1pPr>
            <a:lvl2pPr algn="ctr">
              <a:defRPr sz="1650" b="1">
                <a:solidFill>
                  <a:srgbClr val="10333A"/>
                </a:solidFill>
              </a:defRPr>
            </a:lvl2pPr>
            <a:lvl3pPr algn="ctr">
              <a:defRPr sz="1650" b="1">
                <a:solidFill>
                  <a:srgbClr val="10333A"/>
                </a:solidFill>
              </a:defRPr>
            </a:lvl3pPr>
            <a:lvl4pPr algn="ctr">
              <a:defRPr sz="1650" b="1">
                <a:solidFill>
                  <a:srgbClr val="10333A"/>
                </a:solidFill>
              </a:defRPr>
            </a:lvl4pPr>
            <a:lvl5pPr algn="ctr">
              <a:defRPr sz="1650" b="1">
                <a:solidFill>
                  <a:srgbClr val="10333A"/>
                </a:solidFill>
              </a:defRPr>
            </a:lvl5pPr>
            <a:lvl6pPr algn="ctr">
              <a:defRPr sz="1650" b="1">
                <a:solidFill>
                  <a:srgbClr val="10333A"/>
                </a:solidFill>
              </a:defRPr>
            </a:lvl6pPr>
            <a:lvl7pPr algn="ctr">
              <a:defRPr sz="1650" b="1">
                <a:solidFill>
                  <a:srgbClr val="10333A"/>
                </a:solidFill>
              </a:defRPr>
            </a:lvl7pPr>
            <a:lvl8pPr algn="ctr">
              <a:defRPr sz="1650" b="1">
                <a:solidFill>
                  <a:srgbClr val="10333A"/>
                </a:solidFill>
              </a:defRPr>
            </a:lvl8pPr>
            <a:lvl9pPr algn="ctr">
              <a:defRPr sz="1650" b="1">
                <a:solidFill>
                  <a:srgbClr val="10333A"/>
                </a:solidFill>
              </a:defRPr>
            </a:lvl9pPr>
          </a:lstStyle>
          <a:p>
            <a:pPr algn="ctr">
              <a:defRPr sz="1650" b="1">
                <a:solidFill>
                  <a:srgbClr val="10333A"/>
                </a:solidFill>
              </a:defRPr>
            </a:pPr>
            <a:r>
              <a:rPr sz="1650" b="1">
                <a:solidFill>
                  <a:srgbClr val="10333A"/>
                </a:solidFill>
              </a:rPr>
              <a:t>S3 / Athena</a:t>
            </a:r>
          </a:p>
        </p:txBody>
      </p:sp>
      <p:sp>
        <p:nvSpPr>
          <p:cNvPr id="9" name="Rectangle 8">
            <a:extLst>
              <a:ext uri="{FF2B5EF4-FFF2-40B4-BE49-F238E27FC236}">
                <a16:creationId xmlns:a16="http://schemas.microsoft.com/office/drawing/2014/main" id="{708A0F8C-F018-4384-BAE1-97BC401D3E45}"/>
              </a:ext>
            </a:extLst>
          </p:cNvPr>
          <p:cNvSpPr>
            <a:spLocks noGrp="1"/>
          </p:cNvSpPr>
          <p:nvPr/>
        </p:nvSpPr>
        <p:spPr>
          <a:xfrm>
            <a:off x="3238500" y="2257425"/>
            <a:ext cx="1238250" cy="57150"/>
          </a:xfrm>
          <a:prstGeom prst="rect">
            <a:avLst/>
          </a:prstGeom>
          <a:solidFill>
            <a:srgbClr val="00A6A6"/>
          </a:solidFill>
          <a:ln w="0">
            <a:noFill/>
            <a:prstDash val="solid"/>
          </a:ln>
        </p:spPr>
        <p:txBody>
          <a:bodyPr/>
          <a:lstStyle/>
          <a:p>
            <a:endParaRPr lang="en-US"/>
          </a:p>
        </p:txBody>
      </p:sp>
      <p:sp>
        <p:nvSpPr>
          <p:cNvPr id="10" name="Rectangle: Rounded Corners 9">
            <a:extLst>
              <a:ext uri="{FF2B5EF4-FFF2-40B4-BE49-F238E27FC236}">
                <a16:creationId xmlns:a16="http://schemas.microsoft.com/office/drawing/2014/main" id="{AFBA488F-808C-4CFF-B9B8-7430973ECD3F}"/>
              </a:ext>
            </a:extLst>
          </p:cNvPr>
          <p:cNvSpPr>
            <a:spLocks noGrp="1"/>
          </p:cNvSpPr>
          <p:nvPr/>
        </p:nvSpPr>
        <p:spPr>
          <a:xfrm>
            <a:off x="809625" y="4476750"/>
            <a:ext cx="2476500" cy="857250"/>
          </a:xfrm>
          <a:prstGeom prst="roundRect">
            <a:avLst>
              <a:gd name="adj" fmla="val 13333"/>
            </a:avLst>
          </a:prstGeom>
          <a:solidFill>
            <a:srgbClr val="56CFE1"/>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F55B336B-0A64-41A4-B4D0-7DFF7D19E5F5}"/>
              </a:ext>
            </a:extLst>
          </p:cNvPr>
          <p:cNvSpPr>
            <a:spLocks noGrp="1"/>
          </p:cNvSpPr>
          <p:nvPr/>
        </p:nvSpPr>
        <p:spPr>
          <a:xfrm>
            <a:off x="952500" y="4619625"/>
            <a:ext cx="2190750" cy="571500"/>
          </a:xfrm>
          <a:prstGeom prst="rect">
            <a:avLst/>
          </a:prstGeom>
          <a:noFill/>
          <a:ln w="0">
            <a:noFill/>
            <a:prstDash val="solid"/>
          </a:ln>
        </p:spPr>
        <p:txBody>
          <a:bodyPr anchor="ctr"/>
          <a:lstStyle>
            <a:defPPr algn="ctr">
              <a:defRPr sz="1650" b="1">
                <a:solidFill>
                  <a:srgbClr val="10333A"/>
                </a:solidFill>
              </a:defRPr>
            </a:defPPr>
            <a:lvl1pPr algn="ctr">
              <a:defRPr sz="1650" b="1">
                <a:solidFill>
                  <a:srgbClr val="10333A"/>
                </a:solidFill>
              </a:defRPr>
            </a:lvl1pPr>
            <a:lvl2pPr algn="ctr">
              <a:defRPr sz="1650" b="1">
                <a:solidFill>
                  <a:srgbClr val="10333A"/>
                </a:solidFill>
              </a:defRPr>
            </a:lvl2pPr>
            <a:lvl3pPr algn="ctr">
              <a:defRPr sz="1650" b="1">
                <a:solidFill>
                  <a:srgbClr val="10333A"/>
                </a:solidFill>
              </a:defRPr>
            </a:lvl3pPr>
            <a:lvl4pPr algn="ctr">
              <a:defRPr sz="1650" b="1">
                <a:solidFill>
                  <a:srgbClr val="10333A"/>
                </a:solidFill>
              </a:defRPr>
            </a:lvl4pPr>
            <a:lvl5pPr algn="ctr">
              <a:defRPr sz="1650" b="1">
                <a:solidFill>
                  <a:srgbClr val="10333A"/>
                </a:solidFill>
              </a:defRPr>
            </a:lvl5pPr>
            <a:lvl6pPr algn="ctr">
              <a:defRPr sz="1650" b="1">
                <a:solidFill>
                  <a:srgbClr val="10333A"/>
                </a:solidFill>
              </a:defRPr>
            </a:lvl6pPr>
            <a:lvl7pPr algn="ctr">
              <a:defRPr sz="1650" b="1">
                <a:solidFill>
                  <a:srgbClr val="10333A"/>
                </a:solidFill>
              </a:defRPr>
            </a:lvl7pPr>
            <a:lvl8pPr algn="ctr">
              <a:defRPr sz="1650" b="1">
                <a:solidFill>
                  <a:srgbClr val="10333A"/>
                </a:solidFill>
              </a:defRPr>
            </a:lvl8pPr>
            <a:lvl9pPr algn="ctr">
              <a:defRPr sz="1650" b="1">
                <a:solidFill>
                  <a:srgbClr val="10333A"/>
                </a:solidFill>
              </a:defRPr>
            </a:lvl9pPr>
          </a:lstStyle>
          <a:p>
            <a:pPr algn="ctr">
              <a:defRPr sz="1650" b="1">
                <a:solidFill>
                  <a:srgbClr val="10333A"/>
                </a:solidFill>
              </a:defRPr>
            </a:pPr>
            <a:r>
              <a:rPr sz="1650" b="1">
                <a:solidFill>
                  <a:srgbClr val="10333A"/>
                </a:solidFill>
              </a:rPr>
              <a:t>Redshift</a:t>
            </a:r>
          </a:p>
        </p:txBody>
      </p:sp>
      <p:sp>
        <p:nvSpPr>
          <p:cNvPr id="12" name="Rectangle 11">
            <a:extLst>
              <a:ext uri="{FF2B5EF4-FFF2-40B4-BE49-F238E27FC236}">
                <a16:creationId xmlns:a16="http://schemas.microsoft.com/office/drawing/2014/main" id="{69C5C532-C023-41B2-B2B2-E68AD0EE58DF}"/>
              </a:ext>
            </a:extLst>
          </p:cNvPr>
          <p:cNvSpPr>
            <a:spLocks noGrp="1"/>
          </p:cNvSpPr>
          <p:nvPr/>
        </p:nvSpPr>
        <p:spPr>
          <a:xfrm>
            <a:off x="3238500" y="4876800"/>
            <a:ext cx="1238250" cy="57150"/>
          </a:xfrm>
          <a:prstGeom prst="rect">
            <a:avLst/>
          </a:prstGeom>
          <a:solidFill>
            <a:srgbClr val="00A6A6"/>
          </a:solidFill>
          <a:ln w="0">
            <a:noFill/>
            <a:prstDash val="solid"/>
          </a:ln>
        </p:spPr>
        <p:txBody>
          <a:bodyPr/>
          <a:lstStyle/>
          <a:p>
            <a:endParaRPr lang="en-US"/>
          </a:p>
        </p:txBody>
      </p:sp>
      <p:sp>
        <p:nvSpPr>
          <p:cNvPr id="13" name="Rectangle: Rounded Corners 12">
            <a:extLst>
              <a:ext uri="{FF2B5EF4-FFF2-40B4-BE49-F238E27FC236}">
                <a16:creationId xmlns:a16="http://schemas.microsoft.com/office/drawing/2014/main" id="{81CC0CCC-98B1-4FFE-9A8A-C32443624D4C}"/>
              </a:ext>
            </a:extLst>
          </p:cNvPr>
          <p:cNvSpPr>
            <a:spLocks noGrp="1"/>
          </p:cNvSpPr>
          <p:nvPr/>
        </p:nvSpPr>
        <p:spPr>
          <a:xfrm>
            <a:off x="8572500" y="1857375"/>
            <a:ext cx="2476500" cy="857250"/>
          </a:xfrm>
          <a:prstGeom prst="roundRect">
            <a:avLst>
              <a:gd name="adj" fmla="val 13333"/>
            </a:avLst>
          </a:prstGeom>
          <a:solidFill>
            <a:srgbClr val="FFB703"/>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94C02425-13C6-476D-A28A-A625ED048A50}"/>
              </a:ext>
            </a:extLst>
          </p:cNvPr>
          <p:cNvSpPr>
            <a:spLocks noGrp="1"/>
          </p:cNvSpPr>
          <p:nvPr/>
        </p:nvSpPr>
        <p:spPr>
          <a:xfrm>
            <a:off x="8715375" y="2000250"/>
            <a:ext cx="2190750" cy="571500"/>
          </a:xfrm>
          <a:prstGeom prst="rect">
            <a:avLst/>
          </a:prstGeom>
          <a:noFill/>
          <a:ln w="0">
            <a:noFill/>
            <a:prstDash val="solid"/>
          </a:ln>
        </p:spPr>
        <p:txBody>
          <a:bodyPr anchor="ctr"/>
          <a:lstStyle>
            <a:defPPr algn="ctr">
              <a:defRPr sz="1650" b="1">
                <a:solidFill>
                  <a:srgbClr val="10333A"/>
                </a:solidFill>
              </a:defRPr>
            </a:defPPr>
            <a:lvl1pPr algn="ctr">
              <a:defRPr sz="1650" b="1">
                <a:solidFill>
                  <a:srgbClr val="10333A"/>
                </a:solidFill>
              </a:defRPr>
            </a:lvl1pPr>
            <a:lvl2pPr algn="ctr">
              <a:defRPr sz="1650" b="1">
                <a:solidFill>
                  <a:srgbClr val="10333A"/>
                </a:solidFill>
              </a:defRPr>
            </a:lvl2pPr>
            <a:lvl3pPr algn="ctr">
              <a:defRPr sz="1650" b="1">
                <a:solidFill>
                  <a:srgbClr val="10333A"/>
                </a:solidFill>
              </a:defRPr>
            </a:lvl3pPr>
            <a:lvl4pPr algn="ctr">
              <a:defRPr sz="1650" b="1">
                <a:solidFill>
                  <a:srgbClr val="10333A"/>
                </a:solidFill>
              </a:defRPr>
            </a:lvl4pPr>
            <a:lvl5pPr algn="ctr">
              <a:defRPr sz="1650" b="1">
                <a:solidFill>
                  <a:srgbClr val="10333A"/>
                </a:solidFill>
              </a:defRPr>
            </a:lvl5pPr>
            <a:lvl6pPr algn="ctr">
              <a:defRPr sz="1650" b="1">
                <a:solidFill>
                  <a:srgbClr val="10333A"/>
                </a:solidFill>
              </a:defRPr>
            </a:lvl6pPr>
            <a:lvl7pPr algn="ctr">
              <a:defRPr sz="1650" b="1">
                <a:solidFill>
                  <a:srgbClr val="10333A"/>
                </a:solidFill>
              </a:defRPr>
            </a:lvl7pPr>
            <a:lvl8pPr algn="ctr">
              <a:defRPr sz="1650" b="1">
                <a:solidFill>
                  <a:srgbClr val="10333A"/>
                </a:solidFill>
              </a:defRPr>
            </a:lvl8pPr>
            <a:lvl9pPr algn="ctr">
              <a:defRPr sz="1650" b="1">
                <a:solidFill>
                  <a:srgbClr val="10333A"/>
                </a:solidFill>
              </a:defRPr>
            </a:lvl9pPr>
          </a:lstStyle>
          <a:p>
            <a:pPr algn="ctr">
              <a:defRPr sz="1650" b="1">
                <a:solidFill>
                  <a:srgbClr val="10333A"/>
                </a:solidFill>
              </a:defRPr>
            </a:pPr>
            <a:r>
              <a:rPr sz="1650" b="1">
                <a:solidFill>
                  <a:srgbClr val="10333A"/>
                </a:solidFill>
              </a:rPr>
              <a:t>Lake Formation</a:t>
            </a:r>
          </a:p>
        </p:txBody>
      </p:sp>
      <p:sp>
        <p:nvSpPr>
          <p:cNvPr id="15" name="Rectangle 14">
            <a:extLst>
              <a:ext uri="{FF2B5EF4-FFF2-40B4-BE49-F238E27FC236}">
                <a16:creationId xmlns:a16="http://schemas.microsoft.com/office/drawing/2014/main" id="{82951267-E2C5-4D05-988B-916430CCA16A}"/>
              </a:ext>
            </a:extLst>
          </p:cNvPr>
          <p:cNvSpPr>
            <a:spLocks noGrp="1"/>
          </p:cNvSpPr>
          <p:nvPr/>
        </p:nvSpPr>
        <p:spPr>
          <a:xfrm>
            <a:off x="7715250" y="2257425"/>
            <a:ext cx="857250" cy="57150"/>
          </a:xfrm>
          <a:prstGeom prst="rect">
            <a:avLst/>
          </a:prstGeom>
          <a:solidFill>
            <a:srgbClr val="00A6A6"/>
          </a:solidFill>
          <a:ln w="0">
            <a:noFill/>
            <a:prstDash val="solid"/>
          </a:ln>
        </p:spPr>
        <p:txBody>
          <a:bodyPr/>
          <a:lstStyle/>
          <a:p>
            <a:endParaRPr lang="en-US"/>
          </a:p>
        </p:txBody>
      </p:sp>
      <p:sp>
        <p:nvSpPr>
          <p:cNvPr id="16" name="Rectangle: Rounded Corners 15">
            <a:extLst>
              <a:ext uri="{FF2B5EF4-FFF2-40B4-BE49-F238E27FC236}">
                <a16:creationId xmlns:a16="http://schemas.microsoft.com/office/drawing/2014/main" id="{E64C6E85-9D76-43FE-A8BA-72AC85E9A291}"/>
              </a:ext>
            </a:extLst>
          </p:cNvPr>
          <p:cNvSpPr>
            <a:spLocks noGrp="1"/>
          </p:cNvSpPr>
          <p:nvPr/>
        </p:nvSpPr>
        <p:spPr>
          <a:xfrm>
            <a:off x="8572500" y="4476750"/>
            <a:ext cx="2476500" cy="857250"/>
          </a:xfrm>
          <a:prstGeom prst="roundRect">
            <a:avLst>
              <a:gd name="adj" fmla="val 13333"/>
            </a:avLst>
          </a:prstGeom>
          <a:solidFill>
            <a:srgbClr val="56CFE1"/>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3C8D89B5-A5E2-4514-BD19-314C3EBCB41F}"/>
              </a:ext>
            </a:extLst>
          </p:cNvPr>
          <p:cNvSpPr>
            <a:spLocks noGrp="1"/>
          </p:cNvSpPr>
          <p:nvPr/>
        </p:nvSpPr>
        <p:spPr>
          <a:xfrm>
            <a:off x="8715375" y="4619625"/>
            <a:ext cx="2190750" cy="571500"/>
          </a:xfrm>
          <a:prstGeom prst="rect">
            <a:avLst/>
          </a:prstGeom>
          <a:noFill/>
          <a:ln w="0">
            <a:noFill/>
            <a:prstDash val="solid"/>
          </a:ln>
        </p:spPr>
        <p:txBody>
          <a:bodyPr anchor="ctr"/>
          <a:lstStyle>
            <a:defPPr algn="ctr">
              <a:defRPr sz="1650" b="1">
                <a:solidFill>
                  <a:srgbClr val="10333A"/>
                </a:solidFill>
              </a:defRPr>
            </a:defPPr>
            <a:lvl1pPr algn="ctr">
              <a:defRPr sz="1650" b="1">
                <a:solidFill>
                  <a:srgbClr val="10333A"/>
                </a:solidFill>
              </a:defRPr>
            </a:lvl1pPr>
            <a:lvl2pPr algn="ctr">
              <a:defRPr sz="1650" b="1">
                <a:solidFill>
                  <a:srgbClr val="10333A"/>
                </a:solidFill>
              </a:defRPr>
            </a:lvl2pPr>
            <a:lvl3pPr algn="ctr">
              <a:defRPr sz="1650" b="1">
                <a:solidFill>
                  <a:srgbClr val="10333A"/>
                </a:solidFill>
              </a:defRPr>
            </a:lvl3pPr>
            <a:lvl4pPr algn="ctr">
              <a:defRPr sz="1650" b="1">
                <a:solidFill>
                  <a:srgbClr val="10333A"/>
                </a:solidFill>
              </a:defRPr>
            </a:lvl4pPr>
            <a:lvl5pPr algn="ctr">
              <a:defRPr sz="1650" b="1">
                <a:solidFill>
                  <a:srgbClr val="10333A"/>
                </a:solidFill>
              </a:defRPr>
            </a:lvl5pPr>
            <a:lvl6pPr algn="ctr">
              <a:defRPr sz="1650" b="1">
                <a:solidFill>
                  <a:srgbClr val="10333A"/>
                </a:solidFill>
              </a:defRPr>
            </a:lvl6pPr>
            <a:lvl7pPr algn="ctr">
              <a:defRPr sz="1650" b="1">
                <a:solidFill>
                  <a:srgbClr val="10333A"/>
                </a:solidFill>
              </a:defRPr>
            </a:lvl7pPr>
            <a:lvl8pPr algn="ctr">
              <a:defRPr sz="1650" b="1">
                <a:solidFill>
                  <a:srgbClr val="10333A"/>
                </a:solidFill>
              </a:defRPr>
            </a:lvl8pPr>
            <a:lvl9pPr algn="ctr">
              <a:defRPr sz="1650" b="1">
                <a:solidFill>
                  <a:srgbClr val="10333A"/>
                </a:solidFill>
              </a:defRPr>
            </a:lvl9pPr>
          </a:lstStyle>
          <a:p>
            <a:pPr algn="ctr">
              <a:defRPr sz="1650" b="1">
                <a:solidFill>
                  <a:srgbClr val="10333A"/>
                </a:solidFill>
              </a:defRPr>
            </a:pPr>
            <a:r>
              <a:rPr sz="1650" b="1">
                <a:solidFill>
                  <a:srgbClr val="10333A"/>
                </a:solidFill>
              </a:rPr>
              <a:t>JDBC</a:t>
            </a:r>
          </a:p>
        </p:txBody>
      </p:sp>
      <p:sp>
        <p:nvSpPr>
          <p:cNvPr id="18" name="Rectangle 17">
            <a:extLst>
              <a:ext uri="{FF2B5EF4-FFF2-40B4-BE49-F238E27FC236}">
                <a16:creationId xmlns:a16="http://schemas.microsoft.com/office/drawing/2014/main" id="{433EF6A2-D276-40C3-919B-3EDEA5C4613D}"/>
              </a:ext>
            </a:extLst>
          </p:cNvPr>
          <p:cNvSpPr>
            <a:spLocks noGrp="1"/>
          </p:cNvSpPr>
          <p:nvPr/>
        </p:nvSpPr>
        <p:spPr>
          <a:xfrm>
            <a:off x="7715250" y="4876800"/>
            <a:ext cx="857250" cy="57150"/>
          </a:xfrm>
          <a:prstGeom prst="rect">
            <a:avLst/>
          </a:prstGeom>
          <a:solidFill>
            <a:srgbClr val="00A6A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7DDC8538-9F4E-4449-B99C-586F340BA440}"/>
              </a:ext>
            </a:extLst>
          </p:cNvPr>
          <p:cNvSpPr>
            <a:spLocks noGrp="1"/>
          </p:cNvSpPr>
          <p:nvPr/>
        </p:nvSpPr>
        <p:spPr>
          <a:xfrm>
            <a:off x="2905125" y="5619750"/>
            <a:ext cx="6381750" cy="419100"/>
          </a:xfrm>
          <a:prstGeom prst="rect">
            <a:avLst/>
          </a:prstGeom>
          <a:noFill/>
          <a:ln w="0">
            <a:noFill/>
            <a:prstDash val="solid"/>
          </a:ln>
        </p:spPr>
        <p:txBody>
          <a:bodyPr anchor="ctr"/>
          <a:lstStyle>
            <a:defPPr algn="ctr">
              <a:defRPr sz="1425" b="1">
                <a:solidFill>
                  <a:srgbClr val="537078"/>
                </a:solidFill>
              </a:defRPr>
            </a:defPPr>
            <a:lvl1pPr algn="ctr">
              <a:defRPr sz="1425" b="1">
                <a:solidFill>
                  <a:srgbClr val="537078"/>
                </a:solidFill>
              </a:defRPr>
            </a:lvl1pPr>
            <a:lvl2pPr algn="ctr">
              <a:defRPr sz="1425" b="1">
                <a:solidFill>
                  <a:srgbClr val="537078"/>
                </a:solidFill>
              </a:defRPr>
            </a:lvl2pPr>
            <a:lvl3pPr algn="ctr">
              <a:defRPr sz="1425" b="1">
                <a:solidFill>
                  <a:srgbClr val="537078"/>
                </a:solidFill>
              </a:defRPr>
            </a:lvl3pPr>
            <a:lvl4pPr algn="ctr">
              <a:defRPr sz="1425" b="1">
                <a:solidFill>
                  <a:srgbClr val="537078"/>
                </a:solidFill>
              </a:defRPr>
            </a:lvl4pPr>
            <a:lvl5pPr algn="ctr">
              <a:defRPr sz="1425" b="1">
                <a:solidFill>
                  <a:srgbClr val="537078"/>
                </a:solidFill>
              </a:defRPr>
            </a:lvl5pPr>
            <a:lvl6pPr algn="ctr">
              <a:defRPr sz="1425" b="1">
                <a:solidFill>
                  <a:srgbClr val="537078"/>
                </a:solidFill>
              </a:defRPr>
            </a:lvl6pPr>
            <a:lvl7pPr algn="ctr">
              <a:defRPr sz="1425" b="1">
                <a:solidFill>
                  <a:srgbClr val="537078"/>
                </a:solidFill>
              </a:defRPr>
            </a:lvl7pPr>
            <a:lvl8pPr algn="ctr">
              <a:defRPr sz="1425" b="1">
                <a:solidFill>
                  <a:srgbClr val="537078"/>
                </a:solidFill>
              </a:defRPr>
            </a:lvl8pPr>
            <a:lvl9pPr algn="ctr">
              <a:defRPr sz="1425" b="1">
                <a:solidFill>
                  <a:srgbClr val="537078"/>
                </a:solidFill>
              </a:defRPr>
            </a:lvl9pPr>
          </a:lstStyle>
          <a:p>
            <a:pPr algn="ctr">
              <a:defRPr sz="1425" b="1">
                <a:solidFill>
                  <a:srgbClr val="537078"/>
                </a:solidFill>
              </a:defRPr>
            </a:pPr>
            <a:r>
              <a:rPr sz="1425" b="1">
                <a:solidFill>
                  <a:srgbClr val="537078"/>
                </a:solidFill>
              </a:rPr>
              <a:t>Access requires both Studio permissions and source authorization</a:t>
            </a:r>
          </a:p>
        </p:txBody>
      </p:sp>
    </p:spTree>
    <p:extLst>
      <p:ext uri="{BB962C8B-B14F-4D97-AF65-F5344CB8AC3E}">
        <p14:creationId xmlns:p14="http://schemas.microsoft.com/office/powerpoint/2010/main" val="555682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BFC"/>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2547F8-E774-4E54-97F8-CBB4D34096CC}"/>
              </a:ext>
            </a:extLst>
          </p:cNvPr>
          <p:cNvSpPr>
            <a:spLocks noGrp="1"/>
          </p:cNvSpPr>
          <p:nvPr/>
        </p:nvSpPr>
        <p:spPr>
          <a:xfrm>
            <a:off x="609600" y="285750"/>
            <a:ext cx="2857500" cy="266700"/>
          </a:xfrm>
          <a:prstGeom prst="rect">
            <a:avLst/>
          </a:prstGeom>
          <a:noFill/>
          <a:ln w="0">
            <a:noFill/>
            <a:prstDash val="solid"/>
          </a:ln>
        </p:spPr>
        <p:txBody>
          <a:bodyPr anchor="ctr"/>
          <a:lstStyle>
            <a:defPPr algn="l">
              <a:defRPr sz="1050" b="1">
                <a:solidFill>
                  <a:srgbClr val="00A6A6"/>
                </a:solidFill>
              </a:defRPr>
            </a:defPPr>
            <a:lvl1pPr algn="l">
              <a:defRPr sz="1050" b="1">
                <a:solidFill>
                  <a:srgbClr val="00A6A6"/>
                </a:solidFill>
              </a:defRPr>
            </a:lvl1pPr>
            <a:lvl2pPr algn="l">
              <a:defRPr sz="1050" b="1">
                <a:solidFill>
                  <a:srgbClr val="00A6A6"/>
                </a:solidFill>
              </a:defRPr>
            </a:lvl2pPr>
            <a:lvl3pPr algn="l">
              <a:defRPr sz="1050" b="1">
                <a:solidFill>
                  <a:srgbClr val="00A6A6"/>
                </a:solidFill>
              </a:defRPr>
            </a:lvl3pPr>
            <a:lvl4pPr algn="l">
              <a:defRPr sz="1050" b="1">
                <a:solidFill>
                  <a:srgbClr val="00A6A6"/>
                </a:solidFill>
              </a:defRPr>
            </a:lvl4pPr>
            <a:lvl5pPr algn="l">
              <a:defRPr sz="1050" b="1">
                <a:solidFill>
                  <a:srgbClr val="00A6A6"/>
                </a:solidFill>
              </a:defRPr>
            </a:lvl5pPr>
            <a:lvl6pPr algn="l">
              <a:defRPr sz="1050" b="1">
                <a:solidFill>
                  <a:srgbClr val="00A6A6"/>
                </a:solidFill>
              </a:defRPr>
            </a:lvl6pPr>
            <a:lvl7pPr algn="l">
              <a:defRPr sz="1050" b="1">
                <a:solidFill>
                  <a:srgbClr val="00A6A6"/>
                </a:solidFill>
              </a:defRPr>
            </a:lvl7pPr>
            <a:lvl8pPr algn="l">
              <a:defRPr sz="1050" b="1">
                <a:solidFill>
                  <a:srgbClr val="00A6A6"/>
                </a:solidFill>
              </a:defRPr>
            </a:lvl8pPr>
            <a:lvl9pPr algn="l">
              <a:defRPr sz="1050" b="1">
                <a:solidFill>
                  <a:srgbClr val="00A6A6"/>
                </a:solidFill>
              </a:defRPr>
            </a:lvl9pPr>
          </a:lstStyle>
          <a:p>
            <a:pPr algn="l">
              <a:defRPr sz="1050" b="1">
                <a:solidFill>
                  <a:srgbClr val="00A6A6"/>
                </a:solidFill>
              </a:defRPr>
            </a:pPr>
            <a:r>
              <a:rPr sz="1050" b="1">
                <a:solidFill>
                  <a:srgbClr val="00A6A6"/>
                </a:solidFill>
              </a:rPr>
              <a:t>WEEK 10 · PART 1</a:t>
            </a:r>
          </a:p>
        </p:txBody>
      </p:sp>
      <p:sp>
        <p:nvSpPr>
          <p:cNvPr id="2" name="Rectangle 1">
            <a:extLst>
              <a:ext uri="{FF2B5EF4-FFF2-40B4-BE49-F238E27FC236}">
                <a16:creationId xmlns:a16="http://schemas.microsoft.com/office/drawing/2014/main" id="{FB6D8E03-07A1-46E4-B6F8-261C2C7D1280}"/>
              </a:ext>
            </a:extLst>
          </p:cNvPr>
          <p:cNvSpPr>
            <a:spLocks noGrp="1"/>
          </p:cNvSpPr>
          <p:nvPr/>
        </p:nvSpPr>
        <p:spPr>
          <a:xfrm>
            <a:off x="11049000" y="266700"/>
            <a:ext cx="533400" cy="304800"/>
          </a:xfrm>
          <a:prstGeom prst="rect">
            <a:avLst/>
          </a:prstGeom>
          <a:noFill/>
          <a:ln w="0">
            <a:noFill/>
            <a:prstDash val="solid"/>
          </a:ln>
        </p:spPr>
        <p:txBody>
          <a:bodyPr anchor="ctr"/>
          <a:lstStyle>
            <a:defPPr algn="r">
              <a:defRPr sz="1350" b="1">
                <a:solidFill>
                  <a:srgbClr val="10333A"/>
                </a:solidFill>
              </a:defRPr>
            </a:defPPr>
            <a:lvl1pPr algn="r">
              <a:defRPr sz="1350" b="1">
                <a:solidFill>
                  <a:srgbClr val="10333A"/>
                </a:solidFill>
              </a:defRPr>
            </a:lvl1pPr>
            <a:lvl2pPr algn="r">
              <a:defRPr sz="1350" b="1">
                <a:solidFill>
                  <a:srgbClr val="10333A"/>
                </a:solidFill>
              </a:defRPr>
            </a:lvl2pPr>
            <a:lvl3pPr algn="r">
              <a:defRPr sz="1350" b="1">
                <a:solidFill>
                  <a:srgbClr val="10333A"/>
                </a:solidFill>
              </a:defRPr>
            </a:lvl3pPr>
            <a:lvl4pPr algn="r">
              <a:defRPr sz="1350" b="1">
                <a:solidFill>
                  <a:srgbClr val="10333A"/>
                </a:solidFill>
              </a:defRPr>
            </a:lvl4pPr>
            <a:lvl5pPr algn="r">
              <a:defRPr sz="1350" b="1">
                <a:solidFill>
                  <a:srgbClr val="10333A"/>
                </a:solidFill>
              </a:defRPr>
            </a:lvl5pPr>
            <a:lvl6pPr algn="r">
              <a:defRPr sz="1350" b="1">
                <a:solidFill>
                  <a:srgbClr val="10333A"/>
                </a:solidFill>
              </a:defRPr>
            </a:lvl6pPr>
            <a:lvl7pPr algn="r">
              <a:defRPr sz="1350" b="1">
                <a:solidFill>
                  <a:srgbClr val="10333A"/>
                </a:solidFill>
              </a:defRPr>
            </a:lvl7pPr>
            <a:lvl8pPr algn="r">
              <a:defRPr sz="1350" b="1">
                <a:solidFill>
                  <a:srgbClr val="10333A"/>
                </a:solidFill>
              </a:defRPr>
            </a:lvl8pPr>
            <a:lvl9pPr algn="r">
              <a:defRPr sz="1350" b="1">
                <a:solidFill>
                  <a:srgbClr val="10333A"/>
                </a:solidFill>
              </a:defRPr>
            </a:lvl9pPr>
          </a:lstStyle>
          <a:p>
            <a:pPr algn="r">
              <a:defRPr sz="1350" b="1">
                <a:solidFill>
                  <a:srgbClr val="10333A"/>
                </a:solidFill>
              </a:defRPr>
            </a:pPr>
            <a:r>
              <a:rPr sz="1350" b="1">
                <a:solidFill>
                  <a:srgbClr val="10333A"/>
                </a:solidFill>
              </a:rPr>
              <a:t>05</a:t>
            </a:r>
          </a:p>
        </p:txBody>
      </p:sp>
      <p:sp>
        <p:nvSpPr>
          <p:cNvPr id="3" name="Rectangle 2">
            <a:extLst>
              <a:ext uri="{FF2B5EF4-FFF2-40B4-BE49-F238E27FC236}">
                <a16:creationId xmlns:a16="http://schemas.microsoft.com/office/drawing/2014/main" id="{F47DD1D1-0078-4A39-BA34-0C42C4430D46}"/>
              </a:ext>
            </a:extLst>
          </p:cNvPr>
          <p:cNvSpPr>
            <a:spLocks noGrp="1"/>
          </p:cNvSpPr>
          <p:nvPr/>
        </p:nvSpPr>
        <p:spPr>
          <a:xfrm>
            <a:off x="609600" y="723900"/>
            <a:ext cx="10668000" cy="666750"/>
          </a:xfrm>
          <a:prstGeom prst="rect">
            <a:avLst/>
          </a:prstGeom>
          <a:noFill/>
          <a:ln w="0">
            <a:noFill/>
            <a:prstDash val="solid"/>
          </a:ln>
        </p:spPr>
        <p:txBody>
          <a:bodyPr anchor="ctr"/>
          <a:lstStyle>
            <a:defPPr algn="l">
              <a:defRPr sz="2550" b="1">
                <a:solidFill>
                  <a:srgbClr val="10333A"/>
                </a:solidFill>
              </a:defRPr>
            </a:defPPr>
            <a:lvl1pPr algn="l">
              <a:defRPr sz="2550" b="1">
                <a:solidFill>
                  <a:srgbClr val="10333A"/>
                </a:solidFill>
              </a:defRPr>
            </a:lvl1pPr>
            <a:lvl2pPr algn="l">
              <a:defRPr sz="2550" b="1">
                <a:solidFill>
                  <a:srgbClr val="10333A"/>
                </a:solidFill>
              </a:defRPr>
            </a:lvl2pPr>
            <a:lvl3pPr algn="l">
              <a:defRPr sz="2550" b="1">
                <a:solidFill>
                  <a:srgbClr val="10333A"/>
                </a:solidFill>
              </a:defRPr>
            </a:lvl3pPr>
            <a:lvl4pPr algn="l">
              <a:defRPr sz="2550" b="1">
                <a:solidFill>
                  <a:srgbClr val="10333A"/>
                </a:solidFill>
              </a:defRPr>
            </a:lvl4pPr>
            <a:lvl5pPr algn="l">
              <a:defRPr sz="2550" b="1">
                <a:solidFill>
                  <a:srgbClr val="10333A"/>
                </a:solidFill>
              </a:defRPr>
            </a:lvl5pPr>
            <a:lvl6pPr algn="l">
              <a:defRPr sz="2550" b="1">
                <a:solidFill>
                  <a:srgbClr val="10333A"/>
                </a:solidFill>
              </a:defRPr>
            </a:lvl6pPr>
            <a:lvl7pPr algn="l">
              <a:defRPr sz="2550" b="1">
                <a:solidFill>
                  <a:srgbClr val="10333A"/>
                </a:solidFill>
              </a:defRPr>
            </a:lvl7pPr>
            <a:lvl8pPr algn="l">
              <a:defRPr sz="2550" b="1">
                <a:solidFill>
                  <a:srgbClr val="10333A"/>
                </a:solidFill>
              </a:defRPr>
            </a:lvl8pPr>
            <a:lvl9pPr algn="l">
              <a:defRPr sz="2550" b="1">
                <a:solidFill>
                  <a:srgbClr val="10333A"/>
                </a:solidFill>
              </a:defRPr>
            </a:lvl9pPr>
          </a:lstStyle>
          <a:p>
            <a:pPr algn="l">
              <a:defRPr sz="2550" b="1">
                <a:solidFill>
                  <a:srgbClr val="10333A"/>
                </a:solidFill>
              </a:defRPr>
            </a:pPr>
            <a:r>
              <a:rPr sz="2550" b="1">
                <a:solidFill>
                  <a:srgbClr val="10333A"/>
                </a:solidFill>
              </a:rPr>
              <a:t>Profiling before transformation</a:t>
            </a:r>
          </a:p>
        </p:txBody>
      </p:sp>
      <p:sp>
        <p:nvSpPr>
          <p:cNvPr id="4" name="Rectangle 3">
            <a:extLst>
              <a:ext uri="{FF2B5EF4-FFF2-40B4-BE49-F238E27FC236}">
                <a16:creationId xmlns:a16="http://schemas.microsoft.com/office/drawing/2014/main" id="{BE58005D-5A10-4820-91FE-A3D141DCD187}"/>
              </a:ext>
            </a:extLst>
          </p:cNvPr>
          <p:cNvSpPr>
            <a:spLocks noGrp="1"/>
          </p:cNvSpPr>
          <p:nvPr/>
        </p:nvSpPr>
        <p:spPr>
          <a:xfrm>
            <a:off x="609600" y="6534150"/>
            <a:ext cx="4095750" cy="171450"/>
          </a:xfrm>
          <a:prstGeom prst="rect">
            <a:avLst/>
          </a:prstGeom>
          <a:noFill/>
          <a:ln w="0">
            <a:noFill/>
            <a:prstDash val="solid"/>
          </a:ln>
        </p:spPr>
        <p:txBody>
          <a:bodyPr anchor="ctr"/>
          <a:lstStyle>
            <a:defPPr algn="l">
              <a:defRPr sz="750" b="0">
                <a:solidFill>
                  <a:srgbClr val="537078"/>
                </a:solidFill>
              </a:defRPr>
            </a:defPPr>
            <a:lvl1pPr algn="l">
              <a:defRPr sz="750" b="0">
                <a:solidFill>
                  <a:srgbClr val="537078"/>
                </a:solidFill>
              </a:defRPr>
            </a:lvl1pPr>
            <a:lvl2pPr algn="l">
              <a:defRPr sz="750" b="0">
                <a:solidFill>
                  <a:srgbClr val="537078"/>
                </a:solidFill>
              </a:defRPr>
            </a:lvl2pPr>
            <a:lvl3pPr algn="l">
              <a:defRPr sz="750" b="0">
                <a:solidFill>
                  <a:srgbClr val="537078"/>
                </a:solidFill>
              </a:defRPr>
            </a:lvl3pPr>
            <a:lvl4pPr algn="l">
              <a:defRPr sz="750" b="0">
                <a:solidFill>
                  <a:srgbClr val="537078"/>
                </a:solidFill>
              </a:defRPr>
            </a:lvl4pPr>
            <a:lvl5pPr algn="l">
              <a:defRPr sz="750" b="0">
                <a:solidFill>
                  <a:srgbClr val="537078"/>
                </a:solidFill>
              </a:defRPr>
            </a:lvl5pPr>
            <a:lvl6pPr algn="l">
              <a:defRPr sz="750" b="0">
                <a:solidFill>
                  <a:srgbClr val="537078"/>
                </a:solidFill>
              </a:defRPr>
            </a:lvl6pPr>
            <a:lvl7pPr algn="l">
              <a:defRPr sz="750" b="0">
                <a:solidFill>
                  <a:srgbClr val="537078"/>
                </a:solidFill>
              </a:defRPr>
            </a:lvl7pPr>
            <a:lvl8pPr algn="l">
              <a:defRPr sz="750" b="0">
                <a:solidFill>
                  <a:srgbClr val="537078"/>
                </a:solidFill>
              </a:defRPr>
            </a:lvl8pPr>
            <a:lvl9pPr algn="l">
              <a:defRPr sz="750" b="0">
                <a:solidFill>
                  <a:srgbClr val="537078"/>
                </a:solidFill>
              </a:defRPr>
            </a:lvl9pPr>
          </a:lstStyle>
          <a:p>
            <a:pPr algn="l">
              <a:defRPr sz="750" b="0">
                <a:solidFill>
                  <a:srgbClr val="537078"/>
                </a:solidFill>
              </a:defRPr>
            </a:pPr>
            <a:r>
              <a:rPr sz="750" b="0">
                <a:solidFill>
                  <a:srgbClr val="537078"/>
                </a:solidFill>
              </a:rPr>
              <a:t>AWS ML Engineer · Week 10 · Part 1</a:t>
            </a:r>
          </a:p>
        </p:txBody>
      </p:sp>
      <p:sp>
        <p:nvSpPr>
          <p:cNvPr id="5" name="Oval 4">
            <a:extLst>
              <a:ext uri="{FF2B5EF4-FFF2-40B4-BE49-F238E27FC236}">
                <a16:creationId xmlns:a16="http://schemas.microsoft.com/office/drawing/2014/main" id="{48C8601F-8481-48AE-BBCD-4133E34BA32A}"/>
              </a:ext>
            </a:extLst>
          </p:cNvPr>
          <p:cNvSpPr>
            <a:spLocks noGrp="1"/>
          </p:cNvSpPr>
          <p:nvPr/>
        </p:nvSpPr>
        <p:spPr>
          <a:xfrm>
            <a:off x="857250" y="1952625"/>
            <a:ext cx="3238500" cy="3238500"/>
          </a:xfrm>
          <a:prstGeom prst="ellipse">
            <a:avLst/>
          </a:prstGeom>
          <a:solidFill>
            <a:srgbClr val="FFFFFF"/>
          </a:solidFill>
          <a:ln w="19050">
            <a:solidFill>
              <a:srgbClr val="00A6A6"/>
            </a:solidFill>
            <a:prstDash val="solid"/>
          </a:ln>
        </p:spPr>
        <p:txBody>
          <a:bodyPr/>
          <a:lstStyle/>
          <a:p>
            <a:endParaRPr lang="en-US"/>
          </a:p>
        </p:txBody>
      </p:sp>
      <p:sp>
        <p:nvSpPr>
          <p:cNvPr id="6" name="Oval 5">
            <a:extLst>
              <a:ext uri="{FF2B5EF4-FFF2-40B4-BE49-F238E27FC236}">
                <a16:creationId xmlns:a16="http://schemas.microsoft.com/office/drawing/2014/main" id="{6507B9AD-E272-442D-B60A-3B54B2041DAC}"/>
              </a:ext>
            </a:extLst>
          </p:cNvPr>
          <p:cNvSpPr>
            <a:spLocks noGrp="1"/>
          </p:cNvSpPr>
          <p:nvPr/>
        </p:nvSpPr>
        <p:spPr>
          <a:xfrm>
            <a:off x="2476500" y="3524250"/>
            <a:ext cx="1381125" cy="1381125"/>
          </a:xfrm>
          <a:prstGeom prst="ellipse">
            <a:avLst/>
          </a:prstGeom>
          <a:solidFill>
            <a:srgbClr val="00A6A6"/>
          </a:solidFill>
          <a:ln w="0">
            <a:noFill/>
            <a:prstDash val="solid"/>
          </a:ln>
        </p:spPr>
        <p:txBody>
          <a:bodyPr/>
          <a:lstStyle/>
          <a:p>
            <a:endParaRPr lang="en-US"/>
          </a:p>
        </p:txBody>
      </p:sp>
      <p:sp>
        <p:nvSpPr>
          <p:cNvPr id="7" name="Rectangle 6">
            <a:extLst>
              <a:ext uri="{FF2B5EF4-FFF2-40B4-BE49-F238E27FC236}">
                <a16:creationId xmlns:a16="http://schemas.microsoft.com/office/drawing/2014/main" id="{AE0AF3C9-0C6D-4F29-AA14-CAD1D35677BA}"/>
              </a:ext>
            </a:extLst>
          </p:cNvPr>
          <p:cNvSpPr>
            <a:spLocks noGrp="1"/>
          </p:cNvSpPr>
          <p:nvPr/>
        </p:nvSpPr>
        <p:spPr>
          <a:xfrm>
            <a:off x="3619500" y="4810125"/>
            <a:ext cx="1143000" cy="209550"/>
          </a:xfrm>
          <a:prstGeom prst="rect">
            <a:avLst/>
          </a:prstGeom>
          <a:solidFill>
            <a:srgbClr val="00A6A6"/>
          </a:solidFill>
          <a:ln w="0">
            <a:noFill/>
            <a:prstDash val="solid"/>
          </a:ln>
        </p:spPr>
        <p:txBody>
          <a:bodyPr/>
          <a:lstStyle/>
          <a:p>
            <a:endParaRPr lang="en-US"/>
          </a:p>
        </p:txBody>
      </p:sp>
      <p:sp>
        <p:nvSpPr>
          <p:cNvPr id="8" name="Rectangle 7">
            <a:extLst>
              <a:ext uri="{FF2B5EF4-FFF2-40B4-BE49-F238E27FC236}">
                <a16:creationId xmlns:a16="http://schemas.microsoft.com/office/drawing/2014/main" id="{9C8281EC-232D-47F2-B227-B4C53AB4632F}"/>
              </a:ext>
            </a:extLst>
          </p:cNvPr>
          <p:cNvSpPr>
            <a:spLocks noGrp="1"/>
          </p:cNvSpPr>
          <p:nvPr/>
        </p:nvSpPr>
        <p:spPr>
          <a:xfrm>
            <a:off x="1381125" y="2809875"/>
            <a:ext cx="2190750" cy="457200"/>
          </a:xfrm>
          <a:prstGeom prst="rect">
            <a:avLst/>
          </a:prstGeom>
          <a:noFill/>
          <a:ln w="0">
            <a:noFill/>
            <a:prstDash val="solid"/>
          </a:ln>
        </p:spPr>
        <p:txBody>
          <a:bodyPr anchor="ctr"/>
          <a:lstStyle>
            <a:defPPr algn="ctr">
              <a:defRPr sz="2025" b="1">
                <a:solidFill>
                  <a:srgbClr val="10333A"/>
                </a:solidFill>
              </a:defRPr>
            </a:defPPr>
            <a:lvl1pPr algn="ctr">
              <a:defRPr sz="2025" b="1">
                <a:solidFill>
                  <a:srgbClr val="10333A"/>
                </a:solidFill>
              </a:defRPr>
            </a:lvl1pPr>
            <a:lvl2pPr algn="ctr">
              <a:defRPr sz="2025" b="1">
                <a:solidFill>
                  <a:srgbClr val="10333A"/>
                </a:solidFill>
              </a:defRPr>
            </a:lvl2pPr>
            <a:lvl3pPr algn="ctr">
              <a:defRPr sz="2025" b="1">
                <a:solidFill>
                  <a:srgbClr val="10333A"/>
                </a:solidFill>
              </a:defRPr>
            </a:lvl3pPr>
            <a:lvl4pPr algn="ctr">
              <a:defRPr sz="2025" b="1">
                <a:solidFill>
                  <a:srgbClr val="10333A"/>
                </a:solidFill>
              </a:defRPr>
            </a:lvl4pPr>
            <a:lvl5pPr algn="ctr">
              <a:defRPr sz="2025" b="1">
                <a:solidFill>
                  <a:srgbClr val="10333A"/>
                </a:solidFill>
              </a:defRPr>
            </a:lvl5pPr>
            <a:lvl6pPr algn="ctr">
              <a:defRPr sz="2025" b="1">
                <a:solidFill>
                  <a:srgbClr val="10333A"/>
                </a:solidFill>
              </a:defRPr>
            </a:lvl6pPr>
            <a:lvl7pPr algn="ctr">
              <a:defRPr sz="2025" b="1">
                <a:solidFill>
                  <a:srgbClr val="10333A"/>
                </a:solidFill>
              </a:defRPr>
            </a:lvl7pPr>
            <a:lvl8pPr algn="ctr">
              <a:defRPr sz="2025" b="1">
                <a:solidFill>
                  <a:srgbClr val="10333A"/>
                </a:solidFill>
              </a:defRPr>
            </a:lvl8pPr>
            <a:lvl9pPr algn="ctr">
              <a:defRPr sz="2025" b="1">
                <a:solidFill>
                  <a:srgbClr val="10333A"/>
                </a:solidFill>
              </a:defRPr>
            </a:lvl9pPr>
          </a:lstStyle>
          <a:p>
            <a:pPr algn="ctr">
              <a:defRPr sz="2025" b="1">
                <a:solidFill>
                  <a:srgbClr val="10333A"/>
                </a:solidFill>
              </a:defRPr>
            </a:pPr>
            <a:r>
              <a:rPr sz="2025" b="1">
                <a:solidFill>
                  <a:srgbClr val="10333A"/>
                </a:solidFill>
              </a:rPr>
              <a:t>PROFILE</a:t>
            </a:r>
          </a:p>
        </p:txBody>
      </p:sp>
      <p:sp>
        <p:nvSpPr>
          <p:cNvPr id="9" name="Rectangle 8">
            <a:extLst>
              <a:ext uri="{FF2B5EF4-FFF2-40B4-BE49-F238E27FC236}">
                <a16:creationId xmlns:a16="http://schemas.microsoft.com/office/drawing/2014/main" id="{596C1EB6-D915-41E3-910B-2F74490A5082}"/>
              </a:ext>
            </a:extLst>
          </p:cNvPr>
          <p:cNvSpPr>
            <a:spLocks noGrp="1"/>
          </p:cNvSpPr>
          <p:nvPr/>
        </p:nvSpPr>
        <p:spPr>
          <a:xfrm>
            <a:off x="5095875" y="2047875"/>
            <a:ext cx="476250" cy="514350"/>
          </a:xfrm>
          <a:prstGeom prst="rect">
            <a:avLst/>
          </a:prstGeom>
          <a:noFill/>
          <a:ln w="0">
            <a:noFill/>
            <a:prstDash val="solid"/>
          </a:ln>
        </p:spPr>
        <p:txBody>
          <a:bodyPr anchor="ctr"/>
          <a:lstStyle>
            <a:defPPr algn="ctr">
              <a:defRPr sz="2100" b="1">
                <a:solidFill>
                  <a:srgbClr val="00A6A6"/>
                </a:solidFill>
              </a:defRPr>
            </a:defPPr>
            <a:lvl1pPr algn="ctr">
              <a:defRPr sz="2100" b="1">
                <a:solidFill>
                  <a:srgbClr val="00A6A6"/>
                </a:solidFill>
              </a:defRPr>
            </a:lvl1pPr>
            <a:lvl2pPr algn="ctr">
              <a:defRPr sz="2100" b="1">
                <a:solidFill>
                  <a:srgbClr val="00A6A6"/>
                </a:solidFill>
              </a:defRPr>
            </a:lvl2pPr>
            <a:lvl3pPr algn="ctr">
              <a:defRPr sz="2100" b="1">
                <a:solidFill>
                  <a:srgbClr val="00A6A6"/>
                </a:solidFill>
              </a:defRPr>
            </a:lvl3pPr>
            <a:lvl4pPr algn="ctr">
              <a:defRPr sz="2100" b="1">
                <a:solidFill>
                  <a:srgbClr val="00A6A6"/>
                </a:solidFill>
              </a:defRPr>
            </a:lvl4pPr>
            <a:lvl5pPr algn="ctr">
              <a:defRPr sz="2100" b="1">
                <a:solidFill>
                  <a:srgbClr val="00A6A6"/>
                </a:solidFill>
              </a:defRPr>
            </a:lvl5pPr>
            <a:lvl6pPr algn="ctr">
              <a:defRPr sz="2100" b="1">
                <a:solidFill>
                  <a:srgbClr val="00A6A6"/>
                </a:solidFill>
              </a:defRPr>
            </a:lvl6pPr>
            <a:lvl7pPr algn="ctr">
              <a:defRPr sz="2100" b="1">
                <a:solidFill>
                  <a:srgbClr val="00A6A6"/>
                </a:solidFill>
              </a:defRPr>
            </a:lvl7pPr>
            <a:lvl8pPr algn="ctr">
              <a:defRPr sz="2100" b="1">
                <a:solidFill>
                  <a:srgbClr val="00A6A6"/>
                </a:solidFill>
              </a:defRPr>
            </a:lvl8pPr>
            <a:lvl9pPr algn="ctr">
              <a:defRPr sz="2100" b="1">
                <a:solidFill>
                  <a:srgbClr val="00A6A6"/>
                </a:solidFill>
              </a:defRPr>
            </a:lvl9pPr>
          </a:lstStyle>
          <a:p>
            <a:pPr algn="ctr">
              <a:defRPr sz="2100" b="1">
                <a:solidFill>
                  <a:srgbClr val="00A6A6"/>
                </a:solidFill>
              </a:defRPr>
            </a:pPr>
            <a:r>
              <a:rPr sz="2100" b="1">
                <a:solidFill>
                  <a:srgbClr val="00A6A6"/>
                </a:solidFill>
              </a:rPr>
              <a:t>1</a:t>
            </a:r>
          </a:p>
        </p:txBody>
      </p:sp>
      <p:sp>
        <p:nvSpPr>
          <p:cNvPr id="10" name="Rectangle 9">
            <a:extLst>
              <a:ext uri="{FF2B5EF4-FFF2-40B4-BE49-F238E27FC236}">
                <a16:creationId xmlns:a16="http://schemas.microsoft.com/office/drawing/2014/main" id="{2C2395A8-F232-4B81-8C4E-63F5963672EB}"/>
              </a:ext>
            </a:extLst>
          </p:cNvPr>
          <p:cNvSpPr>
            <a:spLocks noGrp="1"/>
          </p:cNvSpPr>
          <p:nvPr/>
        </p:nvSpPr>
        <p:spPr>
          <a:xfrm>
            <a:off x="5762625" y="2047875"/>
            <a:ext cx="5334000" cy="628650"/>
          </a:xfrm>
          <a:prstGeom prst="rect">
            <a:avLst/>
          </a:prstGeom>
          <a:noFill/>
          <a:ln w="0">
            <a:noFill/>
            <a:prstDash val="solid"/>
          </a:ln>
        </p:spPr>
        <p:txBody>
          <a:bodyPr anchor="ctr"/>
          <a:lstStyle>
            <a:defPPr algn="l">
              <a:defRPr sz="1500" b="0">
                <a:solidFill>
                  <a:srgbClr val="10333A"/>
                </a:solidFill>
              </a:defRPr>
            </a:defPPr>
            <a:lvl1pPr algn="l">
              <a:defRPr sz="1500" b="0">
                <a:solidFill>
                  <a:srgbClr val="10333A"/>
                </a:solidFill>
              </a:defRPr>
            </a:lvl1pPr>
            <a:lvl2pPr algn="l">
              <a:defRPr sz="1500" b="0">
                <a:solidFill>
                  <a:srgbClr val="10333A"/>
                </a:solidFill>
              </a:defRPr>
            </a:lvl2pPr>
            <a:lvl3pPr algn="l">
              <a:defRPr sz="1500" b="0">
                <a:solidFill>
                  <a:srgbClr val="10333A"/>
                </a:solidFill>
              </a:defRPr>
            </a:lvl3pPr>
            <a:lvl4pPr algn="l">
              <a:defRPr sz="1500" b="0">
                <a:solidFill>
                  <a:srgbClr val="10333A"/>
                </a:solidFill>
              </a:defRPr>
            </a:lvl4pPr>
            <a:lvl5pPr algn="l">
              <a:defRPr sz="1500" b="0">
                <a:solidFill>
                  <a:srgbClr val="10333A"/>
                </a:solidFill>
              </a:defRPr>
            </a:lvl5pPr>
            <a:lvl6pPr algn="l">
              <a:defRPr sz="1500" b="0">
                <a:solidFill>
                  <a:srgbClr val="10333A"/>
                </a:solidFill>
              </a:defRPr>
            </a:lvl6pPr>
            <a:lvl7pPr algn="l">
              <a:defRPr sz="1500" b="0">
                <a:solidFill>
                  <a:srgbClr val="10333A"/>
                </a:solidFill>
              </a:defRPr>
            </a:lvl7pPr>
            <a:lvl8pPr algn="l">
              <a:defRPr sz="1500" b="0">
                <a:solidFill>
                  <a:srgbClr val="10333A"/>
                </a:solidFill>
              </a:defRPr>
            </a:lvl8pPr>
            <a:lvl9pPr algn="l">
              <a:defRPr sz="1500" b="0">
                <a:solidFill>
                  <a:srgbClr val="10333A"/>
                </a:solidFill>
              </a:defRPr>
            </a:lvl9pPr>
          </a:lstStyle>
          <a:p>
            <a:pPr algn="l">
              <a:defRPr sz="1500" b="0">
                <a:solidFill>
                  <a:srgbClr val="10333A"/>
                </a:solidFill>
              </a:defRPr>
            </a:pPr>
            <a:r>
              <a:rPr sz="1500" b="0">
                <a:solidFill>
                  <a:srgbClr val="10333A"/>
                </a:solidFill>
              </a:rPr>
              <a:t>Previewing verifies column meaning and basic data types.</a:t>
            </a:r>
          </a:p>
        </p:txBody>
      </p:sp>
      <p:sp>
        <p:nvSpPr>
          <p:cNvPr id="11" name="Rectangle 10">
            <a:extLst>
              <a:ext uri="{FF2B5EF4-FFF2-40B4-BE49-F238E27FC236}">
                <a16:creationId xmlns:a16="http://schemas.microsoft.com/office/drawing/2014/main" id="{F79AAB82-9A6F-4C10-BA2C-78F9B530EBA2}"/>
              </a:ext>
            </a:extLst>
          </p:cNvPr>
          <p:cNvSpPr>
            <a:spLocks noGrp="1"/>
          </p:cNvSpPr>
          <p:nvPr/>
        </p:nvSpPr>
        <p:spPr>
          <a:xfrm>
            <a:off x="5095875" y="2828925"/>
            <a:ext cx="5715000" cy="19050"/>
          </a:xfrm>
          <a:prstGeom prst="rect">
            <a:avLst/>
          </a:prstGeom>
          <a:solidFill>
            <a:srgbClr val="DDF5F4"/>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9EC847B3-8FE1-41C1-AB14-AB420819AB46}"/>
              </a:ext>
            </a:extLst>
          </p:cNvPr>
          <p:cNvSpPr>
            <a:spLocks noGrp="1"/>
          </p:cNvSpPr>
          <p:nvPr/>
        </p:nvSpPr>
        <p:spPr>
          <a:xfrm>
            <a:off x="5095875" y="3143250"/>
            <a:ext cx="476250" cy="514350"/>
          </a:xfrm>
          <a:prstGeom prst="rect">
            <a:avLst/>
          </a:prstGeom>
          <a:noFill/>
          <a:ln w="0">
            <a:noFill/>
            <a:prstDash val="solid"/>
          </a:ln>
        </p:spPr>
        <p:txBody>
          <a:bodyPr anchor="ctr"/>
          <a:lstStyle>
            <a:defPPr algn="ctr">
              <a:defRPr sz="2100" b="1">
                <a:solidFill>
                  <a:srgbClr val="00A6A6"/>
                </a:solidFill>
              </a:defRPr>
            </a:defPPr>
            <a:lvl1pPr algn="ctr">
              <a:defRPr sz="2100" b="1">
                <a:solidFill>
                  <a:srgbClr val="00A6A6"/>
                </a:solidFill>
              </a:defRPr>
            </a:lvl1pPr>
            <a:lvl2pPr algn="ctr">
              <a:defRPr sz="2100" b="1">
                <a:solidFill>
                  <a:srgbClr val="00A6A6"/>
                </a:solidFill>
              </a:defRPr>
            </a:lvl2pPr>
            <a:lvl3pPr algn="ctr">
              <a:defRPr sz="2100" b="1">
                <a:solidFill>
                  <a:srgbClr val="00A6A6"/>
                </a:solidFill>
              </a:defRPr>
            </a:lvl3pPr>
            <a:lvl4pPr algn="ctr">
              <a:defRPr sz="2100" b="1">
                <a:solidFill>
                  <a:srgbClr val="00A6A6"/>
                </a:solidFill>
              </a:defRPr>
            </a:lvl4pPr>
            <a:lvl5pPr algn="ctr">
              <a:defRPr sz="2100" b="1">
                <a:solidFill>
                  <a:srgbClr val="00A6A6"/>
                </a:solidFill>
              </a:defRPr>
            </a:lvl5pPr>
            <a:lvl6pPr algn="ctr">
              <a:defRPr sz="2100" b="1">
                <a:solidFill>
                  <a:srgbClr val="00A6A6"/>
                </a:solidFill>
              </a:defRPr>
            </a:lvl6pPr>
            <a:lvl7pPr algn="ctr">
              <a:defRPr sz="2100" b="1">
                <a:solidFill>
                  <a:srgbClr val="00A6A6"/>
                </a:solidFill>
              </a:defRPr>
            </a:lvl7pPr>
            <a:lvl8pPr algn="ctr">
              <a:defRPr sz="2100" b="1">
                <a:solidFill>
                  <a:srgbClr val="00A6A6"/>
                </a:solidFill>
              </a:defRPr>
            </a:lvl8pPr>
            <a:lvl9pPr algn="ctr">
              <a:defRPr sz="2100" b="1">
                <a:solidFill>
                  <a:srgbClr val="00A6A6"/>
                </a:solidFill>
              </a:defRPr>
            </a:lvl9pPr>
          </a:lstStyle>
          <a:p>
            <a:pPr algn="ctr">
              <a:defRPr sz="2100" b="1">
                <a:solidFill>
                  <a:srgbClr val="00A6A6"/>
                </a:solidFill>
              </a:defRPr>
            </a:pPr>
            <a:r>
              <a:rPr sz="2100" b="1">
                <a:solidFill>
                  <a:srgbClr val="00A6A6"/>
                </a:solidFill>
              </a:rPr>
              <a:t>2</a:t>
            </a:r>
          </a:p>
        </p:txBody>
      </p:sp>
      <p:sp>
        <p:nvSpPr>
          <p:cNvPr id="13" name="Rectangle 12">
            <a:extLst>
              <a:ext uri="{FF2B5EF4-FFF2-40B4-BE49-F238E27FC236}">
                <a16:creationId xmlns:a16="http://schemas.microsoft.com/office/drawing/2014/main" id="{C095E128-D0A4-4D05-B9F3-8CAF2251598D}"/>
              </a:ext>
            </a:extLst>
          </p:cNvPr>
          <p:cNvSpPr>
            <a:spLocks noGrp="1"/>
          </p:cNvSpPr>
          <p:nvPr/>
        </p:nvSpPr>
        <p:spPr>
          <a:xfrm>
            <a:off x="5762625" y="3143250"/>
            <a:ext cx="5334000" cy="628650"/>
          </a:xfrm>
          <a:prstGeom prst="rect">
            <a:avLst/>
          </a:prstGeom>
          <a:noFill/>
          <a:ln w="0">
            <a:noFill/>
            <a:prstDash val="solid"/>
          </a:ln>
        </p:spPr>
        <p:txBody>
          <a:bodyPr anchor="ctr"/>
          <a:lstStyle>
            <a:defPPr algn="l">
              <a:defRPr sz="1500" b="0">
                <a:solidFill>
                  <a:srgbClr val="10333A"/>
                </a:solidFill>
              </a:defRPr>
            </a:defPPr>
            <a:lvl1pPr algn="l">
              <a:defRPr sz="1500" b="0">
                <a:solidFill>
                  <a:srgbClr val="10333A"/>
                </a:solidFill>
              </a:defRPr>
            </a:lvl1pPr>
            <a:lvl2pPr algn="l">
              <a:defRPr sz="1500" b="0">
                <a:solidFill>
                  <a:srgbClr val="10333A"/>
                </a:solidFill>
              </a:defRPr>
            </a:lvl2pPr>
            <a:lvl3pPr algn="l">
              <a:defRPr sz="1500" b="0">
                <a:solidFill>
                  <a:srgbClr val="10333A"/>
                </a:solidFill>
              </a:defRPr>
            </a:lvl3pPr>
            <a:lvl4pPr algn="l">
              <a:defRPr sz="1500" b="0">
                <a:solidFill>
                  <a:srgbClr val="10333A"/>
                </a:solidFill>
              </a:defRPr>
            </a:lvl4pPr>
            <a:lvl5pPr algn="l">
              <a:defRPr sz="1500" b="0">
                <a:solidFill>
                  <a:srgbClr val="10333A"/>
                </a:solidFill>
              </a:defRPr>
            </a:lvl5pPr>
            <a:lvl6pPr algn="l">
              <a:defRPr sz="1500" b="0">
                <a:solidFill>
                  <a:srgbClr val="10333A"/>
                </a:solidFill>
              </a:defRPr>
            </a:lvl6pPr>
            <a:lvl7pPr algn="l">
              <a:defRPr sz="1500" b="0">
                <a:solidFill>
                  <a:srgbClr val="10333A"/>
                </a:solidFill>
              </a:defRPr>
            </a:lvl7pPr>
            <a:lvl8pPr algn="l">
              <a:defRPr sz="1500" b="0">
                <a:solidFill>
                  <a:srgbClr val="10333A"/>
                </a:solidFill>
              </a:defRPr>
            </a:lvl8pPr>
            <a:lvl9pPr algn="l">
              <a:defRPr sz="1500" b="0">
                <a:solidFill>
                  <a:srgbClr val="10333A"/>
                </a:solidFill>
              </a:defRPr>
            </a:lvl9pPr>
          </a:lstStyle>
          <a:p>
            <a:pPr algn="l">
              <a:defRPr sz="1500" b="0">
                <a:solidFill>
                  <a:srgbClr val="10333A"/>
                </a:solidFill>
              </a:defRPr>
            </a:pPr>
            <a:r>
              <a:rPr sz="1500" b="0">
                <a:solidFill>
                  <a:srgbClr val="10333A"/>
                </a:solidFill>
              </a:rPr>
              <a:t>Visualizations reveal distributions, relationships, and unusual values.</a:t>
            </a:r>
          </a:p>
        </p:txBody>
      </p:sp>
      <p:sp>
        <p:nvSpPr>
          <p:cNvPr id="14" name="Rectangle 13">
            <a:extLst>
              <a:ext uri="{FF2B5EF4-FFF2-40B4-BE49-F238E27FC236}">
                <a16:creationId xmlns:a16="http://schemas.microsoft.com/office/drawing/2014/main" id="{C3718633-4165-4AD4-BF30-ACDEE9DA2DFB}"/>
              </a:ext>
            </a:extLst>
          </p:cNvPr>
          <p:cNvSpPr>
            <a:spLocks noGrp="1"/>
          </p:cNvSpPr>
          <p:nvPr/>
        </p:nvSpPr>
        <p:spPr>
          <a:xfrm>
            <a:off x="5095875" y="3924300"/>
            <a:ext cx="5715000" cy="19050"/>
          </a:xfrm>
          <a:prstGeom prst="rect">
            <a:avLst/>
          </a:prstGeom>
          <a:solidFill>
            <a:srgbClr val="DDF5F4"/>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119B07E1-7515-4CBE-B2A5-F4772DC2F1F0}"/>
              </a:ext>
            </a:extLst>
          </p:cNvPr>
          <p:cNvSpPr>
            <a:spLocks noGrp="1"/>
          </p:cNvSpPr>
          <p:nvPr/>
        </p:nvSpPr>
        <p:spPr>
          <a:xfrm>
            <a:off x="5095875" y="4238625"/>
            <a:ext cx="476250" cy="514350"/>
          </a:xfrm>
          <a:prstGeom prst="rect">
            <a:avLst/>
          </a:prstGeom>
          <a:noFill/>
          <a:ln w="0">
            <a:noFill/>
            <a:prstDash val="solid"/>
          </a:ln>
        </p:spPr>
        <p:txBody>
          <a:bodyPr anchor="ctr"/>
          <a:lstStyle>
            <a:defPPr algn="ctr">
              <a:defRPr sz="2100" b="1">
                <a:solidFill>
                  <a:srgbClr val="00A6A6"/>
                </a:solidFill>
              </a:defRPr>
            </a:defPPr>
            <a:lvl1pPr algn="ctr">
              <a:defRPr sz="2100" b="1">
                <a:solidFill>
                  <a:srgbClr val="00A6A6"/>
                </a:solidFill>
              </a:defRPr>
            </a:lvl1pPr>
            <a:lvl2pPr algn="ctr">
              <a:defRPr sz="2100" b="1">
                <a:solidFill>
                  <a:srgbClr val="00A6A6"/>
                </a:solidFill>
              </a:defRPr>
            </a:lvl2pPr>
            <a:lvl3pPr algn="ctr">
              <a:defRPr sz="2100" b="1">
                <a:solidFill>
                  <a:srgbClr val="00A6A6"/>
                </a:solidFill>
              </a:defRPr>
            </a:lvl3pPr>
            <a:lvl4pPr algn="ctr">
              <a:defRPr sz="2100" b="1">
                <a:solidFill>
                  <a:srgbClr val="00A6A6"/>
                </a:solidFill>
              </a:defRPr>
            </a:lvl4pPr>
            <a:lvl5pPr algn="ctr">
              <a:defRPr sz="2100" b="1">
                <a:solidFill>
                  <a:srgbClr val="00A6A6"/>
                </a:solidFill>
              </a:defRPr>
            </a:lvl5pPr>
            <a:lvl6pPr algn="ctr">
              <a:defRPr sz="2100" b="1">
                <a:solidFill>
                  <a:srgbClr val="00A6A6"/>
                </a:solidFill>
              </a:defRPr>
            </a:lvl6pPr>
            <a:lvl7pPr algn="ctr">
              <a:defRPr sz="2100" b="1">
                <a:solidFill>
                  <a:srgbClr val="00A6A6"/>
                </a:solidFill>
              </a:defRPr>
            </a:lvl7pPr>
            <a:lvl8pPr algn="ctr">
              <a:defRPr sz="2100" b="1">
                <a:solidFill>
                  <a:srgbClr val="00A6A6"/>
                </a:solidFill>
              </a:defRPr>
            </a:lvl8pPr>
            <a:lvl9pPr algn="ctr">
              <a:defRPr sz="2100" b="1">
                <a:solidFill>
                  <a:srgbClr val="00A6A6"/>
                </a:solidFill>
              </a:defRPr>
            </a:lvl9pPr>
          </a:lstStyle>
          <a:p>
            <a:pPr algn="ctr">
              <a:defRPr sz="2100" b="1">
                <a:solidFill>
                  <a:srgbClr val="00A6A6"/>
                </a:solidFill>
              </a:defRPr>
            </a:pPr>
            <a:r>
              <a:rPr sz="2100" b="1">
                <a:solidFill>
                  <a:srgbClr val="00A6A6"/>
                </a:solidFill>
              </a:rPr>
              <a:t>3</a:t>
            </a:r>
          </a:p>
        </p:txBody>
      </p:sp>
      <p:sp>
        <p:nvSpPr>
          <p:cNvPr id="16" name="Rectangle 15">
            <a:extLst>
              <a:ext uri="{FF2B5EF4-FFF2-40B4-BE49-F238E27FC236}">
                <a16:creationId xmlns:a16="http://schemas.microsoft.com/office/drawing/2014/main" id="{EF6CB998-CF82-41D1-885F-C6F5E9FCBD04}"/>
              </a:ext>
            </a:extLst>
          </p:cNvPr>
          <p:cNvSpPr>
            <a:spLocks noGrp="1"/>
          </p:cNvSpPr>
          <p:nvPr/>
        </p:nvSpPr>
        <p:spPr>
          <a:xfrm>
            <a:off x="5762625" y="4238625"/>
            <a:ext cx="5334000" cy="628650"/>
          </a:xfrm>
          <a:prstGeom prst="rect">
            <a:avLst/>
          </a:prstGeom>
          <a:noFill/>
          <a:ln w="0">
            <a:noFill/>
            <a:prstDash val="solid"/>
          </a:ln>
        </p:spPr>
        <p:txBody>
          <a:bodyPr anchor="ctr"/>
          <a:lstStyle>
            <a:defPPr algn="l">
              <a:defRPr sz="1500" b="1">
                <a:solidFill>
                  <a:srgbClr val="10333A"/>
                </a:solidFill>
              </a:defRPr>
            </a:defPPr>
            <a:lvl1pPr algn="l">
              <a:defRPr sz="1500" b="1">
                <a:solidFill>
                  <a:srgbClr val="10333A"/>
                </a:solidFill>
              </a:defRPr>
            </a:lvl1pPr>
            <a:lvl2pPr algn="l">
              <a:defRPr sz="1500" b="1">
                <a:solidFill>
                  <a:srgbClr val="10333A"/>
                </a:solidFill>
              </a:defRPr>
            </a:lvl2pPr>
            <a:lvl3pPr algn="l">
              <a:defRPr sz="1500" b="1">
                <a:solidFill>
                  <a:srgbClr val="10333A"/>
                </a:solidFill>
              </a:defRPr>
            </a:lvl3pPr>
            <a:lvl4pPr algn="l">
              <a:defRPr sz="1500" b="1">
                <a:solidFill>
                  <a:srgbClr val="10333A"/>
                </a:solidFill>
              </a:defRPr>
            </a:lvl4pPr>
            <a:lvl5pPr algn="l">
              <a:defRPr sz="1500" b="1">
                <a:solidFill>
                  <a:srgbClr val="10333A"/>
                </a:solidFill>
              </a:defRPr>
            </a:lvl5pPr>
            <a:lvl6pPr algn="l">
              <a:defRPr sz="1500" b="1">
                <a:solidFill>
                  <a:srgbClr val="10333A"/>
                </a:solidFill>
              </a:defRPr>
            </a:lvl6pPr>
            <a:lvl7pPr algn="l">
              <a:defRPr sz="1500" b="1">
                <a:solidFill>
                  <a:srgbClr val="10333A"/>
                </a:solidFill>
              </a:defRPr>
            </a:lvl7pPr>
            <a:lvl8pPr algn="l">
              <a:defRPr sz="1500" b="1">
                <a:solidFill>
                  <a:srgbClr val="10333A"/>
                </a:solidFill>
              </a:defRPr>
            </a:lvl8pPr>
            <a:lvl9pPr algn="l">
              <a:defRPr sz="1500" b="1">
                <a:solidFill>
                  <a:srgbClr val="10333A"/>
                </a:solidFill>
              </a:defRPr>
            </a:lvl9pPr>
          </a:lstStyle>
          <a:p>
            <a:pPr algn="l">
              <a:defRPr sz="1500" b="1">
                <a:solidFill>
                  <a:srgbClr val="10333A"/>
                </a:solidFill>
              </a:defRPr>
            </a:pPr>
            <a:r>
              <a:rPr sz="1500" b="1">
                <a:solidFill>
                  <a:srgbClr val="10333A"/>
                </a:solidFill>
              </a:rPr>
              <a:t>A practitioner should identify the target, leakage risks, and weak features before applying changes.</a:t>
            </a:r>
          </a:p>
        </p:txBody>
      </p:sp>
    </p:spTree>
    <p:extLst>
      <p:ext uri="{BB962C8B-B14F-4D97-AF65-F5344CB8AC3E}">
        <p14:creationId xmlns:p14="http://schemas.microsoft.com/office/powerpoint/2010/main" val="828344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BFC"/>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B178EEA-BC34-4E37-B2F0-DCAAE9D830F2}"/>
              </a:ext>
            </a:extLst>
          </p:cNvPr>
          <p:cNvSpPr>
            <a:spLocks noGrp="1"/>
          </p:cNvSpPr>
          <p:nvPr/>
        </p:nvSpPr>
        <p:spPr>
          <a:xfrm>
            <a:off x="609600" y="285750"/>
            <a:ext cx="2857500" cy="266700"/>
          </a:xfrm>
          <a:prstGeom prst="rect">
            <a:avLst/>
          </a:prstGeom>
          <a:noFill/>
          <a:ln w="0">
            <a:noFill/>
            <a:prstDash val="solid"/>
          </a:ln>
        </p:spPr>
        <p:txBody>
          <a:bodyPr anchor="ctr"/>
          <a:lstStyle>
            <a:defPPr algn="l">
              <a:defRPr sz="1050" b="1">
                <a:solidFill>
                  <a:srgbClr val="00A6A6"/>
                </a:solidFill>
              </a:defRPr>
            </a:defPPr>
            <a:lvl1pPr algn="l">
              <a:defRPr sz="1050" b="1">
                <a:solidFill>
                  <a:srgbClr val="00A6A6"/>
                </a:solidFill>
              </a:defRPr>
            </a:lvl1pPr>
            <a:lvl2pPr algn="l">
              <a:defRPr sz="1050" b="1">
                <a:solidFill>
                  <a:srgbClr val="00A6A6"/>
                </a:solidFill>
              </a:defRPr>
            </a:lvl2pPr>
            <a:lvl3pPr algn="l">
              <a:defRPr sz="1050" b="1">
                <a:solidFill>
                  <a:srgbClr val="00A6A6"/>
                </a:solidFill>
              </a:defRPr>
            </a:lvl3pPr>
            <a:lvl4pPr algn="l">
              <a:defRPr sz="1050" b="1">
                <a:solidFill>
                  <a:srgbClr val="00A6A6"/>
                </a:solidFill>
              </a:defRPr>
            </a:lvl4pPr>
            <a:lvl5pPr algn="l">
              <a:defRPr sz="1050" b="1">
                <a:solidFill>
                  <a:srgbClr val="00A6A6"/>
                </a:solidFill>
              </a:defRPr>
            </a:lvl5pPr>
            <a:lvl6pPr algn="l">
              <a:defRPr sz="1050" b="1">
                <a:solidFill>
                  <a:srgbClr val="00A6A6"/>
                </a:solidFill>
              </a:defRPr>
            </a:lvl6pPr>
            <a:lvl7pPr algn="l">
              <a:defRPr sz="1050" b="1">
                <a:solidFill>
                  <a:srgbClr val="00A6A6"/>
                </a:solidFill>
              </a:defRPr>
            </a:lvl7pPr>
            <a:lvl8pPr algn="l">
              <a:defRPr sz="1050" b="1">
                <a:solidFill>
                  <a:srgbClr val="00A6A6"/>
                </a:solidFill>
              </a:defRPr>
            </a:lvl8pPr>
            <a:lvl9pPr algn="l">
              <a:defRPr sz="1050" b="1">
                <a:solidFill>
                  <a:srgbClr val="00A6A6"/>
                </a:solidFill>
              </a:defRPr>
            </a:lvl9pPr>
          </a:lstStyle>
          <a:p>
            <a:pPr algn="l">
              <a:defRPr sz="1050" b="1">
                <a:solidFill>
                  <a:srgbClr val="00A6A6"/>
                </a:solidFill>
              </a:defRPr>
            </a:pPr>
            <a:r>
              <a:rPr sz="1050" b="1">
                <a:solidFill>
                  <a:srgbClr val="00A6A6"/>
                </a:solidFill>
              </a:rPr>
              <a:t>WEEK 10 · PART 1</a:t>
            </a:r>
          </a:p>
        </p:txBody>
      </p:sp>
      <p:sp>
        <p:nvSpPr>
          <p:cNvPr id="2" name="Rectangle 1">
            <a:extLst>
              <a:ext uri="{FF2B5EF4-FFF2-40B4-BE49-F238E27FC236}">
                <a16:creationId xmlns:a16="http://schemas.microsoft.com/office/drawing/2014/main" id="{714AB7F5-6819-406B-A161-D4E118B9BA0F}"/>
              </a:ext>
            </a:extLst>
          </p:cNvPr>
          <p:cNvSpPr>
            <a:spLocks noGrp="1"/>
          </p:cNvSpPr>
          <p:nvPr/>
        </p:nvSpPr>
        <p:spPr>
          <a:xfrm>
            <a:off x="11049000" y="266700"/>
            <a:ext cx="533400" cy="304800"/>
          </a:xfrm>
          <a:prstGeom prst="rect">
            <a:avLst/>
          </a:prstGeom>
          <a:noFill/>
          <a:ln w="0">
            <a:noFill/>
            <a:prstDash val="solid"/>
          </a:ln>
        </p:spPr>
        <p:txBody>
          <a:bodyPr anchor="ctr"/>
          <a:lstStyle>
            <a:defPPr algn="r">
              <a:defRPr sz="1350" b="1">
                <a:solidFill>
                  <a:srgbClr val="10333A"/>
                </a:solidFill>
              </a:defRPr>
            </a:defPPr>
            <a:lvl1pPr algn="r">
              <a:defRPr sz="1350" b="1">
                <a:solidFill>
                  <a:srgbClr val="10333A"/>
                </a:solidFill>
              </a:defRPr>
            </a:lvl1pPr>
            <a:lvl2pPr algn="r">
              <a:defRPr sz="1350" b="1">
                <a:solidFill>
                  <a:srgbClr val="10333A"/>
                </a:solidFill>
              </a:defRPr>
            </a:lvl2pPr>
            <a:lvl3pPr algn="r">
              <a:defRPr sz="1350" b="1">
                <a:solidFill>
                  <a:srgbClr val="10333A"/>
                </a:solidFill>
              </a:defRPr>
            </a:lvl3pPr>
            <a:lvl4pPr algn="r">
              <a:defRPr sz="1350" b="1">
                <a:solidFill>
                  <a:srgbClr val="10333A"/>
                </a:solidFill>
              </a:defRPr>
            </a:lvl4pPr>
            <a:lvl5pPr algn="r">
              <a:defRPr sz="1350" b="1">
                <a:solidFill>
                  <a:srgbClr val="10333A"/>
                </a:solidFill>
              </a:defRPr>
            </a:lvl5pPr>
            <a:lvl6pPr algn="r">
              <a:defRPr sz="1350" b="1">
                <a:solidFill>
                  <a:srgbClr val="10333A"/>
                </a:solidFill>
              </a:defRPr>
            </a:lvl6pPr>
            <a:lvl7pPr algn="r">
              <a:defRPr sz="1350" b="1">
                <a:solidFill>
                  <a:srgbClr val="10333A"/>
                </a:solidFill>
              </a:defRPr>
            </a:lvl7pPr>
            <a:lvl8pPr algn="r">
              <a:defRPr sz="1350" b="1">
                <a:solidFill>
                  <a:srgbClr val="10333A"/>
                </a:solidFill>
              </a:defRPr>
            </a:lvl8pPr>
            <a:lvl9pPr algn="r">
              <a:defRPr sz="1350" b="1">
                <a:solidFill>
                  <a:srgbClr val="10333A"/>
                </a:solidFill>
              </a:defRPr>
            </a:lvl9pPr>
          </a:lstStyle>
          <a:p>
            <a:pPr algn="r">
              <a:defRPr sz="1350" b="1">
                <a:solidFill>
                  <a:srgbClr val="10333A"/>
                </a:solidFill>
              </a:defRPr>
            </a:pPr>
            <a:r>
              <a:rPr sz="1350" b="1">
                <a:solidFill>
                  <a:srgbClr val="10333A"/>
                </a:solidFill>
              </a:rPr>
              <a:t>06</a:t>
            </a:r>
          </a:p>
        </p:txBody>
      </p:sp>
      <p:sp>
        <p:nvSpPr>
          <p:cNvPr id="3" name="Rectangle 2">
            <a:extLst>
              <a:ext uri="{FF2B5EF4-FFF2-40B4-BE49-F238E27FC236}">
                <a16:creationId xmlns:a16="http://schemas.microsoft.com/office/drawing/2014/main" id="{0EDEE5C5-BB03-495E-BB40-A6E448D68228}"/>
              </a:ext>
            </a:extLst>
          </p:cNvPr>
          <p:cNvSpPr>
            <a:spLocks noGrp="1"/>
          </p:cNvSpPr>
          <p:nvPr/>
        </p:nvSpPr>
        <p:spPr>
          <a:xfrm>
            <a:off x="609600" y="723900"/>
            <a:ext cx="10668000" cy="666750"/>
          </a:xfrm>
          <a:prstGeom prst="rect">
            <a:avLst/>
          </a:prstGeom>
          <a:noFill/>
          <a:ln w="0">
            <a:noFill/>
            <a:prstDash val="solid"/>
          </a:ln>
        </p:spPr>
        <p:txBody>
          <a:bodyPr anchor="ctr"/>
          <a:lstStyle>
            <a:defPPr algn="l">
              <a:defRPr sz="2550" b="1">
                <a:solidFill>
                  <a:srgbClr val="10333A"/>
                </a:solidFill>
              </a:defRPr>
            </a:defPPr>
            <a:lvl1pPr algn="l">
              <a:defRPr sz="2550" b="1">
                <a:solidFill>
                  <a:srgbClr val="10333A"/>
                </a:solidFill>
              </a:defRPr>
            </a:lvl1pPr>
            <a:lvl2pPr algn="l">
              <a:defRPr sz="2550" b="1">
                <a:solidFill>
                  <a:srgbClr val="10333A"/>
                </a:solidFill>
              </a:defRPr>
            </a:lvl2pPr>
            <a:lvl3pPr algn="l">
              <a:defRPr sz="2550" b="1">
                <a:solidFill>
                  <a:srgbClr val="10333A"/>
                </a:solidFill>
              </a:defRPr>
            </a:lvl3pPr>
            <a:lvl4pPr algn="l">
              <a:defRPr sz="2550" b="1">
                <a:solidFill>
                  <a:srgbClr val="10333A"/>
                </a:solidFill>
              </a:defRPr>
            </a:lvl4pPr>
            <a:lvl5pPr algn="l">
              <a:defRPr sz="2550" b="1">
                <a:solidFill>
                  <a:srgbClr val="10333A"/>
                </a:solidFill>
              </a:defRPr>
            </a:lvl5pPr>
            <a:lvl6pPr algn="l">
              <a:defRPr sz="2550" b="1">
                <a:solidFill>
                  <a:srgbClr val="10333A"/>
                </a:solidFill>
              </a:defRPr>
            </a:lvl6pPr>
            <a:lvl7pPr algn="l">
              <a:defRPr sz="2550" b="1">
                <a:solidFill>
                  <a:srgbClr val="10333A"/>
                </a:solidFill>
              </a:defRPr>
            </a:lvl7pPr>
            <a:lvl8pPr algn="l">
              <a:defRPr sz="2550" b="1">
                <a:solidFill>
                  <a:srgbClr val="10333A"/>
                </a:solidFill>
              </a:defRPr>
            </a:lvl8pPr>
            <a:lvl9pPr algn="l">
              <a:defRPr sz="2550" b="1">
                <a:solidFill>
                  <a:srgbClr val="10333A"/>
                </a:solidFill>
              </a:defRPr>
            </a:lvl9pPr>
          </a:lstStyle>
          <a:p>
            <a:pPr algn="l">
              <a:defRPr sz="2550" b="1">
                <a:solidFill>
                  <a:srgbClr val="10333A"/>
                </a:solidFill>
              </a:defRPr>
            </a:pPr>
            <a:r>
              <a:rPr sz="2550" b="1">
                <a:solidFill>
                  <a:srgbClr val="10333A"/>
                </a:solidFill>
              </a:rPr>
              <a:t>Built-in and custom transformations</a:t>
            </a:r>
          </a:p>
        </p:txBody>
      </p:sp>
      <p:sp>
        <p:nvSpPr>
          <p:cNvPr id="4" name="Rectangle 3">
            <a:extLst>
              <a:ext uri="{FF2B5EF4-FFF2-40B4-BE49-F238E27FC236}">
                <a16:creationId xmlns:a16="http://schemas.microsoft.com/office/drawing/2014/main" id="{0447F37E-4863-4A53-B9D9-5068C956DCFB}"/>
              </a:ext>
            </a:extLst>
          </p:cNvPr>
          <p:cNvSpPr>
            <a:spLocks noGrp="1"/>
          </p:cNvSpPr>
          <p:nvPr/>
        </p:nvSpPr>
        <p:spPr>
          <a:xfrm>
            <a:off x="609600" y="6534150"/>
            <a:ext cx="4095750" cy="171450"/>
          </a:xfrm>
          <a:prstGeom prst="rect">
            <a:avLst/>
          </a:prstGeom>
          <a:noFill/>
          <a:ln w="0">
            <a:noFill/>
            <a:prstDash val="solid"/>
          </a:ln>
        </p:spPr>
        <p:txBody>
          <a:bodyPr anchor="ctr"/>
          <a:lstStyle>
            <a:defPPr algn="l">
              <a:defRPr sz="750" b="0">
                <a:solidFill>
                  <a:srgbClr val="537078"/>
                </a:solidFill>
              </a:defRPr>
            </a:defPPr>
            <a:lvl1pPr algn="l">
              <a:defRPr sz="750" b="0">
                <a:solidFill>
                  <a:srgbClr val="537078"/>
                </a:solidFill>
              </a:defRPr>
            </a:lvl1pPr>
            <a:lvl2pPr algn="l">
              <a:defRPr sz="750" b="0">
                <a:solidFill>
                  <a:srgbClr val="537078"/>
                </a:solidFill>
              </a:defRPr>
            </a:lvl2pPr>
            <a:lvl3pPr algn="l">
              <a:defRPr sz="750" b="0">
                <a:solidFill>
                  <a:srgbClr val="537078"/>
                </a:solidFill>
              </a:defRPr>
            </a:lvl3pPr>
            <a:lvl4pPr algn="l">
              <a:defRPr sz="750" b="0">
                <a:solidFill>
                  <a:srgbClr val="537078"/>
                </a:solidFill>
              </a:defRPr>
            </a:lvl4pPr>
            <a:lvl5pPr algn="l">
              <a:defRPr sz="750" b="0">
                <a:solidFill>
                  <a:srgbClr val="537078"/>
                </a:solidFill>
              </a:defRPr>
            </a:lvl5pPr>
            <a:lvl6pPr algn="l">
              <a:defRPr sz="750" b="0">
                <a:solidFill>
                  <a:srgbClr val="537078"/>
                </a:solidFill>
              </a:defRPr>
            </a:lvl6pPr>
            <a:lvl7pPr algn="l">
              <a:defRPr sz="750" b="0">
                <a:solidFill>
                  <a:srgbClr val="537078"/>
                </a:solidFill>
              </a:defRPr>
            </a:lvl7pPr>
            <a:lvl8pPr algn="l">
              <a:defRPr sz="750" b="0">
                <a:solidFill>
                  <a:srgbClr val="537078"/>
                </a:solidFill>
              </a:defRPr>
            </a:lvl8pPr>
            <a:lvl9pPr algn="l">
              <a:defRPr sz="750" b="0">
                <a:solidFill>
                  <a:srgbClr val="537078"/>
                </a:solidFill>
              </a:defRPr>
            </a:lvl9pPr>
          </a:lstStyle>
          <a:p>
            <a:pPr algn="l">
              <a:defRPr sz="750" b="0">
                <a:solidFill>
                  <a:srgbClr val="537078"/>
                </a:solidFill>
              </a:defRPr>
            </a:pPr>
            <a:r>
              <a:rPr sz="750" b="0">
                <a:solidFill>
                  <a:srgbClr val="537078"/>
                </a:solidFill>
              </a:rPr>
              <a:t>AWS ML Engineer · Week 10 · Part 1</a:t>
            </a:r>
          </a:p>
        </p:txBody>
      </p:sp>
      <p:sp>
        <p:nvSpPr>
          <p:cNvPr id="5" name="Rectangle 4">
            <a:extLst>
              <a:ext uri="{FF2B5EF4-FFF2-40B4-BE49-F238E27FC236}">
                <a16:creationId xmlns:a16="http://schemas.microsoft.com/office/drawing/2014/main" id="{7FE11F27-99AA-4B4A-94DC-BDAE15EF64DB}"/>
              </a:ext>
            </a:extLst>
          </p:cNvPr>
          <p:cNvSpPr>
            <a:spLocks noGrp="1"/>
          </p:cNvSpPr>
          <p:nvPr/>
        </p:nvSpPr>
        <p:spPr>
          <a:xfrm>
            <a:off x="809625" y="1809750"/>
            <a:ext cx="2381250" cy="400050"/>
          </a:xfrm>
          <a:prstGeom prst="rect">
            <a:avLst/>
          </a:prstGeom>
          <a:noFill/>
          <a:ln w="0">
            <a:noFill/>
            <a:prstDash val="solid"/>
          </a:ln>
        </p:spPr>
        <p:txBody>
          <a:bodyPr anchor="ctr"/>
          <a:lstStyle>
            <a:defPPr algn="l">
              <a:defRPr sz="1500" b="1">
                <a:solidFill>
                  <a:srgbClr val="00A6A6"/>
                </a:solidFill>
              </a:defRPr>
            </a:defPPr>
            <a:lvl1pPr algn="l">
              <a:defRPr sz="1500" b="1">
                <a:solidFill>
                  <a:srgbClr val="00A6A6"/>
                </a:solidFill>
              </a:defRPr>
            </a:lvl1pPr>
            <a:lvl2pPr algn="l">
              <a:defRPr sz="1500" b="1">
                <a:solidFill>
                  <a:srgbClr val="00A6A6"/>
                </a:solidFill>
              </a:defRPr>
            </a:lvl2pPr>
            <a:lvl3pPr algn="l">
              <a:defRPr sz="1500" b="1">
                <a:solidFill>
                  <a:srgbClr val="00A6A6"/>
                </a:solidFill>
              </a:defRPr>
            </a:lvl3pPr>
            <a:lvl4pPr algn="l">
              <a:defRPr sz="1500" b="1">
                <a:solidFill>
                  <a:srgbClr val="00A6A6"/>
                </a:solidFill>
              </a:defRPr>
            </a:lvl4pPr>
            <a:lvl5pPr algn="l">
              <a:defRPr sz="1500" b="1">
                <a:solidFill>
                  <a:srgbClr val="00A6A6"/>
                </a:solidFill>
              </a:defRPr>
            </a:lvl5pPr>
            <a:lvl6pPr algn="l">
              <a:defRPr sz="1500" b="1">
                <a:solidFill>
                  <a:srgbClr val="00A6A6"/>
                </a:solidFill>
              </a:defRPr>
            </a:lvl6pPr>
            <a:lvl7pPr algn="l">
              <a:defRPr sz="1500" b="1">
                <a:solidFill>
                  <a:srgbClr val="00A6A6"/>
                </a:solidFill>
              </a:defRPr>
            </a:lvl7pPr>
            <a:lvl8pPr algn="l">
              <a:defRPr sz="1500" b="1">
                <a:solidFill>
                  <a:srgbClr val="00A6A6"/>
                </a:solidFill>
              </a:defRPr>
            </a:lvl8pPr>
            <a:lvl9pPr algn="l">
              <a:defRPr sz="1500" b="1">
                <a:solidFill>
                  <a:srgbClr val="00A6A6"/>
                </a:solidFill>
              </a:defRPr>
            </a:lvl9pPr>
          </a:lstStyle>
          <a:p>
            <a:pPr algn="l">
              <a:defRPr sz="1500" b="1">
                <a:solidFill>
                  <a:srgbClr val="00A6A6"/>
                </a:solidFill>
              </a:defRPr>
            </a:pPr>
            <a:r>
              <a:rPr sz="1500" b="1">
                <a:solidFill>
                  <a:srgbClr val="00A6A6"/>
                </a:solidFill>
              </a:rPr>
              <a:t>STANDARD</a:t>
            </a:r>
          </a:p>
        </p:txBody>
      </p:sp>
      <p:sp>
        <p:nvSpPr>
          <p:cNvPr id="6" name="Rectangle 5">
            <a:extLst>
              <a:ext uri="{FF2B5EF4-FFF2-40B4-BE49-F238E27FC236}">
                <a16:creationId xmlns:a16="http://schemas.microsoft.com/office/drawing/2014/main" id="{0B5324EE-8DE6-4FC7-BC72-78386148B7A6}"/>
              </a:ext>
            </a:extLst>
          </p:cNvPr>
          <p:cNvSpPr>
            <a:spLocks noGrp="1"/>
          </p:cNvSpPr>
          <p:nvPr/>
        </p:nvSpPr>
        <p:spPr>
          <a:xfrm>
            <a:off x="8239125" y="1809750"/>
            <a:ext cx="2381250" cy="400050"/>
          </a:xfrm>
          <a:prstGeom prst="rect">
            <a:avLst/>
          </a:prstGeom>
          <a:noFill/>
          <a:ln w="0">
            <a:noFill/>
            <a:prstDash val="solid"/>
          </a:ln>
        </p:spPr>
        <p:txBody>
          <a:bodyPr anchor="ctr"/>
          <a:lstStyle>
            <a:defPPr algn="r">
              <a:defRPr sz="1500" b="1">
                <a:solidFill>
                  <a:srgbClr val="FFB703"/>
                </a:solidFill>
              </a:defRPr>
            </a:defPPr>
            <a:lvl1pPr algn="r">
              <a:defRPr sz="1500" b="1">
                <a:solidFill>
                  <a:srgbClr val="FFB703"/>
                </a:solidFill>
              </a:defRPr>
            </a:lvl1pPr>
            <a:lvl2pPr algn="r">
              <a:defRPr sz="1500" b="1">
                <a:solidFill>
                  <a:srgbClr val="FFB703"/>
                </a:solidFill>
              </a:defRPr>
            </a:lvl2pPr>
            <a:lvl3pPr algn="r">
              <a:defRPr sz="1500" b="1">
                <a:solidFill>
                  <a:srgbClr val="FFB703"/>
                </a:solidFill>
              </a:defRPr>
            </a:lvl3pPr>
            <a:lvl4pPr algn="r">
              <a:defRPr sz="1500" b="1">
                <a:solidFill>
                  <a:srgbClr val="FFB703"/>
                </a:solidFill>
              </a:defRPr>
            </a:lvl4pPr>
            <a:lvl5pPr algn="r">
              <a:defRPr sz="1500" b="1">
                <a:solidFill>
                  <a:srgbClr val="FFB703"/>
                </a:solidFill>
              </a:defRPr>
            </a:lvl5pPr>
            <a:lvl6pPr algn="r">
              <a:defRPr sz="1500" b="1">
                <a:solidFill>
                  <a:srgbClr val="FFB703"/>
                </a:solidFill>
              </a:defRPr>
            </a:lvl6pPr>
            <a:lvl7pPr algn="r">
              <a:defRPr sz="1500" b="1">
                <a:solidFill>
                  <a:srgbClr val="FFB703"/>
                </a:solidFill>
              </a:defRPr>
            </a:lvl7pPr>
            <a:lvl8pPr algn="r">
              <a:defRPr sz="1500" b="1">
                <a:solidFill>
                  <a:srgbClr val="FFB703"/>
                </a:solidFill>
              </a:defRPr>
            </a:lvl8pPr>
            <a:lvl9pPr algn="r">
              <a:defRPr sz="1500" b="1">
                <a:solidFill>
                  <a:srgbClr val="FFB703"/>
                </a:solidFill>
              </a:defRPr>
            </a:lvl9pPr>
          </a:lstStyle>
          <a:p>
            <a:pPr algn="r">
              <a:defRPr sz="1500" b="1">
                <a:solidFill>
                  <a:srgbClr val="FFB703"/>
                </a:solidFill>
              </a:defRPr>
            </a:pPr>
            <a:r>
              <a:rPr sz="1500" b="1">
                <a:solidFill>
                  <a:srgbClr val="FFB703"/>
                </a:solidFill>
              </a:rPr>
              <a:t>CUSTOM</a:t>
            </a:r>
          </a:p>
        </p:txBody>
      </p:sp>
      <p:sp>
        <p:nvSpPr>
          <p:cNvPr id="7" name="Rectangle: Rounded Corners 6">
            <a:extLst>
              <a:ext uri="{FF2B5EF4-FFF2-40B4-BE49-F238E27FC236}">
                <a16:creationId xmlns:a16="http://schemas.microsoft.com/office/drawing/2014/main" id="{493B15A3-1B0F-4535-8536-E521DFB1D7C2}"/>
              </a:ext>
            </a:extLst>
          </p:cNvPr>
          <p:cNvSpPr>
            <a:spLocks noGrp="1"/>
          </p:cNvSpPr>
          <p:nvPr/>
        </p:nvSpPr>
        <p:spPr>
          <a:xfrm>
            <a:off x="1238250" y="2381250"/>
            <a:ext cx="9715500" cy="590550"/>
          </a:xfrm>
          <a:prstGeom prst="roundRect">
            <a:avLst>
              <a:gd name="adj" fmla="val 19355"/>
            </a:avLst>
          </a:prstGeom>
          <a:solidFill>
            <a:srgbClr val="DDF5F4"/>
          </a:solidFill>
          <a:ln w="0">
            <a:noFill/>
            <a:prstDash val="solid"/>
          </a:ln>
        </p:spPr>
        <p:txBody>
          <a:bodyPr/>
          <a:lstStyle/>
          <a:p>
            <a:endParaRPr lang="en-US"/>
          </a:p>
        </p:txBody>
      </p:sp>
      <p:sp>
        <p:nvSpPr>
          <p:cNvPr id="8" name="Rectangle 7">
            <a:extLst>
              <a:ext uri="{FF2B5EF4-FFF2-40B4-BE49-F238E27FC236}">
                <a16:creationId xmlns:a16="http://schemas.microsoft.com/office/drawing/2014/main" id="{8BFEB6F8-CA2A-4A5C-AAEC-FC0F7BF3B6DF}"/>
              </a:ext>
            </a:extLst>
          </p:cNvPr>
          <p:cNvSpPr>
            <a:spLocks noGrp="1"/>
          </p:cNvSpPr>
          <p:nvPr/>
        </p:nvSpPr>
        <p:spPr>
          <a:xfrm>
            <a:off x="1428750" y="2381250"/>
            <a:ext cx="9334500" cy="590550"/>
          </a:xfrm>
          <a:prstGeom prst="rect">
            <a:avLst/>
          </a:prstGeom>
          <a:noFill/>
          <a:ln w="0">
            <a:noFill/>
            <a:prstDash val="solid"/>
          </a:ln>
        </p:spPr>
        <p:txBody>
          <a:bodyPr anchor="ctr"/>
          <a:lstStyle>
            <a:defPPr algn="ctr">
              <a:defRPr sz="1500" b="1">
                <a:solidFill>
                  <a:srgbClr val="10333A"/>
                </a:solidFill>
              </a:defRPr>
            </a:defPPr>
            <a:lvl1pPr algn="ctr">
              <a:defRPr sz="1500" b="1">
                <a:solidFill>
                  <a:srgbClr val="10333A"/>
                </a:solidFill>
              </a:defRPr>
            </a:lvl1pPr>
            <a:lvl2pPr algn="ctr">
              <a:defRPr sz="1500" b="1">
                <a:solidFill>
                  <a:srgbClr val="10333A"/>
                </a:solidFill>
              </a:defRPr>
            </a:lvl2pPr>
            <a:lvl3pPr algn="ctr">
              <a:defRPr sz="1500" b="1">
                <a:solidFill>
                  <a:srgbClr val="10333A"/>
                </a:solidFill>
              </a:defRPr>
            </a:lvl3pPr>
            <a:lvl4pPr algn="ctr">
              <a:defRPr sz="1500" b="1">
                <a:solidFill>
                  <a:srgbClr val="10333A"/>
                </a:solidFill>
              </a:defRPr>
            </a:lvl4pPr>
            <a:lvl5pPr algn="ctr">
              <a:defRPr sz="1500" b="1">
                <a:solidFill>
                  <a:srgbClr val="10333A"/>
                </a:solidFill>
              </a:defRPr>
            </a:lvl5pPr>
            <a:lvl6pPr algn="ctr">
              <a:defRPr sz="1500" b="1">
                <a:solidFill>
                  <a:srgbClr val="10333A"/>
                </a:solidFill>
              </a:defRPr>
            </a:lvl6pPr>
            <a:lvl7pPr algn="ctr">
              <a:defRPr sz="1500" b="1">
                <a:solidFill>
                  <a:srgbClr val="10333A"/>
                </a:solidFill>
              </a:defRPr>
            </a:lvl7pPr>
            <a:lvl8pPr algn="ctr">
              <a:defRPr sz="1500" b="1">
                <a:solidFill>
                  <a:srgbClr val="10333A"/>
                </a:solidFill>
              </a:defRPr>
            </a:lvl8pPr>
            <a:lvl9pPr algn="ctr">
              <a:defRPr sz="1500" b="1">
                <a:solidFill>
                  <a:srgbClr val="10333A"/>
                </a:solidFill>
              </a:defRPr>
            </a:lvl9pPr>
          </a:lstStyle>
          <a:p>
            <a:pPr algn="ctr">
              <a:defRPr sz="1500" b="1">
                <a:solidFill>
                  <a:srgbClr val="10333A"/>
                </a:solidFill>
              </a:defRPr>
            </a:pPr>
            <a:r>
              <a:rPr sz="1500" b="1">
                <a:solidFill>
                  <a:srgbClr val="10333A"/>
                </a:solidFill>
              </a:rPr>
              <a:t>Transformation need</a:t>
            </a:r>
          </a:p>
        </p:txBody>
      </p:sp>
      <p:sp>
        <p:nvSpPr>
          <p:cNvPr id="9" name="Rectangle: Rounded Corners 8">
            <a:extLst>
              <a:ext uri="{FF2B5EF4-FFF2-40B4-BE49-F238E27FC236}">
                <a16:creationId xmlns:a16="http://schemas.microsoft.com/office/drawing/2014/main" id="{21647E4C-F4E7-4EAD-AF64-09672CE0ACAE}"/>
              </a:ext>
            </a:extLst>
          </p:cNvPr>
          <p:cNvSpPr>
            <a:spLocks noGrp="1"/>
          </p:cNvSpPr>
          <p:nvPr/>
        </p:nvSpPr>
        <p:spPr>
          <a:xfrm>
            <a:off x="2190750" y="3162300"/>
            <a:ext cx="7810500" cy="590550"/>
          </a:xfrm>
          <a:prstGeom prst="roundRect">
            <a:avLst>
              <a:gd name="adj" fmla="val 19355"/>
            </a:avLst>
          </a:prstGeom>
          <a:solidFill>
            <a:srgbClr val="56CFE1"/>
          </a:solidFill>
          <a:ln w="0">
            <a:noFill/>
            <a:prstDash val="solid"/>
          </a:ln>
        </p:spPr>
        <p:txBody>
          <a:bodyPr/>
          <a:lstStyle/>
          <a:p>
            <a:endParaRPr lang="en-US"/>
          </a:p>
        </p:txBody>
      </p:sp>
      <p:sp>
        <p:nvSpPr>
          <p:cNvPr id="10" name="Rectangle 9">
            <a:extLst>
              <a:ext uri="{FF2B5EF4-FFF2-40B4-BE49-F238E27FC236}">
                <a16:creationId xmlns:a16="http://schemas.microsoft.com/office/drawing/2014/main" id="{C9905392-007F-4F4D-B8E9-F12888D09DEB}"/>
              </a:ext>
            </a:extLst>
          </p:cNvPr>
          <p:cNvSpPr>
            <a:spLocks noGrp="1"/>
          </p:cNvSpPr>
          <p:nvPr/>
        </p:nvSpPr>
        <p:spPr>
          <a:xfrm>
            <a:off x="2381250" y="3162300"/>
            <a:ext cx="7429500" cy="590550"/>
          </a:xfrm>
          <a:prstGeom prst="rect">
            <a:avLst/>
          </a:prstGeom>
          <a:noFill/>
          <a:ln w="0">
            <a:noFill/>
            <a:prstDash val="solid"/>
          </a:ln>
        </p:spPr>
        <p:txBody>
          <a:bodyPr anchor="ctr"/>
          <a:lstStyle>
            <a:defPPr algn="ctr">
              <a:defRPr sz="1500" b="1">
                <a:solidFill>
                  <a:srgbClr val="10333A"/>
                </a:solidFill>
              </a:defRPr>
            </a:defPPr>
            <a:lvl1pPr algn="ctr">
              <a:defRPr sz="1500" b="1">
                <a:solidFill>
                  <a:srgbClr val="10333A"/>
                </a:solidFill>
              </a:defRPr>
            </a:lvl1pPr>
            <a:lvl2pPr algn="ctr">
              <a:defRPr sz="1500" b="1">
                <a:solidFill>
                  <a:srgbClr val="10333A"/>
                </a:solidFill>
              </a:defRPr>
            </a:lvl2pPr>
            <a:lvl3pPr algn="ctr">
              <a:defRPr sz="1500" b="1">
                <a:solidFill>
                  <a:srgbClr val="10333A"/>
                </a:solidFill>
              </a:defRPr>
            </a:lvl3pPr>
            <a:lvl4pPr algn="ctr">
              <a:defRPr sz="1500" b="1">
                <a:solidFill>
                  <a:srgbClr val="10333A"/>
                </a:solidFill>
              </a:defRPr>
            </a:lvl4pPr>
            <a:lvl5pPr algn="ctr">
              <a:defRPr sz="1500" b="1">
                <a:solidFill>
                  <a:srgbClr val="10333A"/>
                </a:solidFill>
              </a:defRPr>
            </a:lvl5pPr>
            <a:lvl6pPr algn="ctr">
              <a:defRPr sz="1500" b="1">
                <a:solidFill>
                  <a:srgbClr val="10333A"/>
                </a:solidFill>
              </a:defRPr>
            </a:lvl6pPr>
            <a:lvl7pPr algn="ctr">
              <a:defRPr sz="1500" b="1">
                <a:solidFill>
                  <a:srgbClr val="10333A"/>
                </a:solidFill>
              </a:defRPr>
            </a:lvl7pPr>
            <a:lvl8pPr algn="ctr">
              <a:defRPr sz="1500" b="1">
                <a:solidFill>
                  <a:srgbClr val="10333A"/>
                </a:solidFill>
              </a:defRPr>
            </a:lvl8pPr>
            <a:lvl9pPr algn="ctr">
              <a:defRPr sz="1500" b="1">
                <a:solidFill>
                  <a:srgbClr val="10333A"/>
                </a:solidFill>
              </a:defRPr>
            </a:lvl9pPr>
          </a:lstStyle>
          <a:p>
            <a:pPr algn="ctr">
              <a:defRPr sz="1500" b="1">
                <a:solidFill>
                  <a:srgbClr val="10333A"/>
                </a:solidFill>
              </a:defRPr>
            </a:pPr>
            <a:r>
              <a:rPr sz="1500" b="1">
                <a:solidFill>
                  <a:srgbClr val="10333A"/>
                </a:solidFill>
              </a:rPr>
              <a:t>Built-in operations</a:t>
            </a:r>
          </a:p>
        </p:txBody>
      </p:sp>
      <p:sp>
        <p:nvSpPr>
          <p:cNvPr id="11" name="Rectangle: Rounded Corners 10">
            <a:extLst>
              <a:ext uri="{FF2B5EF4-FFF2-40B4-BE49-F238E27FC236}">
                <a16:creationId xmlns:a16="http://schemas.microsoft.com/office/drawing/2014/main" id="{5241D61E-5931-481B-8DEA-9BDBE7C7B281}"/>
              </a:ext>
            </a:extLst>
          </p:cNvPr>
          <p:cNvSpPr>
            <a:spLocks noGrp="1"/>
          </p:cNvSpPr>
          <p:nvPr/>
        </p:nvSpPr>
        <p:spPr>
          <a:xfrm>
            <a:off x="3143250" y="3943350"/>
            <a:ext cx="5905500" cy="590550"/>
          </a:xfrm>
          <a:prstGeom prst="roundRect">
            <a:avLst>
              <a:gd name="adj" fmla="val 19355"/>
            </a:avLst>
          </a:prstGeom>
          <a:solidFill>
            <a:srgbClr val="00A6A6"/>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A0878B78-2DB8-443B-9DE7-13F42A77C79F}"/>
              </a:ext>
            </a:extLst>
          </p:cNvPr>
          <p:cNvSpPr>
            <a:spLocks noGrp="1"/>
          </p:cNvSpPr>
          <p:nvPr/>
        </p:nvSpPr>
        <p:spPr>
          <a:xfrm>
            <a:off x="3333750" y="3943350"/>
            <a:ext cx="5524500" cy="590550"/>
          </a:xfrm>
          <a:prstGeom prst="rect">
            <a:avLst/>
          </a:prstGeom>
          <a:noFill/>
          <a:ln w="0">
            <a:noFill/>
            <a:prstDash val="solid"/>
          </a:ln>
        </p:spPr>
        <p:txBody>
          <a:bodyPr anchor="ctr"/>
          <a:lstStyle>
            <a:defPPr algn="ctr">
              <a:defRPr sz="1500" b="1">
                <a:solidFill>
                  <a:srgbClr val="10333A"/>
                </a:solidFill>
              </a:defRPr>
            </a:defPPr>
            <a:lvl1pPr algn="ctr">
              <a:defRPr sz="1500" b="1">
                <a:solidFill>
                  <a:srgbClr val="10333A"/>
                </a:solidFill>
              </a:defRPr>
            </a:lvl1pPr>
            <a:lvl2pPr algn="ctr">
              <a:defRPr sz="1500" b="1">
                <a:solidFill>
                  <a:srgbClr val="10333A"/>
                </a:solidFill>
              </a:defRPr>
            </a:lvl2pPr>
            <a:lvl3pPr algn="ctr">
              <a:defRPr sz="1500" b="1">
                <a:solidFill>
                  <a:srgbClr val="10333A"/>
                </a:solidFill>
              </a:defRPr>
            </a:lvl3pPr>
            <a:lvl4pPr algn="ctr">
              <a:defRPr sz="1500" b="1">
                <a:solidFill>
                  <a:srgbClr val="10333A"/>
                </a:solidFill>
              </a:defRPr>
            </a:lvl4pPr>
            <a:lvl5pPr algn="ctr">
              <a:defRPr sz="1500" b="1">
                <a:solidFill>
                  <a:srgbClr val="10333A"/>
                </a:solidFill>
              </a:defRPr>
            </a:lvl5pPr>
            <a:lvl6pPr algn="ctr">
              <a:defRPr sz="1500" b="1">
                <a:solidFill>
                  <a:srgbClr val="10333A"/>
                </a:solidFill>
              </a:defRPr>
            </a:lvl6pPr>
            <a:lvl7pPr algn="ctr">
              <a:defRPr sz="1500" b="1">
                <a:solidFill>
                  <a:srgbClr val="10333A"/>
                </a:solidFill>
              </a:defRPr>
            </a:lvl7pPr>
            <a:lvl8pPr algn="ctr">
              <a:defRPr sz="1500" b="1">
                <a:solidFill>
                  <a:srgbClr val="10333A"/>
                </a:solidFill>
              </a:defRPr>
            </a:lvl8pPr>
            <a:lvl9pPr algn="ctr">
              <a:defRPr sz="1500" b="1">
                <a:solidFill>
                  <a:srgbClr val="10333A"/>
                </a:solidFill>
              </a:defRPr>
            </a:lvl9pPr>
          </a:lstStyle>
          <a:p>
            <a:pPr algn="ctr">
              <a:defRPr sz="1500" b="1">
                <a:solidFill>
                  <a:srgbClr val="10333A"/>
                </a:solidFill>
              </a:defRPr>
            </a:pPr>
            <a:r>
              <a:rPr sz="1500" b="1">
                <a:solidFill>
                  <a:srgbClr val="10333A"/>
                </a:solidFill>
              </a:rPr>
              <a:t>pandas · PySpark · PySpark SQL</a:t>
            </a:r>
          </a:p>
        </p:txBody>
      </p:sp>
      <p:sp>
        <p:nvSpPr>
          <p:cNvPr id="13" name="Rectangle: Rounded Corners 12">
            <a:extLst>
              <a:ext uri="{FF2B5EF4-FFF2-40B4-BE49-F238E27FC236}">
                <a16:creationId xmlns:a16="http://schemas.microsoft.com/office/drawing/2014/main" id="{B9B03346-6684-4BE1-8EE1-692CFC31F54B}"/>
              </a:ext>
            </a:extLst>
          </p:cNvPr>
          <p:cNvSpPr>
            <a:spLocks noGrp="1"/>
          </p:cNvSpPr>
          <p:nvPr/>
        </p:nvSpPr>
        <p:spPr>
          <a:xfrm>
            <a:off x="4095750" y="4724400"/>
            <a:ext cx="4000500" cy="590550"/>
          </a:xfrm>
          <a:prstGeom prst="roundRect">
            <a:avLst>
              <a:gd name="adj" fmla="val 19355"/>
            </a:avLst>
          </a:prstGeom>
          <a:solidFill>
            <a:srgbClr val="10333A"/>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CFC6BA65-4BA1-454B-9903-8EDB8A9A0C91}"/>
              </a:ext>
            </a:extLst>
          </p:cNvPr>
          <p:cNvSpPr>
            <a:spLocks noGrp="1"/>
          </p:cNvSpPr>
          <p:nvPr/>
        </p:nvSpPr>
        <p:spPr>
          <a:xfrm>
            <a:off x="4286250" y="4724400"/>
            <a:ext cx="3619500" cy="590550"/>
          </a:xfrm>
          <a:prstGeom prst="rect">
            <a:avLst/>
          </a:prstGeom>
          <a:noFill/>
          <a:ln w="0">
            <a:noFill/>
            <a:prstDash val="solid"/>
          </a:ln>
        </p:spPr>
        <p:txBody>
          <a:bodyPr anchor="ctr"/>
          <a:lstStyle>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a:pPr algn="ctr">
              <a:defRPr sz="1500" b="1">
                <a:solidFill>
                  <a:srgbClr val="FFFFFF"/>
                </a:solidFill>
              </a:defRPr>
            </a:pPr>
            <a:r>
              <a:rPr sz="1500" b="1">
                <a:solidFill>
                  <a:srgbClr val="FFFFFF"/>
                </a:solidFill>
              </a:rPr>
              <a:t>Reusable flow</a:t>
            </a:r>
          </a:p>
        </p:txBody>
      </p:sp>
    </p:spTree>
    <p:extLst>
      <p:ext uri="{BB962C8B-B14F-4D97-AF65-F5344CB8AC3E}">
        <p14:creationId xmlns:p14="http://schemas.microsoft.com/office/powerpoint/2010/main" val="884861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BFC"/>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327ADB3-1ACD-43E9-9814-4D7A03CB74A1}"/>
              </a:ext>
            </a:extLst>
          </p:cNvPr>
          <p:cNvSpPr>
            <a:spLocks noGrp="1"/>
          </p:cNvSpPr>
          <p:nvPr/>
        </p:nvSpPr>
        <p:spPr>
          <a:xfrm>
            <a:off x="609600" y="285750"/>
            <a:ext cx="2857500" cy="266700"/>
          </a:xfrm>
          <a:prstGeom prst="rect">
            <a:avLst/>
          </a:prstGeom>
          <a:noFill/>
          <a:ln w="0">
            <a:noFill/>
            <a:prstDash val="solid"/>
          </a:ln>
        </p:spPr>
        <p:txBody>
          <a:bodyPr anchor="ctr"/>
          <a:lstStyle>
            <a:defPPr algn="l">
              <a:defRPr sz="1050" b="1">
                <a:solidFill>
                  <a:srgbClr val="00A6A6"/>
                </a:solidFill>
              </a:defRPr>
            </a:defPPr>
            <a:lvl1pPr algn="l">
              <a:defRPr sz="1050" b="1">
                <a:solidFill>
                  <a:srgbClr val="00A6A6"/>
                </a:solidFill>
              </a:defRPr>
            </a:lvl1pPr>
            <a:lvl2pPr algn="l">
              <a:defRPr sz="1050" b="1">
                <a:solidFill>
                  <a:srgbClr val="00A6A6"/>
                </a:solidFill>
              </a:defRPr>
            </a:lvl2pPr>
            <a:lvl3pPr algn="l">
              <a:defRPr sz="1050" b="1">
                <a:solidFill>
                  <a:srgbClr val="00A6A6"/>
                </a:solidFill>
              </a:defRPr>
            </a:lvl3pPr>
            <a:lvl4pPr algn="l">
              <a:defRPr sz="1050" b="1">
                <a:solidFill>
                  <a:srgbClr val="00A6A6"/>
                </a:solidFill>
              </a:defRPr>
            </a:lvl4pPr>
            <a:lvl5pPr algn="l">
              <a:defRPr sz="1050" b="1">
                <a:solidFill>
                  <a:srgbClr val="00A6A6"/>
                </a:solidFill>
              </a:defRPr>
            </a:lvl5pPr>
            <a:lvl6pPr algn="l">
              <a:defRPr sz="1050" b="1">
                <a:solidFill>
                  <a:srgbClr val="00A6A6"/>
                </a:solidFill>
              </a:defRPr>
            </a:lvl6pPr>
            <a:lvl7pPr algn="l">
              <a:defRPr sz="1050" b="1">
                <a:solidFill>
                  <a:srgbClr val="00A6A6"/>
                </a:solidFill>
              </a:defRPr>
            </a:lvl7pPr>
            <a:lvl8pPr algn="l">
              <a:defRPr sz="1050" b="1">
                <a:solidFill>
                  <a:srgbClr val="00A6A6"/>
                </a:solidFill>
              </a:defRPr>
            </a:lvl8pPr>
            <a:lvl9pPr algn="l">
              <a:defRPr sz="1050" b="1">
                <a:solidFill>
                  <a:srgbClr val="00A6A6"/>
                </a:solidFill>
              </a:defRPr>
            </a:lvl9pPr>
          </a:lstStyle>
          <a:p>
            <a:pPr algn="l">
              <a:defRPr sz="1050" b="1">
                <a:solidFill>
                  <a:srgbClr val="00A6A6"/>
                </a:solidFill>
              </a:defRPr>
            </a:pPr>
            <a:r>
              <a:rPr sz="1050" b="1">
                <a:solidFill>
                  <a:srgbClr val="00A6A6"/>
                </a:solidFill>
              </a:rPr>
              <a:t>WEEK 10 · PART 1</a:t>
            </a:r>
          </a:p>
        </p:txBody>
      </p:sp>
      <p:sp>
        <p:nvSpPr>
          <p:cNvPr id="2" name="Rectangle 1">
            <a:extLst>
              <a:ext uri="{FF2B5EF4-FFF2-40B4-BE49-F238E27FC236}">
                <a16:creationId xmlns:a16="http://schemas.microsoft.com/office/drawing/2014/main" id="{0829AC27-E4E4-4587-B110-BE09D68E509B}"/>
              </a:ext>
            </a:extLst>
          </p:cNvPr>
          <p:cNvSpPr>
            <a:spLocks noGrp="1"/>
          </p:cNvSpPr>
          <p:nvPr/>
        </p:nvSpPr>
        <p:spPr>
          <a:xfrm>
            <a:off x="11049000" y="266700"/>
            <a:ext cx="533400" cy="304800"/>
          </a:xfrm>
          <a:prstGeom prst="rect">
            <a:avLst/>
          </a:prstGeom>
          <a:noFill/>
          <a:ln w="0">
            <a:noFill/>
            <a:prstDash val="solid"/>
          </a:ln>
        </p:spPr>
        <p:txBody>
          <a:bodyPr anchor="ctr"/>
          <a:lstStyle>
            <a:defPPr algn="r">
              <a:defRPr sz="1350" b="1">
                <a:solidFill>
                  <a:srgbClr val="10333A"/>
                </a:solidFill>
              </a:defRPr>
            </a:defPPr>
            <a:lvl1pPr algn="r">
              <a:defRPr sz="1350" b="1">
                <a:solidFill>
                  <a:srgbClr val="10333A"/>
                </a:solidFill>
              </a:defRPr>
            </a:lvl1pPr>
            <a:lvl2pPr algn="r">
              <a:defRPr sz="1350" b="1">
                <a:solidFill>
                  <a:srgbClr val="10333A"/>
                </a:solidFill>
              </a:defRPr>
            </a:lvl2pPr>
            <a:lvl3pPr algn="r">
              <a:defRPr sz="1350" b="1">
                <a:solidFill>
                  <a:srgbClr val="10333A"/>
                </a:solidFill>
              </a:defRPr>
            </a:lvl3pPr>
            <a:lvl4pPr algn="r">
              <a:defRPr sz="1350" b="1">
                <a:solidFill>
                  <a:srgbClr val="10333A"/>
                </a:solidFill>
              </a:defRPr>
            </a:lvl4pPr>
            <a:lvl5pPr algn="r">
              <a:defRPr sz="1350" b="1">
                <a:solidFill>
                  <a:srgbClr val="10333A"/>
                </a:solidFill>
              </a:defRPr>
            </a:lvl5pPr>
            <a:lvl6pPr algn="r">
              <a:defRPr sz="1350" b="1">
                <a:solidFill>
                  <a:srgbClr val="10333A"/>
                </a:solidFill>
              </a:defRPr>
            </a:lvl6pPr>
            <a:lvl7pPr algn="r">
              <a:defRPr sz="1350" b="1">
                <a:solidFill>
                  <a:srgbClr val="10333A"/>
                </a:solidFill>
              </a:defRPr>
            </a:lvl7pPr>
            <a:lvl8pPr algn="r">
              <a:defRPr sz="1350" b="1">
                <a:solidFill>
                  <a:srgbClr val="10333A"/>
                </a:solidFill>
              </a:defRPr>
            </a:lvl8pPr>
            <a:lvl9pPr algn="r">
              <a:defRPr sz="1350" b="1">
                <a:solidFill>
                  <a:srgbClr val="10333A"/>
                </a:solidFill>
              </a:defRPr>
            </a:lvl9pPr>
          </a:lstStyle>
          <a:p>
            <a:pPr algn="r">
              <a:defRPr sz="1350" b="1">
                <a:solidFill>
                  <a:srgbClr val="10333A"/>
                </a:solidFill>
              </a:defRPr>
            </a:pPr>
            <a:r>
              <a:rPr sz="1350" b="1">
                <a:solidFill>
                  <a:srgbClr val="10333A"/>
                </a:solidFill>
              </a:rPr>
              <a:t>07</a:t>
            </a:r>
          </a:p>
        </p:txBody>
      </p:sp>
      <p:sp>
        <p:nvSpPr>
          <p:cNvPr id="3" name="Rectangle 2">
            <a:extLst>
              <a:ext uri="{FF2B5EF4-FFF2-40B4-BE49-F238E27FC236}">
                <a16:creationId xmlns:a16="http://schemas.microsoft.com/office/drawing/2014/main" id="{6DD685B5-D19D-43E9-9987-CE08A4BBA00C}"/>
              </a:ext>
            </a:extLst>
          </p:cNvPr>
          <p:cNvSpPr>
            <a:spLocks noGrp="1"/>
          </p:cNvSpPr>
          <p:nvPr/>
        </p:nvSpPr>
        <p:spPr>
          <a:xfrm>
            <a:off x="609600" y="723900"/>
            <a:ext cx="10668000" cy="666750"/>
          </a:xfrm>
          <a:prstGeom prst="rect">
            <a:avLst/>
          </a:prstGeom>
          <a:noFill/>
          <a:ln w="0">
            <a:noFill/>
            <a:prstDash val="solid"/>
          </a:ln>
        </p:spPr>
        <p:txBody>
          <a:bodyPr anchor="ctr"/>
          <a:lstStyle>
            <a:defPPr algn="l">
              <a:defRPr sz="2550" b="1">
                <a:solidFill>
                  <a:srgbClr val="10333A"/>
                </a:solidFill>
              </a:defRPr>
            </a:defPPr>
            <a:lvl1pPr algn="l">
              <a:defRPr sz="2550" b="1">
                <a:solidFill>
                  <a:srgbClr val="10333A"/>
                </a:solidFill>
              </a:defRPr>
            </a:lvl1pPr>
            <a:lvl2pPr algn="l">
              <a:defRPr sz="2550" b="1">
                <a:solidFill>
                  <a:srgbClr val="10333A"/>
                </a:solidFill>
              </a:defRPr>
            </a:lvl2pPr>
            <a:lvl3pPr algn="l">
              <a:defRPr sz="2550" b="1">
                <a:solidFill>
                  <a:srgbClr val="10333A"/>
                </a:solidFill>
              </a:defRPr>
            </a:lvl3pPr>
            <a:lvl4pPr algn="l">
              <a:defRPr sz="2550" b="1">
                <a:solidFill>
                  <a:srgbClr val="10333A"/>
                </a:solidFill>
              </a:defRPr>
            </a:lvl4pPr>
            <a:lvl5pPr algn="l">
              <a:defRPr sz="2550" b="1">
                <a:solidFill>
                  <a:srgbClr val="10333A"/>
                </a:solidFill>
              </a:defRPr>
            </a:lvl5pPr>
            <a:lvl6pPr algn="l">
              <a:defRPr sz="2550" b="1">
                <a:solidFill>
                  <a:srgbClr val="10333A"/>
                </a:solidFill>
              </a:defRPr>
            </a:lvl6pPr>
            <a:lvl7pPr algn="l">
              <a:defRPr sz="2550" b="1">
                <a:solidFill>
                  <a:srgbClr val="10333A"/>
                </a:solidFill>
              </a:defRPr>
            </a:lvl7pPr>
            <a:lvl8pPr algn="l">
              <a:defRPr sz="2550" b="1">
                <a:solidFill>
                  <a:srgbClr val="10333A"/>
                </a:solidFill>
              </a:defRPr>
            </a:lvl8pPr>
            <a:lvl9pPr algn="l">
              <a:defRPr sz="2550" b="1">
                <a:solidFill>
                  <a:srgbClr val="10333A"/>
                </a:solidFill>
              </a:defRPr>
            </a:lvl9pPr>
          </a:lstStyle>
          <a:p>
            <a:pPr algn="l">
              <a:defRPr sz="2550" b="1">
                <a:solidFill>
                  <a:srgbClr val="10333A"/>
                </a:solidFill>
              </a:defRPr>
            </a:pPr>
            <a:r>
              <a:rPr sz="2550" b="1">
                <a:solidFill>
                  <a:srgbClr val="10333A"/>
                </a:solidFill>
              </a:rPr>
              <a:t>Class imbalance and data quality</a:t>
            </a:r>
          </a:p>
        </p:txBody>
      </p:sp>
      <p:sp>
        <p:nvSpPr>
          <p:cNvPr id="4" name="Rectangle 3">
            <a:extLst>
              <a:ext uri="{FF2B5EF4-FFF2-40B4-BE49-F238E27FC236}">
                <a16:creationId xmlns:a16="http://schemas.microsoft.com/office/drawing/2014/main" id="{8A8F22D0-0296-4991-A6BE-786943F9920A}"/>
              </a:ext>
            </a:extLst>
          </p:cNvPr>
          <p:cNvSpPr>
            <a:spLocks noGrp="1"/>
          </p:cNvSpPr>
          <p:nvPr/>
        </p:nvSpPr>
        <p:spPr>
          <a:xfrm>
            <a:off x="609600" y="6534150"/>
            <a:ext cx="4095750" cy="171450"/>
          </a:xfrm>
          <a:prstGeom prst="rect">
            <a:avLst/>
          </a:prstGeom>
          <a:noFill/>
          <a:ln w="0">
            <a:noFill/>
            <a:prstDash val="solid"/>
          </a:ln>
        </p:spPr>
        <p:txBody>
          <a:bodyPr anchor="ctr"/>
          <a:lstStyle>
            <a:defPPr algn="l">
              <a:defRPr sz="750" b="0">
                <a:solidFill>
                  <a:srgbClr val="537078"/>
                </a:solidFill>
              </a:defRPr>
            </a:defPPr>
            <a:lvl1pPr algn="l">
              <a:defRPr sz="750" b="0">
                <a:solidFill>
                  <a:srgbClr val="537078"/>
                </a:solidFill>
              </a:defRPr>
            </a:lvl1pPr>
            <a:lvl2pPr algn="l">
              <a:defRPr sz="750" b="0">
                <a:solidFill>
                  <a:srgbClr val="537078"/>
                </a:solidFill>
              </a:defRPr>
            </a:lvl2pPr>
            <a:lvl3pPr algn="l">
              <a:defRPr sz="750" b="0">
                <a:solidFill>
                  <a:srgbClr val="537078"/>
                </a:solidFill>
              </a:defRPr>
            </a:lvl3pPr>
            <a:lvl4pPr algn="l">
              <a:defRPr sz="750" b="0">
                <a:solidFill>
                  <a:srgbClr val="537078"/>
                </a:solidFill>
              </a:defRPr>
            </a:lvl4pPr>
            <a:lvl5pPr algn="l">
              <a:defRPr sz="750" b="0">
                <a:solidFill>
                  <a:srgbClr val="537078"/>
                </a:solidFill>
              </a:defRPr>
            </a:lvl5pPr>
            <a:lvl6pPr algn="l">
              <a:defRPr sz="750" b="0">
                <a:solidFill>
                  <a:srgbClr val="537078"/>
                </a:solidFill>
              </a:defRPr>
            </a:lvl6pPr>
            <a:lvl7pPr algn="l">
              <a:defRPr sz="750" b="0">
                <a:solidFill>
                  <a:srgbClr val="537078"/>
                </a:solidFill>
              </a:defRPr>
            </a:lvl7pPr>
            <a:lvl8pPr algn="l">
              <a:defRPr sz="750" b="0">
                <a:solidFill>
                  <a:srgbClr val="537078"/>
                </a:solidFill>
              </a:defRPr>
            </a:lvl8pPr>
            <a:lvl9pPr algn="l">
              <a:defRPr sz="750" b="0">
                <a:solidFill>
                  <a:srgbClr val="537078"/>
                </a:solidFill>
              </a:defRPr>
            </a:lvl9pPr>
          </a:lstStyle>
          <a:p>
            <a:pPr algn="l">
              <a:defRPr sz="750" b="0">
                <a:solidFill>
                  <a:srgbClr val="537078"/>
                </a:solidFill>
              </a:defRPr>
            </a:pPr>
            <a:r>
              <a:rPr sz="750" b="0">
                <a:solidFill>
                  <a:srgbClr val="537078"/>
                </a:solidFill>
              </a:rPr>
              <a:t>AWS ML Engineer · Week 10 · Part 1</a:t>
            </a:r>
          </a:p>
        </p:txBody>
      </p:sp>
      <p:sp>
        <p:nvSpPr>
          <p:cNvPr id="5" name="Rectangle 4">
            <a:extLst>
              <a:ext uri="{FF2B5EF4-FFF2-40B4-BE49-F238E27FC236}">
                <a16:creationId xmlns:a16="http://schemas.microsoft.com/office/drawing/2014/main" id="{70D28760-1128-45BC-8806-84EAE6B41214}"/>
              </a:ext>
            </a:extLst>
          </p:cNvPr>
          <p:cNvSpPr>
            <a:spLocks noGrp="1"/>
          </p:cNvSpPr>
          <p:nvPr/>
        </p:nvSpPr>
        <p:spPr>
          <a:xfrm>
            <a:off x="762000" y="1905000"/>
            <a:ext cx="3333750" cy="3810000"/>
          </a:xfrm>
          <a:prstGeom prst="rect">
            <a:avLst/>
          </a:prstGeom>
          <a:solidFill>
            <a:srgbClr val="00A6A6"/>
          </a:solidFill>
          <a:ln w="0">
            <a:noFill/>
            <a:prstDash val="solid"/>
          </a:ln>
        </p:spPr>
        <p:txBody>
          <a:bodyPr/>
          <a:lstStyle/>
          <a:p>
            <a:endParaRPr lang="en-US"/>
          </a:p>
        </p:txBody>
      </p:sp>
      <p:sp>
        <p:nvSpPr>
          <p:cNvPr id="6" name="Rectangle 5">
            <a:extLst>
              <a:ext uri="{FF2B5EF4-FFF2-40B4-BE49-F238E27FC236}">
                <a16:creationId xmlns:a16="http://schemas.microsoft.com/office/drawing/2014/main" id="{E7D0ECF0-0EAB-41E3-8872-35E041D1BE36}"/>
              </a:ext>
            </a:extLst>
          </p:cNvPr>
          <p:cNvSpPr>
            <a:spLocks noGrp="1"/>
          </p:cNvSpPr>
          <p:nvPr/>
        </p:nvSpPr>
        <p:spPr>
          <a:xfrm>
            <a:off x="1143000" y="2571750"/>
            <a:ext cx="2571750" cy="952500"/>
          </a:xfrm>
          <a:prstGeom prst="rect">
            <a:avLst/>
          </a:prstGeom>
          <a:noFill/>
          <a:ln w="0">
            <a:noFill/>
            <a:prstDash val="solid"/>
          </a:ln>
        </p:spPr>
        <p:txBody>
          <a:bodyPr anchor="ctr"/>
          <a:lstStyle>
            <a:defPPr algn="ctr">
              <a:defRPr sz="2250" b="1">
                <a:solidFill>
                  <a:srgbClr val="FFFFFF"/>
                </a:solidFill>
              </a:defRPr>
            </a:defPPr>
            <a:lvl1pPr algn="ctr">
              <a:defRPr sz="2250" b="1">
                <a:solidFill>
                  <a:srgbClr val="FFFFFF"/>
                </a:solidFill>
              </a:defRPr>
            </a:lvl1pPr>
            <a:lvl2pPr algn="ctr">
              <a:defRPr sz="2250" b="1">
                <a:solidFill>
                  <a:srgbClr val="FFFFFF"/>
                </a:solidFill>
              </a:defRPr>
            </a:lvl2pPr>
            <a:lvl3pPr algn="ctr">
              <a:defRPr sz="2250" b="1">
                <a:solidFill>
                  <a:srgbClr val="FFFFFF"/>
                </a:solidFill>
              </a:defRPr>
            </a:lvl3pPr>
            <a:lvl4pPr algn="ctr">
              <a:defRPr sz="2250" b="1">
                <a:solidFill>
                  <a:srgbClr val="FFFFFF"/>
                </a:solidFill>
              </a:defRPr>
            </a:lvl4pPr>
            <a:lvl5pPr algn="ctr">
              <a:defRPr sz="2250" b="1">
                <a:solidFill>
                  <a:srgbClr val="FFFFFF"/>
                </a:solidFill>
              </a:defRPr>
            </a:lvl5pPr>
            <a:lvl6pPr algn="ctr">
              <a:defRPr sz="2250" b="1">
                <a:solidFill>
                  <a:srgbClr val="FFFFFF"/>
                </a:solidFill>
              </a:defRPr>
            </a:lvl6pPr>
            <a:lvl7pPr algn="ctr">
              <a:defRPr sz="2250" b="1">
                <a:solidFill>
                  <a:srgbClr val="FFFFFF"/>
                </a:solidFill>
              </a:defRPr>
            </a:lvl7pPr>
            <a:lvl8pPr algn="ctr">
              <a:defRPr sz="2250" b="1">
                <a:solidFill>
                  <a:srgbClr val="FFFFFF"/>
                </a:solidFill>
              </a:defRPr>
            </a:lvl8pPr>
            <a:lvl9pPr algn="ctr">
              <a:defRPr sz="2250" b="1">
                <a:solidFill>
                  <a:srgbClr val="FFFFFF"/>
                </a:solidFill>
              </a:defRPr>
            </a:lvl9pPr>
          </a:lstStyle>
          <a:p>
            <a:pPr algn="ctr">
              <a:defRPr sz="2250" b="1">
                <a:solidFill>
                  <a:srgbClr val="FFFFFF"/>
                </a:solidFill>
              </a:defRPr>
            </a:pPr>
            <a:r>
              <a:rPr sz="2250" b="1">
                <a:solidFill>
                  <a:srgbClr val="FFFFFF"/>
                </a:solidFill>
              </a:rPr>
              <a:t>MINORITY</a:t>
            </a:r>
          </a:p>
          <a:p>
            <a:pPr algn="ctr">
              <a:defRPr sz="2250" b="1">
                <a:solidFill>
                  <a:srgbClr val="FFFFFF"/>
                </a:solidFill>
              </a:defRPr>
            </a:pPr>
            <a:r>
              <a:rPr sz="2250" b="1">
                <a:solidFill>
                  <a:srgbClr val="FFFFFF"/>
                </a:solidFill>
              </a:rPr>
              <a:t>CLASS</a:t>
            </a:r>
          </a:p>
        </p:txBody>
      </p:sp>
      <p:sp>
        <p:nvSpPr>
          <p:cNvPr id="7" name="Rectangle 6">
            <a:extLst>
              <a:ext uri="{FF2B5EF4-FFF2-40B4-BE49-F238E27FC236}">
                <a16:creationId xmlns:a16="http://schemas.microsoft.com/office/drawing/2014/main" id="{5E8F12C3-3F8B-4A9E-95B3-ACA7077ADEBE}"/>
              </a:ext>
            </a:extLst>
          </p:cNvPr>
          <p:cNvSpPr>
            <a:spLocks noGrp="1"/>
          </p:cNvSpPr>
          <p:nvPr/>
        </p:nvSpPr>
        <p:spPr>
          <a:xfrm>
            <a:off x="1143000" y="3905250"/>
            <a:ext cx="2571750" cy="762000"/>
          </a:xfrm>
          <a:prstGeom prst="rect">
            <a:avLst/>
          </a:prstGeom>
          <a:noFill/>
          <a:ln w="0">
            <a:noFill/>
            <a:prstDash val="solid"/>
          </a:ln>
        </p:spPr>
        <p:txBody>
          <a:bodyPr anchor="ctr"/>
          <a:lstStyle>
            <a:defPPr algn="ctr">
              <a:defRPr sz="1575" b="1">
                <a:solidFill>
                  <a:srgbClr val="FFFFFF"/>
                </a:solidFill>
              </a:defRPr>
            </a:defPPr>
            <a:lvl1pPr algn="ctr">
              <a:defRPr sz="1575" b="1">
                <a:solidFill>
                  <a:srgbClr val="FFFFFF"/>
                </a:solidFill>
              </a:defRPr>
            </a:lvl1pPr>
            <a:lvl2pPr algn="ctr">
              <a:defRPr sz="1575" b="1">
                <a:solidFill>
                  <a:srgbClr val="FFFFFF"/>
                </a:solidFill>
              </a:defRPr>
            </a:lvl2pPr>
            <a:lvl3pPr algn="ctr">
              <a:defRPr sz="1575" b="1">
                <a:solidFill>
                  <a:srgbClr val="FFFFFF"/>
                </a:solidFill>
              </a:defRPr>
            </a:lvl3pPr>
            <a:lvl4pPr algn="ctr">
              <a:defRPr sz="1575" b="1">
                <a:solidFill>
                  <a:srgbClr val="FFFFFF"/>
                </a:solidFill>
              </a:defRPr>
            </a:lvl4pPr>
            <a:lvl5pPr algn="ctr">
              <a:defRPr sz="1575" b="1">
                <a:solidFill>
                  <a:srgbClr val="FFFFFF"/>
                </a:solidFill>
              </a:defRPr>
            </a:lvl5pPr>
            <a:lvl6pPr algn="ctr">
              <a:defRPr sz="1575" b="1">
                <a:solidFill>
                  <a:srgbClr val="FFFFFF"/>
                </a:solidFill>
              </a:defRPr>
            </a:lvl6pPr>
            <a:lvl7pPr algn="ctr">
              <a:defRPr sz="1575" b="1">
                <a:solidFill>
                  <a:srgbClr val="FFFFFF"/>
                </a:solidFill>
              </a:defRPr>
            </a:lvl7pPr>
            <a:lvl8pPr algn="ctr">
              <a:defRPr sz="1575" b="1">
                <a:solidFill>
                  <a:srgbClr val="FFFFFF"/>
                </a:solidFill>
              </a:defRPr>
            </a:lvl8pPr>
            <a:lvl9pPr algn="ctr">
              <a:defRPr sz="1575" b="1">
                <a:solidFill>
                  <a:srgbClr val="FFFFFF"/>
                </a:solidFill>
              </a:defRPr>
            </a:lvl9pPr>
          </a:lstStyle>
          <a:p>
            <a:pPr algn="ctr">
              <a:defRPr sz="1575" b="1">
                <a:solidFill>
                  <a:srgbClr val="FFFFFF"/>
                </a:solidFill>
              </a:defRPr>
            </a:pPr>
            <a:r>
              <a:rPr sz="1575" b="1">
                <a:solidFill>
                  <a:srgbClr val="FFFFFF"/>
                </a:solidFill>
              </a:rPr>
              <a:t>Oversample</a:t>
            </a:r>
          </a:p>
          <a:p>
            <a:pPr algn="ctr">
              <a:defRPr sz="1575" b="1">
                <a:solidFill>
                  <a:srgbClr val="FFFFFF"/>
                </a:solidFill>
              </a:defRPr>
            </a:pPr>
            <a:r>
              <a:rPr sz="1575" b="1">
                <a:solidFill>
                  <a:srgbClr val="FFFFFF"/>
                </a:solidFill>
              </a:rPr>
              <a:t>or SMOTE</a:t>
            </a:r>
          </a:p>
        </p:txBody>
      </p:sp>
      <p:sp>
        <p:nvSpPr>
          <p:cNvPr id="8" name="Rectangle 7">
            <a:extLst>
              <a:ext uri="{FF2B5EF4-FFF2-40B4-BE49-F238E27FC236}">
                <a16:creationId xmlns:a16="http://schemas.microsoft.com/office/drawing/2014/main" id="{0F1A36E6-84ED-4092-8BE5-DC553141F849}"/>
              </a:ext>
            </a:extLst>
          </p:cNvPr>
          <p:cNvSpPr>
            <a:spLocks noGrp="1"/>
          </p:cNvSpPr>
          <p:nvPr/>
        </p:nvSpPr>
        <p:spPr>
          <a:xfrm>
            <a:off x="8096250" y="1905000"/>
            <a:ext cx="3333750" cy="3810000"/>
          </a:xfrm>
          <a:prstGeom prst="rect">
            <a:avLst/>
          </a:prstGeom>
          <a:solidFill>
            <a:srgbClr val="10333A"/>
          </a:solidFill>
          <a:ln w="0">
            <a:noFill/>
            <a:prstDash val="solid"/>
          </a:ln>
        </p:spPr>
        <p:txBody>
          <a:bodyPr/>
          <a:lstStyle/>
          <a:p>
            <a:endParaRPr lang="en-US"/>
          </a:p>
        </p:txBody>
      </p:sp>
      <p:sp>
        <p:nvSpPr>
          <p:cNvPr id="9" name="Rectangle 8">
            <a:extLst>
              <a:ext uri="{FF2B5EF4-FFF2-40B4-BE49-F238E27FC236}">
                <a16:creationId xmlns:a16="http://schemas.microsoft.com/office/drawing/2014/main" id="{9D1D7E94-B66B-47F1-9EDE-8488AE982384}"/>
              </a:ext>
            </a:extLst>
          </p:cNvPr>
          <p:cNvSpPr>
            <a:spLocks noGrp="1"/>
          </p:cNvSpPr>
          <p:nvPr/>
        </p:nvSpPr>
        <p:spPr>
          <a:xfrm>
            <a:off x="8477250" y="2571750"/>
            <a:ext cx="2571750" cy="952500"/>
          </a:xfrm>
          <a:prstGeom prst="rect">
            <a:avLst/>
          </a:prstGeom>
          <a:noFill/>
          <a:ln w="0">
            <a:noFill/>
            <a:prstDash val="solid"/>
          </a:ln>
        </p:spPr>
        <p:txBody>
          <a:bodyPr anchor="ctr"/>
          <a:lstStyle>
            <a:defPPr algn="ctr">
              <a:defRPr sz="2250" b="1">
                <a:solidFill>
                  <a:srgbClr val="FFFFFF"/>
                </a:solidFill>
              </a:defRPr>
            </a:defPPr>
            <a:lvl1pPr algn="ctr">
              <a:defRPr sz="2250" b="1">
                <a:solidFill>
                  <a:srgbClr val="FFFFFF"/>
                </a:solidFill>
              </a:defRPr>
            </a:lvl1pPr>
            <a:lvl2pPr algn="ctr">
              <a:defRPr sz="2250" b="1">
                <a:solidFill>
                  <a:srgbClr val="FFFFFF"/>
                </a:solidFill>
              </a:defRPr>
            </a:lvl2pPr>
            <a:lvl3pPr algn="ctr">
              <a:defRPr sz="2250" b="1">
                <a:solidFill>
                  <a:srgbClr val="FFFFFF"/>
                </a:solidFill>
              </a:defRPr>
            </a:lvl3pPr>
            <a:lvl4pPr algn="ctr">
              <a:defRPr sz="2250" b="1">
                <a:solidFill>
                  <a:srgbClr val="FFFFFF"/>
                </a:solidFill>
              </a:defRPr>
            </a:lvl4pPr>
            <a:lvl5pPr algn="ctr">
              <a:defRPr sz="2250" b="1">
                <a:solidFill>
                  <a:srgbClr val="FFFFFF"/>
                </a:solidFill>
              </a:defRPr>
            </a:lvl5pPr>
            <a:lvl6pPr algn="ctr">
              <a:defRPr sz="2250" b="1">
                <a:solidFill>
                  <a:srgbClr val="FFFFFF"/>
                </a:solidFill>
              </a:defRPr>
            </a:lvl6pPr>
            <a:lvl7pPr algn="ctr">
              <a:defRPr sz="2250" b="1">
                <a:solidFill>
                  <a:srgbClr val="FFFFFF"/>
                </a:solidFill>
              </a:defRPr>
            </a:lvl7pPr>
            <a:lvl8pPr algn="ctr">
              <a:defRPr sz="2250" b="1">
                <a:solidFill>
                  <a:srgbClr val="FFFFFF"/>
                </a:solidFill>
              </a:defRPr>
            </a:lvl8pPr>
            <a:lvl9pPr algn="ctr">
              <a:defRPr sz="2250" b="1">
                <a:solidFill>
                  <a:srgbClr val="FFFFFF"/>
                </a:solidFill>
              </a:defRPr>
            </a:lvl9pPr>
          </a:lstStyle>
          <a:p>
            <a:pPr algn="ctr">
              <a:defRPr sz="2250" b="1">
                <a:solidFill>
                  <a:srgbClr val="FFFFFF"/>
                </a:solidFill>
              </a:defRPr>
            </a:pPr>
            <a:r>
              <a:rPr sz="2250" b="1">
                <a:solidFill>
                  <a:srgbClr val="FFFFFF"/>
                </a:solidFill>
              </a:rPr>
              <a:t>MAJORITY</a:t>
            </a:r>
          </a:p>
          <a:p>
            <a:pPr algn="ctr">
              <a:defRPr sz="2250" b="1">
                <a:solidFill>
                  <a:srgbClr val="FFFFFF"/>
                </a:solidFill>
              </a:defRPr>
            </a:pPr>
            <a:r>
              <a:rPr sz="2250" b="1">
                <a:solidFill>
                  <a:srgbClr val="FFFFFF"/>
                </a:solidFill>
              </a:rPr>
              <a:t>CLASS</a:t>
            </a:r>
          </a:p>
        </p:txBody>
      </p:sp>
      <p:sp>
        <p:nvSpPr>
          <p:cNvPr id="10" name="Rectangle 9">
            <a:extLst>
              <a:ext uri="{FF2B5EF4-FFF2-40B4-BE49-F238E27FC236}">
                <a16:creationId xmlns:a16="http://schemas.microsoft.com/office/drawing/2014/main" id="{2A08D186-8221-4297-80AD-2492A3DCF079}"/>
              </a:ext>
            </a:extLst>
          </p:cNvPr>
          <p:cNvSpPr>
            <a:spLocks noGrp="1"/>
          </p:cNvSpPr>
          <p:nvPr/>
        </p:nvSpPr>
        <p:spPr>
          <a:xfrm>
            <a:off x="8477250" y="4095750"/>
            <a:ext cx="2571750" cy="571500"/>
          </a:xfrm>
          <a:prstGeom prst="rect">
            <a:avLst/>
          </a:prstGeom>
          <a:noFill/>
          <a:ln w="0">
            <a:noFill/>
            <a:prstDash val="solid"/>
          </a:ln>
        </p:spPr>
        <p:txBody>
          <a:bodyPr anchor="ctr"/>
          <a:lstStyle>
            <a:defPPr algn="ctr">
              <a:defRPr sz="1575" b="1">
                <a:solidFill>
                  <a:srgbClr val="FFFFFF"/>
                </a:solidFill>
              </a:defRPr>
            </a:defPPr>
            <a:lvl1pPr algn="ctr">
              <a:defRPr sz="1575" b="1">
                <a:solidFill>
                  <a:srgbClr val="FFFFFF"/>
                </a:solidFill>
              </a:defRPr>
            </a:lvl1pPr>
            <a:lvl2pPr algn="ctr">
              <a:defRPr sz="1575" b="1">
                <a:solidFill>
                  <a:srgbClr val="FFFFFF"/>
                </a:solidFill>
              </a:defRPr>
            </a:lvl2pPr>
            <a:lvl3pPr algn="ctr">
              <a:defRPr sz="1575" b="1">
                <a:solidFill>
                  <a:srgbClr val="FFFFFF"/>
                </a:solidFill>
              </a:defRPr>
            </a:lvl3pPr>
            <a:lvl4pPr algn="ctr">
              <a:defRPr sz="1575" b="1">
                <a:solidFill>
                  <a:srgbClr val="FFFFFF"/>
                </a:solidFill>
              </a:defRPr>
            </a:lvl4pPr>
            <a:lvl5pPr algn="ctr">
              <a:defRPr sz="1575" b="1">
                <a:solidFill>
                  <a:srgbClr val="FFFFFF"/>
                </a:solidFill>
              </a:defRPr>
            </a:lvl5pPr>
            <a:lvl6pPr algn="ctr">
              <a:defRPr sz="1575" b="1">
                <a:solidFill>
                  <a:srgbClr val="FFFFFF"/>
                </a:solidFill>
              </a:defRPr>
            </a:lvl6pPr>
            <a:lvl7pPr algn="ctr">
              <a:defRPr sz="1575" b="1">
                <a:solidFill>
                  <a:srgbClr val="FFFFFF"/>
                </a:solidFill>
              </a:defRPr>
            </a:lvl7pPr>
            <a:lvl8pPr algn="ctr">
              <a:defRPr sz="1575" b="1">
                <a:solidFill>
                  <a:srgbClr val="FFFFFF"/>
                </a:solidFill>
              </a:defRPr>
            </a:lvl8pPr>
            <a:lvl9pPr algn="ctr">
              <a:defRPr sz="1575" b="1">
                <a:solidFill>
                  <a:srgbClr val="FFFFFF"/>
                </a:solidFill>
              </a:defRPr>
            </a:lvl9pPr>
          </a:lstStyle>
          <a:p>
            <a:pPr algn="ctr">
              <a:defRPr sz="1575" b="1">
                <a:solidFill>
                  <a:srgbClr val="FFFFFF"/>
                </a:solidFill>
              </a:defRPr>
            </a:pPr>
            <a:r>
              <a:rPr sz="1575" b="1">
                <a:solidFill>
                  <a:srgbClr val="FFFFFF"/>
                </a:solidFill>
              </a:rPr>
              <a:t>Undersample</a:t>
            </a:r>
          </a:p>
        </p:txBody>
      </p:sp>
      <p:sp>
        <p:nvSpPr>
          <p:cNvPr id="11" name="Diamond 10">
            <a:extLst>
              <a:ext uri="{FF2B5EF4-FFF2-40B4-BE49-F238E27FC236}">
                <a16:creationId xmlns:a16="http://schemas.microsoft.com/office/drawing/2014/main" id="{7BB4FE62-C0B5-451B-8671-F2703AEA32A3}"/>
              </a:ext>
            </a:extLst>
          </p:cNvPr>
          <p:cNvSpPr>
            <a:spLocks noGrp="1"/>
          </p:cNvSpPr>
          <p:nvPr/>
        </p:nvSpPr>
        <p:spPr>
          <a:xfrm>
            <a:off x="4905375" y="2714625"/>
            <a:ext cx="2381250" cy="2381250"/>
          </a:xfrm>
          <a:prstGeom prst="diamond">
            <a:avLst/>
          </a:prstGeom>
          <a:solidFill>
            <a:srgbClr val="FFB703"/>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4878D326-2E9C-4EA5-8393-AF77B5A2B5FC}"/>
              </a:ext>
            </a:extLst>
          </p:cNvPr>
          <p:cNvSpPr>
            <a:spLocks noGrp="1"/>
          </p:cNvSpPr>
          <p:nvPr/>
        </p:nvSpPr>
        <p:spPr>
          <a:xfrm>
            <a:off x="5191125" y="3333750"/>
            <a:ext cx="1809750" cy="952500"/>
          </a:xfrm>
          <a:prstGeom prst="rect">
            <a:avLst/>
          </a:prstGeom>
          <a:noFill/>
          <a:ln w="0">
            <a:noFill/>
            <a:prstDash val="solid"/>
          </a:ln>
        </p:spPr>
        <p:txBody>
          <a:bodyPr anchor="ctr"/>
          <a:lstStyle>
            <a:defPPr algn="ctr">
              <a:defRPr sz="1950" b="1">
                <a:solidFill>
                  <a:srgbClr val="10333A"/>
                </a:solidFill>
              </a:defRPr>
            </a:defPPr>
            <a:lvl1pPr algn="ctr">
              <a:defRPr sz="1950" b="1">
                <a:solidFill>
                  <a:srgbClr val="10333A"/>
                </a:solidFill>
              </a:defRPr>
            </a:lvl1pPr>
            <a:lvl2pPr algn="ctr">
              <a:defRPr sz="1950" b="1">
                <a:solidFill>
                  <a:srgbClr val="10333A"/>
                </a:solidFill>
              </a:defRPr>
            </a:lvl2pPr>
            <a:lvl3pPr algn="ctr">
              <a:defRPr sz="1950" b="1">
                <a:solidFill>
                  <a:srgbClr val="10333A"/>
                </a:solidFill>
              </a:defRPr>
            </a:lvl3pPr>
            <a:lvl4pPr algn="ctr">
              <a:defRPr sz="1950" b="1">
                <a:solidFill>
                  <a:srgbClr val="10333A"/>
                </a:solidFill>
              </a:defRPr>
            </a:lvl4pPr>
            <a:lvl5pPr algn="ctr">
              <a:defRPr sz="1950" b="1">
                <a:solidFill>
                  <a:srgbClr val="10333A"/>
                </a:solidFill>
              </a:defRPr>
            </a:lvl5pPr>
            <a:lvl6pPr algn="ctr">
              <a:defRPr sz="1950" b="1">
                <a:solidFill>
                  <a:srgbClr val="10333A"/>
                </a:solidFill>
              </a:defRPr>
            </a:lvl6pPr>
            <a:lvl7pPr algn="ctr">
              <a:defRPr sz="1950" b="1">
                <a:solidFill>
                  <a:srgbClr val="10333A"/>
                </a:solidFill>
              </a:defRPr>
            </a:lvl7pPr>
            <a:lvl8pPr algn="ctr">
              <a:defRPr sz="1950" b="1">
                <a:solidFill>
                  <a:srgbClr val="10333A"/>
                </a:solidFill>
              </a:defRPr>
            </a:lvl8pPr>
            <a:lvl9pPr algn="ctr">
              <a:defRPr sz="1950" b="1">
                <a:solidFill>
                  <a:srgbClr val="10333A"/>
                </a:solidFill>
              </a:defRPr>
            </a:lvl9pPr>
          </a:lstStyle>
          <a:p>
            <a:pPr algn="ctr">
              <a:defRPr sz="1950" b="1">
                <a:solidFill>
                  <a:srgbClr val="10333A"/>
                </a:solidFill>
              </a:defRPr>
            </a:pPr>
            <a:r>
              <a:rPr sz="1950" b="1">
                <a:solidFill>
                  <a:srgbClr val="10333A"/>
                </a:solidFill>
              </a:rPr>
              <a:t>BALANCE</a:t>
            </a:r>
          </a:p>
          <a:p>
            <a:pPr algn="ctr">
              <a:defRPr sz="1950" b="1">
                <a:solidFill>
                  <a:srgbClr val="10333A"/>
                </a:solidFill>
              </a:defRPr>
            </a:pPr>
            <a:r>
              <a:rPr sz="1950" b="1">
                <a:solidFill>
                  <a:srgbClr val="10333A"/>
                </a:solidFill>
              </a:rPr>
              <a:t>CHOICE</a:t>
            </a:r>
          </a:p>
        </p:txBody>
      </p:sp>
      <p:sp>
        <p:nvSpPr>
          <p:cNvPr id="13" name="Rectangle 12">
            <a:extLst>
              <a:ext uri="{FF2B5EF4-FFF2-40B4-BE49-F238E27FC236}">
                <a16:creationId xmlns:a16="http://schemas.microsoft.com/office/drawing/2014/main" id="{DB1FB1A9-73C0-48FF-A794-878BA456329C}"/>
              </a:ext>
            </a:extLst>
          </p:cNvPr>
          <p:cNvSpPr>
            <a:spLocks noGrp="1"/>
          </p:cNvSpPr>
          <p:nvPr/>
        </p:nvSpPr>
        <p:spPr>
          <a:xfrm>
            <a:off x="3905250" y="5762625"/>
            <a:ext cx="4381500" cy="400050"/>
          </a:xfrm>
          <a:prstGeom prst="rect">
            <a:avLst/>
          </a:prstGeom>
          <a:noFill/>
          <a:ln w="0">
            <a:noFill/>
            <a:prstDash val="solid"/>
          </a:ln>
        </p:spPr>
        <p:txBody>
          <a:bodyPr anchor="ctr"/>
          <a:lstStyle>
            <a:defPPr algn="ctr">
              <a:defRPr sz="1275" b="0">
                <a:solidFill>
                  <a:srgbClr val="537078"/>
                </a:solidFill>
              </a:defRPr>
            </a:defPPr>
            <a:lvl1pPr algn="ctr">
              <a:defRPr sz="1275" b="0">
                <a:solidFill>
                  <a:srgbClr val="537078"/>
                </a:solidFill>
              </a:defRPr>
            </a:lvl1pPr>
            <a:lvl2pPr algn="ctr">
              <a:defRPr sz="1275" b="0">
                <a:solidFill>
                  <a:srgbClr val="537078"/>
                </a:solidFill>
              </a:defRPr>
            </a:lvl2pPr>
            <a:lvl3pPr algn="ctr">
              <a:defRPr sz="1275" b="0">
                <a:solidFill>
                  <a:srgbClr val="537078"/>
                </a:solidFill>
              </a:defRPr>
            </a:lvl3pPr>
            <a:lvl4pPr algn="ctr">
              <a:defRPr sz="1275" b="0">
                <a:solidFill>
                  <a:srgbClr val="537078"/>
                </a:solidFill>
              </a:defRPr>
            </a:lvl4pPr>
            <a:lvl5pPr algn="ctr">
              <a:defRPr sz="1275" b="0">
                <a:solidFill>
                  <a:srgbClr val="537078"/>
                </a:solidFill>
              </a:defRPr>
            </a:lvl5pPr>
            <a:lvl6pPr algn="ctr">
              <a:defRPr sz="1275" b="0">
                <a:solidFill>
                  <a:srgbClr val="537078"/>
                </a:solidFill>
              </a:defRPr>
            </a:lvl6pPr>
            <a:lvl7pPr algn="ctr">
              <a:defRPr sz="1275" b="0">
                <a:solidFill>
                  <a:srgbClr val="537078"/>
                </a:solidFill>
              </a:defRPr>
            </a:lvl7pPr>
            <a:lvl8pPr algn="ctr">
              <a:defRPr sz="1275" b="0">
                <a:solidFill>
                  <a:srgbClr val="537078"/>
                </a:solidFill>
              </a:defRPr>
            </a:lvl8pPr>
            <a:lvl9pPr algn="ctr">
              <a:defRPr sz="1275" b="0">
                <a:solidFill>
                  <a:srgbClr val="537078"/>
                </a:solidFill>
              </a:defRPr>
            </a:lvl9pPr>
          </a:lstStyle>
          <a:p>
            <a:pPr algn="ctr">
              <a:defRPr sz="1275" b="0">
                <a:solidFill>
                  <a:srgbClr val="537078"/>
                </a:solidFill>
              </a:defRPr>
            </a:pPr>
            <a:r>
              <a:rPr sz="1275" b="0">
                <a:solidFill>
                  <a:srgbClr val="537078"/>
                </a:solidFill>
              </a:rPr>
              <a:t>Imputation and outlier handling address different quality problems.</a:t>
            </a:r>
          </a:p>
        </p:txBody>
      </p:sp>
    </p:spTree>
    <p:extLst>
      <p:ext uri="{BB962C8B-B14F-4D97-AF65-F5344CB8AC3E}">
        <p14:creationId xmlns:p14="http://schemas.microsoft.com/office/powerpoint/2010/main" val="2099796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BFC"/>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47472C3-BA2C-4E22-B331-2DC9B991809D}"/>
              </a:ext>
            </a:extLst>
          </p:cNvPr>
          <p:cNvSpPr>
            <a:spLocks noGrp="1"/>
          </p:cNvSpPr>
          <p:nvPr/>
        </p:nvSpPr>
        <p:spPr>
          <a:xfrm>
            <a:off x="609600" y="285750"/>
            <a:ext cx="2857500" cy="266700"/>
          </a:xfrm>
          <a:prstGeom prst="rect">
            <a:avLst/>
          </a:prstGeom>
          <a:noFill/>
          <a:ln w="0">
            <a:noFill/>
            <a:prstDash val="solid"/>
          </a:ln>
        </p:spPr>
        <p:txBody>
          <a:bodyPr anchor="ctr"/>
          <a:lstStyle>
            <a:defPPr algn="l">
              <a:defRPr sz="1050" b="1">
                <a:solidFill>
                  <a:srgbClr val="00A6A6"/>
                </a:solidFill>
              </a:defRPr>
            </a:defPPr>
            <a:lvl1pPr algn="l">
              <a:defRPr sz="1050" b="1">
                <a:solidFill>
                  <a:srgbClr val="00A6A6"/>
                </a:solidFill>
              </a:defRPr>
            </a:lvl1pPr>
            <a:lvl2pPr algn="l">
              <a:defRPr sz="1050" b="1">
                <a:solidFill>
                  <a:srgbClr val="00A6A6"/>
                </a:solidFill>
              </a:defRPr>
            </a:lvl2pPr>
            <a:lvl3pPr algn="l">
              <a:defRPr sz="1050" b="1">
                <a:solidFill>
                  <a:srgbClr val="00A6A6"/>
                </a:solidFill>
              </a:defRPr>
            </a:lvl3pPr>
            <a:lvl4pPr algn="l">
              <a:defRPr sz="1050" b="1">
                <a:solidFill>
                  <a:srgbClr val="00A6A6"/>
                </a:solidFill>
              </a:defRPr>
            </a:lvl4pPr>
            <a:lvl5pPr algn="l">
              <a:defRPr sz="1050" b="1">
                <a:solidFill>
                  <a:srgbClr val="00A6A6"/>
                </a:solidFill>
              </a:defRPr>
            </a:lvl5pPr>
            <a:lvl6pPr algn="l">
              <a:defRPr sz="1050" b="1">
                <a:solidFill>
                  <a:srgbClr val="00A6A6"/>
                </a:solidFill>
              </a:defRPr>
            </a:lvl6pPr>
            <a:lvl7pPr algn="l">
              <a:defRPr sz="1050" b="1">
                <a:solidFill>
                  <a:srgbClr val="00A6A6"/>
                </a:solidFill>
              </a:defRPr>
            </a:lvl7pPr>
            <a:lvl8pPr algn="l">
              <a:defRPr sz="1050" b="1">
                <a:solidFill>
                  <a:srgbClr val="00A6A6"/>
                </a:solidFill>
              </a:defRPr>
            </a:lvl8pPr>
            <a:lvl9pPr algn="l">
              <a:defRPr sz="1050" b="1">
                <a:solidFill>
                  <a:srgbClr val="00A6A6"/>
                </a:solidFill>
              </a:defRPr>
            </a:lvl9pPr>
          </a:lstStyle>
          <a:p>
            <a:pPr algn="l">
              <a:defRPr sz="1050" b="1">
                <a:solidFill>
                  <a:srgbClr val="00A6A6"/>
                </a:solidFill>
              </a:defRPr>
            </a:pPr>
            <a:r>
              <a:rPr sz="1050" b="1">
                <a:solidFill>
                  <a:srgbClr val="00A6A6"/>
                </a:solidFill>
              </a:rPr>
              <a:t>WEEK 10 · PART 1</a:t>
            </a:r>
          </a:p>
        </p:txBody>
      </p:sp>
      <p:sp>
        <p:nvSpPr>
          <p:cNvPr id="2" name="Rectangle 1">
            <a:extLst>
              <a:ext uri="{FF2B5EF4-FFF2-40B4-BE49-F238E27FC236}">
                <a16:creationId xmlns:a16="http://schemas.microsoft.com/office/drawing/2014/main" id="{5168E155-87AE-44BF-8709-617EF185839F}"/>
              </a:ext>
            </a:extLst>
          </p:cNvPr>
          <p:cNvSpPr>
            <a:spLocks noGrp="1"/>
          </p:cNvSpPr>
          <p:nvPr/>
        </p:nvSpPr>
        <p:spPr>
          <a:xfrm>
            <a:off x="11049000" y="266700"/>
            <a:ext cx="533400" cy="304800"/>
          </a:xfrm>
          <a:prstGeom prst="rect">
            <a:avLst/>
          </a:prstGeom>
          <a:noFill/>
          <a:ln w="0">
            <a:noFill/>
            <a:prstDash val="solid"/>
          </a:ln>
        </p:spPr>
        <p:txBody>
          <a:bodyPr anchor="ctr"/>
          <a:lstStyle>
            <a:defPPr algn="r">
              <a:defRPr sz="1350" b="1">
                <a:solidFill>
                  <a:srgbClr val="10333A"/>
                </a:solidFill>
              </a:defRPr>
            </a:defPPr>
            <a:lvl1pPr algn="r">
              <a:defRPr sz="1350" b="1">
                <a:solidFill>
                  <a:srgbClr val="10333A"/>
                </a:solidFill>
              </a:defRPr>
            </a:lvl1pPr>
            <a:lvl2pPr algn="r">
              <a:defRPr sz="1350" b="1">
                <a:solidFill>
                  <a:srgbClr val="10333A"/>
                </a:solidFill>
              </a:defRPr>
            </a:lvl2pPr>
            <a:lvl3pPr algn="r">
              <a:defRPr sz="1350" b="1">
                <a:solidFill>
                  <a:srgbClr val="10333A"/>
                </a:solidFill>
              </a:defRPr>
            </a:lvl3pPr>
            <a:lvl4pPr algn="r">
              <a:defRPr sz="1350" b="1">
                <a:solidFill>
                  <a:srgbClr val="10333A"/>
                </a:solidFill>
              </a:defRPr>
            </a:lvl4pPr>
            <a:lvl5pPr algn="r">
              <a:defRPr sz="1350" b="1">
                <a:solidFill>
                  <a:srgbClr val="10333A"/>
                </a:solidFill>
              </a:defRPr>
            </a:lvl5pPr>
            <a:lvl6pPr algn="r">
              <a:defRPr sz="1350" b="1">
                <a:solidFill>
                  <a:srgbClr val="10333A"/>
                </a:solidFill>
              </a:defRPr>
            </a:lvl6pPr>
            <a:lvl7pPr algn="r">
              <a:defRPr sz="1350" b="1">
                <a:solidFill>
                  <a:srgbClr val="10333A"/>
                </a:solidFill>
              </a:defRPr>
            </a:lvl7pPr>
            <a:lvl8pPr algn="r">
              <a:defRPr sz="1350" b="1">
                <a:solidFill>
                  <a:srgbClr val="10333A"/>
                </a:solidFill>
              </a:defRPr>
            </a:lvl8pPr>
            <a:lvl9pPr algn="r">
              <a:defRPr sz="1350" b="1">
                <a:solidFill>
                  <a:srgbClr val="10333A"/>
                </a:solidFill>
              </a:defRPr>
            </a:lvl9pPr>
          </a:lstStyle>
          <a:p>
            <a:pPr algn="r">
              <a:defRPr sz="1350" b="1">
                <a:solidFill>
                  <a:srgbClr val="10333A"/>
                </a:solidFill>
              </a:defRPr>
            </a:pPr>
            <a:r>
              <a:rPr sz="1350" b="1">
                <a:solidFill>
                  <a:srgbClr val="10333A"/>
                </a:solidFill>
              </a:rPr>
              <a:t>08</a:t>
            </a:r>
          </a:p>
        </p:txBody>
      </p:sp>
      <p:sp>
        <p:nvSpPr>
          <p:cNvPr id="3" name="Rectangle 2">
            <a:extLst>
              <a:ext uri="{FF2B5EF4-FFF2-40B4-BE49-F238E27FC236}">
                <a16:creationId xmlns:a16="http://schemas.microsoft.com/office/drawing/2014/main" id="{F17CD037-4E38-4831-AAF0-D891B5E01D83}"/>
              </a:ext>
            </a:extLst>
          </p:cNvPr>
          <p:cNvSpPr>
            <a:spLocks noGrp="1"/>
          </p:cNvSpPr>
          <p:nvPr/>
        </p:nvSpPr>
        <p:spPr>
          <a:xfrm>
            <a:off x="609600" y="723900"/>
            <a:ext cx="10668000" cy="666750"/>
          </a:xfrm>
          <a:prstGeom prst="rect">
            <a:avLst/>
          </a:prstGeom>
          <a:noFill/>
          <a:ln w="0">
            <a:noFill/>
            <a:prstDash val="solid"/>
          </a:ln>
        </p:spPr>
        <p:txBody>
          <a:bodyPr anchor="ctr"/>
          <a:lstStyle>
            <a:defPPr algn="l">
              <a:defRPr sz="2550" b="1">
                <a:solidFill>
                  <a:srgbClr val="10333A"/>
                </a:solidFill>
              </a:defRPr>
            </a:defPPr>
            <a:lvl1pPr algn="l">
              <a:defRPr sz="2550" b="1">
                <a:solidFill>
                  <a:srgbClr val="10333A"/>
                </a:solidFill>
              </a:defRPr>
            </a:lvl1pPr>
            <a:lvl2pPr algn="l">
              <a:defRPr sz="2550" b="1">
                <a:solidFill>
                  <a:srgbClr val="10333A"/>
                </a:solidFill>
              </a:defRPr>
            </a:lvl2pPr>
            <a:lvl3pPr algn="l">
              <a:defRPr sz="2550" b="1">
                <a:solidFill>
                  <a:srgbClr val="10333A"/>
                </a:solidFill>
              </a:defRPr>
            </a:lvl3pPr>
            <a:lvl4pPr algn="l">
              <a:defRPr sz="2550" b="1">
                <a:solidFill>
                  <a:srgbClr val="10333A"/>
                </a:solidFill>
              </a:defRPr>
            </a:lvl4pPr>
            <a:lvl5pPr algn="l">
              <a:defRPr sz="2550" b="1">
                <a:solidFill>
                  <a:srgbClr val="10333A"/>
                </a:solidFill>
              </a:defRPr>
            </a:lvl5pPr>
            <a:lvl6pPr algn="l">
              <a:defRPr sz="2550" b="1">
                <a:solidFill>
                  <a:srgbClr val="10333A"/>
                </a:solidFill>
              </a:defRPr>
            </a:lvl6pPr>
            <a:lvl7pPr algn="l">
              <a:defRPr sz="2550" b="1">
                <a:solidFill>
                  <a:srgbClr val="10333A"/>
                </a:solidFill>
              </a:defRPr>
            </a:lvl7pPr>
            <a:lvl8pPr algn="l">
              <a:defRPr sz="2550" b="1">
                <a:solidFill>
                  <a:srgbClr val="10333A"/>
                </a:solidFill>
              </a:defRPr>
            </a:lvl8pPr>
            <a:lvl9pPr algn="l">
              <a:defRPr sz="2550" b="1">
                <a:solidFill>
                  <a:srgbClr val="10333A"/>
                </a:solidFill>
              </a:defRPr>
            </a:lvl9pPr>
          </a:lstStyle>
          <a:p>
            <a:pPr algn="l">
              <a:defRPr sz="2550" b="1">
                <a:solidFill>
                  <a:srgbClr val="10333A"/>
                </a:solidFill>
              </a:defRPr>
            </a:pPr>
            <a:r>
              <a:rPr sz="2550" b="1">
                <a:solidFill>
                  <a:srgbClr val="10333A"/>
                </a:solidFill>
              </a:rPr>
              <a:t>Image preparation and dimensionality reduction</a:t>
            </a:r>
          </a:p>
        </p:txBody>
      </p:sp>
      <p:sp>
        <p:nvSpPr>
          <p:cNvPr id="4" name="Rectangle 3">
            <a:extLst>
              <a:ext uri="{FF2B5EF4-FFF2-40B4-BE49-F238E27FC236}">
                <a16:creationId xmlns:a16="http://schemas.microsoft.com/office/drawing/2014/main" id="{C3A41941-14A8-49B7-A953-241A048AF2D7}"/>
              </a:ext>
            </a:extLst>
          </p:cNvPr>
          <p:cNvSpPr>
            <a:spLocks noGrp="1"/>
          </p:cNvSpPr>
          <p:nvPr/>
        </p:nvSpPr>
        <p:spPr>
          <a:xfrm>
            <a:off x="609600" y="6534150"/>
            <a:ext cx="4095750" cy="171450"/>
          </a:xfrm>
          <a:prstGeom prst="rect">
            <a:avLst/>
          </a:prstGeom>
          <a:noFill/>
          <a:ln w="0">
            <a:noFill/>
            <a:prstDash val="solid"/>
          </a:ln>
        </p:spPr>
        <p:txBody>
          <a:bodyPr anchor="ctr"/>
          <a:lstStyle>
            <a:defPPr algn="l">
              <a:defRPr sz="750" b="0">
                <a:solidFill>
                  <a:srgbClr val="537078"/>
                </a:solidFill>
              </a:defRPr>
            </a:defPPr>
            <a:lvl1pPr algn="l">
              <a:defRPr sz="750" b="0">
                <a:solidFill>
                  <a:srgbClr val="537078"/>
                </a:solidFill>
              </a:defRPr>
            </a:lvl1pPr>
            <a:lvl2pPr algn="l">
              <a:defRPr sz="750" b="0">
                <a:solidFill>
                  <a:srgbClr val="537078"/>
                </a:solidFill>
              </a:defRPr>
            </a:lvl2pPr>
            <a:lvl3pPr algn="l">
              <a:defRPr sz="750" b="0">
                <a:solidFill>
                  <a:srgbClr val="537078"/>
                </a:solidFill>
              </a:defRPr>
            </a:lvl3pPr>
            <a:lvl4pPr algn="l">
              <a:defRPr sz="750" b="0">
                <a:solidFill>
                  <a:srgbClr val="537078"/>
                </a:solidFill>
              </a:defRPr>
            </a:lvl4pPr>
            <a:lvl5pPr algn="l">
              <a:defRPr sz="750" b="0">
                <a:solidFill>
                  <a:srgbClr val="537078"/>
                </a:solidFill>
              </a:defRPr>
            </a:lvl5pPr>
            <a:lvl6pPr algn="l">
              <a:defRPr sz="750" b="0">
                <a:solidFill>
                  <a:srgbClr val="537078"/>
                </a:solidFill>
              </a:defRPr>
            </a:lvl6pPr>
            <a:lvl7pPr algn="l">
              <a:defRPr sz="750" b="0">
                <a:solidFill>
                  <a:srgbClr val="537078"/>
                </a:solidFill>
              </a:defRPr>
            </a:lvl7pPr>
            <a:lvl8pPr algn="l">
              <a:defRPr sz="750" b="0">
                <a:solidFill>
                  <a:srgbClr val="537078"/>
                </a:solidFill>
              </a:defRPr>
            </a:lvl8pPr>
            <a:lvl9pPr algn="l">
              <a:defRPr sz="750" b="0">
                <a:solidFill>
                  <a:srgbClr val="537078"/>
                </a:solidFill>
              </a:defRPr>
            </a:lvl9pPr>
          </a:lstStyle>
          <a:p>
            <a:pPr algn="l">
              <a:defRPr sz="750" b="0">
                <a:solidFill>
                  <a:srgbClr val="537078"/>
                </a:solidFill>
              </a:defRPr>
            </a:pPr>
            <a:r>
              <a:rPr sz="750" b="0">
                <a:solidFill>
                  <a:srgbClr val="537078"/>
                </a:solidFill>
              </a:rPr>
              <a:t>AWS ML Engineer · Week 10 · Part 1</a:t>
            </a:r>
          </a:p>
        </p:txBody>
      </p:sp>
      <p:sp>
        <p:nvSpPr>
          <p:cNvPr id="5" name="Rectangle 4">
            <a:extLst>
              <a:ext uri="{FF2B5EF4-FFF2-40B4-BE49-F238E27FC236}">
                <a16:creationId xmlns:a16="http://schemas.microsoft.com/office/drawing/2014/main" id="{4162C27F-87CF-43ED-A226-4B109C58A94B}"/>
              </a:ext>
            </a:extLst>
          </p:cNvPr>
          <p:cNvSpPr>
            <a:spLocks noGrp="1"/>
          </p:cNvSpPr>
          <p:nvPr/>
        </p:nvSpPr>
        <p:spPr>
          <a:xfrm>
            <a:off x="666750" y="1809750"/>
            <a:ext cx="4857750" cy="4000500"/>
          </a:xfrm>
          <a:prstGeom prst="rect">
            <a:avLst/>
          </a:prstGeom>
          <a:solidFill>
            <a:srgbClr val="10333A"/>
          </a:solidFill>
          <a:ln w="0">
            <a:noFill/>
            <a:prstDash val="solid"/>
          </a:ln>
        </p:spPr>
        <p:txBody>
          <a:bodyPr/>
          <a:lstStyle/>
          <a:p>
            <a:endParaRPr lang="en-US"/>
          </a:p>
        </p:txBody>
      </p:sp>
      <p:sp>
        <p:nvSpPr>
          <p:cNvPr id="6" name="Rectangle 5">
            <a:extLst>
              <a:ext uri="{FF2B5EF4-FFF2-40B4-BE49-F238E27FC236}">
                <a16:creationId xmlns:a16="http://schemas.microsoft.com/office/drawing/2014/main" id="{3CB1E546-E0C0-42CC-A22E-5D78C8D715C9}"/>
              </a:ext>
            </a:extLst>
          </p:cNvPr>
          <p:cNvSpPr>
            <a:spLocks noGrp="1"/>
          </p:cNvSpPr>
          <p:nvPr/>
        </p:nvSpPr>
        <p:spPr>
          <a:xfrm>
            <a:off x="1047750" y="2095500"/>
            <a:ext cx="4095750" cy="523875"/>
          </a:xfrm>
          <a:prstGeom prst="rect">
            <a:avLst/>
          </a:prstGeom>
          <a:noFill/>
          <a:ln w="0">
            <a:noFill/>
            <a:prstDash val="solid"/>
          </a:ln>
        </p:spPr>
        <p:txBody>
          <a:bodyPr anchor="ctr"/>
          <a:lstStyle>
            <a:defPPr algn="ctr">
              <a:defRPr sz="2100" b="1">
                <a:solidFill>
                  <a:srgbClr val="FFFFFF"/>
                </a:solidFill>
              </a:defRPr>
            </a:defPPr>
            <a:lvl1pPr algn="ctr">
              <a:defRPr sz="2100" b="1">
                <a:solidFill>
                  <a:srgbClr val="FFFFFF"/>
                </a:solidFill>
              </a:defRPr>
            </a:lvl1pPr>
            <a:lvl2pPr algn="ctr">
              <a:defRPr sz="2100" b="1">
                <a:solidFill>
                  <a:srgbClr val="FFFFFF"/>
                </a:solidFill>
              </a:defRPr>
            </a:lvl2pPr>
            <a:lvl3pPr algn="ctr">
              <a:defRPr sz="2100" b="1">
                <a:solidFill>
                  <a:srgbClr val="FFFFFF"/>
                </a:solidFill>
              </a:defRPr>
            </a:lvl3pPr>
            <a:lvl4pPr algn="ctr">
              <a:defRPr sz="2100" b="1">
                <a:solidFill>
                  <a:srgbClr val="FFFFFF"/>
                </a:solidFill>
              </a:defRPr>
            </a:lvl4pPr>
            <a:lvl5pPr algn="ctr">
              <a:defRPr sz="2100" b="1">
                <a:solidFill>
                  <a:srgbClr val="FFFFFF"/>
                </a:solidFill>
              </a:defRPr>
            </a:lvl5pPr>
            <a:lvl6pPr algn="ctr">
              <a:defRPr sz="2100" b="1">
                <a:solidFill>
                  <a:srgbClr val="FFFFFF"/>
                </a:solidFill>
              </a:defRPr>
            </a:lvl6pPr>
            <a:lvl7pPr algn="ctr">
              <a:defRPr sz="2100" b="1">
                <a:solidFill>
                  <a:srgbClr val="FFFFFF"/>
                </a:solidFill>
              </a:defRPr>
            </a:lvl7pPr>
            <a:lvl8pPr algn="ctr">
              <a:defRPr sz="2100" b="1">
                <a:solidFill>
                  <a:srgbClr val="FFFFFF"/>
                </a:solidFill>
              </a:defRPr>
            </a:lvl8pPr>
            <a:lvl9pPr algn="ctr">
              <a:defRPr sz="2100" b="1">
                <a:solidFill>
                  <a:srgbClr val="FFFFFF"/>
                </a:solidFill>
              </a:defRPr>
            </a:lvl9pPr>
          </a:lstStyle>
          <a:p>
            <a:pPr algn="ctr">
              <a:defRPr sz="2100" b="1">
                <a:solidFill>
                  <a:srgbClr val="FFFFFF"/>
                </a:solidFill>
              </a:defRPr>
            </a:pPr>
            <a:r>
              <a:rPr sz="2100" b="1">
                <a:solidFill>
                  <a:srgbClr val="FFFFFF"/>
                </a:solidFill>
              </a:rPr>
              <a:t>IMAGE</a:t>
            </a:r>
          </a:p>
        </p:txBody>
      </p:sp>
      <p:sp>
        <p:nvSpPr>
          <p:cNvPr id="7" name="Rectangle 6">
            <a:extLst>
              <a:ext uri="{FF2B5EF4-FFF2-40B4-BE49-F238E27FC236}">
                <a16:creationId xmlns:a16="http://schemas.microsoft.com/office/drawing/2014/main" id="{8A5ED242-2066-413F-A93F-20CF50244751}"/>
              </a:ext>
            </a:extLst>
          </p:cNvPr>
          <p:cNvSpPr>
            <a:spLocks noGrp="1"/>
          </p:cNvSpPr>
          <p:nvPr/>
        </p:nvSpPr>
        <p:spPr>
          <a:xfrm>
            <a:off x="1190625" y="2952750"/>
            <a:ext cx="3810000" cy="457200"/>
          </a:xfrm>
          <a:prstGeom prst="rect">
            <a:avLst/>
          </a:prstGeom>
          <a:solidFill>
            <a:srgbClr val="00A6A6"/>
          </a:solidFill>
          <a:ln w="0">
            <a:noFill/>
            <a:prstDash val="solid"/>
          </a:ln>
        </p:spPr>
        <p:txBody>
          <a:bodyPr/>
          <a:lstStyle/>
          <a:p>
            <a:endParaRPr lang="en-US"/>
          </a:p>
        </p:txBody>
      </p:sp>
      <p:sp>
        <p:nvSpPr>
          <p:cNvPr id="8" name="Rectangle 7">
            <a:extLst>
              <a:ext uri="{FF2B5EF4-FFF2-40B4-BE49-F238E27FC236}">
                <a16:creationId xmlns:a16="http://schemas.microsoft.com/office/drawing/2014/main" id="{EF1DD9F2-EC85-44CD-AABC-FABBE2EB55E9}"/>
              </a:ext>
            </a:extLst>
          </p:cNvPr>
          <p:cNvSpPr>
            <a:spLocks noGrp="1"/>
          </p:cNvSpPr>
          <p:nvPr/>
        </p:nvSpPr>
        <p:spPr>
          <a:xfrm>
            <a:off x="1238250" y="2952750"/>
            <a:ext cx="3714750" cy="457200"/>
          </a:xfrm>
          <a:prstGeom prst="rect">
            <a:avLst/>
          </a:prstGeom>
          <a:noFill/>
          <a:ln w="0">
            <a:noFill/>
            <a:prstDash val="solid"/>
          </a:ln>
        </p:spPr>
        <p:txBody>
          <a:bodyPr anchor="ctr"/>
          <a:lstStyle>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a:pPr algn="ctr">
              <a:defRPr sz="1350" b="1">
                <a:solidFill>
                  <a:srgbClr val="FFFFFF"/>
                </a:solidFill>
              </a:defRPr>
            </a:pPr>
            <a:r>
              <a:rPr sz="1350" b="1">
                <a:solidFill>
                  <a:srgbClr val="FFFFFF"/>
                </a:solidFill>
              </a:rPr>
              <a:t>Resize</a:t>
            </a:r>
          </a:p>
        </p:txBody>
      </p:sp>
      <p:sp>
        <p:nvSpPr>
          <p:cNvPr id="9" name="Rectangle 8">
            <a:extLst>
              <a:ext uri="{FF2B5EF4-FFF2-40B4-BE49-F238E27FC236}">
                <a16:creationId xmlns:a16="http://schemas.microsoft.com/office/drawing/2014/main" id="{D01D751F-12C0-4A42-8679-8470C5558033}"/>
              </a:ext>
            </a:extLst>
          </p:cNvPr>
          <p:cNvSpPr>
            <a:spLocks noGrp="1"/>
          </p:cNvSpPr>
          <p:nvPr/>
        </p:nvSpPr>
        <p:spPr>
          <a:xfrm>
            <a:off x="1190625" y="3619500"/>
            <a:ext cx="3810000" cy="457200"/>
          </a:xfrm>
          <a:prstGeom prst="rect">
            <a:avLst/>
          </a:prstGeom>
          <a:solidFill>
            <a:srgbClr val="56CFE1"/>
          </a:solidFill>
          <a:ln w="0">
            <a:noFill/>
            <a:prstDash val="solid"/>
          </a:ln>
        </p:spPr>
        <p:txBody>
          <a:bodyPr/>
          <a:lstStyle/>
          <a:p>
            <a:endParaRPr lang="en-US"/>
          </a:p>
        </p:txBody>
      </p:sp>
      <p:sp>
        <p:nvSpPr>
          <p:cNvPr id="10" name="Rectangle 9">
            <a:extLst>
              <a:ext uri="{FF2B5EF4-FFF2-40B4-BE49-F238E27FC236}">
                <a16:creationId xmlns:a16="http://schemas.microsoft.com/office/drawing/2014/main" id="{A754BEB2-B469-4650-BF88-669A23224668}"/>
              </a:ext>
            </a:extLst>
          </p:cNvPr>
          <p:cNvSpPr>
            <a:spLocks noGrp="1"/>
          </p:cNvSpPr>
          <p:nvPr/>
        </p:nvSpPr>
        <p:spPr>
          <a:xfrm>
            <a:off x="1238250" y="3619500"/>
            <a:ext cx="3714750" cy="457200"/>
          </a:xfrm>
          <a:prstGeom prst="rect">
            <a:avLst/>
          </a:prstGeom>
          <a:noFill/>
          <a:ln w="0">
            <a:noFill/>
            <a:prstDash val="solid"/>
          </a:ln>
        </p:spPr>
        <p:txBody>
          <a:bodyPr anchor="ctr"/>
          <a:lstStyle>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a:pPr algn="ctr">
              <a:defRPr sz="1350" b="1">
                <a:solidFill>
                  <a:srgbClr val="FFFFFF"/>
                </a:solidFill>
              </a:defRPr>
            </a:pPr>
            <a:r>
              <a:rPr sz="1350" b="1">
                <a:solidFill>
                  <a:srgbClr val="FFFFFF"/>
                </a:solidFill>
              </a:rPr>
              <a:t>Enhance</a:t>
            </a:r>
          </a:p>
        </p:txBody>
      </p:sp>
      <p:sp>
        <p:nvSpPr>
          <p:cNvPr id="11" name="Rectangle 10">
            <a:extLst>
              <a:ext uri="{FF2B5EF4-FFF2-40B4-BE49-F238E27FC236}">
                <a16:creationId xmlns:a16="http://schemas.microsoft.com/office/drawing/2014/main" id="{8EAEA6ED-6EBC-4784-BF3E-D4F4BE0A4912}"/>
              </a:ext>
            </a:extLst>
          </p:cNvPr>
          <p:cNvSpPr>
            <a:spLocks noGrp="1"/>
          </p:cNvSpPr>
          <p:nvPr/>
        </p:nvSpPr>
        <p:spPr>
          <a:xfrm>
            <a:off x="1190625" y="4286250"/>
            <a:ext cx="3810000" cy="457200"/>
          </a:xfrm>
          <a:prstGeom prst="rect">
            <a:avLst/>
          </a:prstGeom>
          <a:solidFill>
            <a:srgbClr val="FFB703"/>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50A5C86A-C8D1-451D-84B8-7CAD9ADAF64B}"/>
              </a:ext>
            </a:extLst>
          </p:cNvPr>
          <p:cNvSpPr>
            <a:spLocks noGrp="1"/>
          </p:cNvSpPr>
          <p:nvPr/>
        </p:nvSpPr>
        <p:spPr>
          <a:xfrm>
            <a:off x="1238250" y="4286250"/>
            <a:ext cx="3714750" cy="457200"/>
          </a:xfrm>
          <a:prstGeom prst="rect">
            <a:avLst/>
          </a:prstGeom>
          <a:noFill/>
          <a:ln w="0">
            <a:noFill/>
            <a:prstDash val="solid"/>
          </a:ln>
        </p:spPr>
        <p:txBody>
          <a:bodyPr anchor="ctr"/>
          <a:lstStyle>
            <a:defPPr algn="ctr">
              <a:defRPr sz="1350" b="1">
                <a:solidFill>
                  <a:srgbClr val="10333A"/>
                </a:solidFill>
              </a:defRPr>
            </a:defPPr>
            <a:lvl1pPr algn="ctr">
              <a:defRPr sz="1350" b="1">
                <a:solidFill>
                  <a:srgbClr val="10333A"/>
                </a:solidFill>
              </a:defRPr>
            </a:lvl1pPr>
            <a:lvl2pPr algn="ctr">
              <a:defRPr sz="1350" b="1">
                <a:solidFill>
                  <a:srgbClr val="10333A"/>
                </a:solidFill>
              </a:defRPr>
            </a:lvl2pPr>
            <a:lvl3pPr algn="ctr">
              <a:defRPr sz="1350" b="1">
                <a:solidFill>
                  <a:srgbClr val="10333A"/>
                </a:solidFill>
              </a:defRPr>
            </a:lvl3pPr>
            <a:lvl4pPr algn="ctr">
              <a:defRPr sz="1350" b="1">
                <a:solidFill>
                  <a:srgbClr val="10333A"/>
                </a:solidFill>
              </a:defRPr>
            </a:lvl4pPr>
            <a:lvl5pPr algn="ctr">
              <a:defRPr sz="1350" b="1">
                <a:solidFill>
                  <a:srgbClr val="10333A"/>
                </a:solidFill>
              </a:defRPr>
            </a:lvl5pPr>
            <a:lvl6pPr algn="ctr">
              <a:defRPr sz="1350" b="1">
                <a:solidFill>
                  <a:srgbClr val="10333A"/>
                </a:solidFill>
              </a:defRPr>
            </a:lvl6pPr>
            <a:lvl7pPr algn="ctr">
              <a:defRPr sz="1350" b="1">
                <a:solidFill>
                  <a:srgbClr val="10333A"/>
                </a:solidFill>
              </a:defRPr>
            </a:lvl7pPr>
            <a:lvl8pPr algn="ctr">
              <a:defRPr sz="1350" b="1">
                <a:solidFill>
                  <a:srgbClr val="10333A"/>
                </a:solidFill>
              </a:defRPr>
            </a:lvl8pPr>
            <a:lvl9pPr algn="ctr">
              <a:defRPr sz="1350" b="1">
                <a:solidFill>
                  <a:srgbClr val="10333A"/>
                </a:solidFill>
              </a:defRPr>
            </a:lvl9pPr>
          </a:lstStyle>
          <a:p>
            <a:pPr algn="ctr">
              <a:defRPr sz="1350" b="1">
                <a:solidFill>
                  <a:srgbClr val="10333A"/>
                </a:solidFill>
              </a:defRPr>
            </a:pPr>
            <a:r>
              <a:rPr sz="1350" b="1">
                <a:solidFill>
                  <a:srgbClr val="10333A"/>
                </a:solidFill>
              </a:rPr>
              <a:t>Controlled corruption</a:t>
            </a:r>
          </a:p>
        </p:txBody>
      </p:sp>
      <p:sp>
        <p:nvSpPr>
          <p:cNvPr id="13" name="Isosceles Triangle 12">
            <a:extLst>
              <a:ext uri="{FF2B5EF4-FFF2-40B4-BE49-F238E27FC236}">
                <a16:creationId xmlns:a16="http://schemas.microsoft.com/office/drawing/2014/main" id="{6984C192-AA93-4070-A3E7-24B21F0BB8EC}"/>
              </a:ext>
            </a:extLst>
          </p:cNvPr>
          <p:cNvSpPr>
            <a:spLocks noGrp="1"/>
          </p:cNvSpPr>
          <p:nvPr/>
        </p:nvSpPr>
        <p:spPr>
          <a:xfrm>
            <a:off x="6858000" y="2238375"/>
            <a:ext cx="3619500" cy="3143250"/>
          </a:xfrm>
          <a:prstGeom prst="triangle">
            <a:avLst/>
          </a:prstGeom>
          <a:solidFill>
            <a:srgbClr val="DDF5F4"/>
          </a:solidFill>
          <a:ln w="19050">
            <a:solidFill>
              <a:srgbClr val="00A6A6"/>
            </a:solidFill>
            <a:prstDash val="solid"/>
          </a:ln>
        </p:spPr>
        <p:txBody>
          <a:bodyPr/>
          <a:lstStyle/>
          <a:p>
            <a:endParaRPr lang="en-US"/>
          </a:p>
        </p:txBody>
      </p:sp>
      <p:sp>
        <p:nvSpPr>
          <p:cNvPr id="14" name="Rectangle 13">
            <a:extLst>
              <a:ext uri="{FF2B5EF4-FFF2-40B4-BE49-F238E27FC236}">
                <a16:creationId xmlns:a16="http://schemas.microsoft.com/office/drawing/2014/main" id="{DAF5A23E-0370-4520-80A2-D46BB07676E1}"/>
              </a:ext>
            </a:extLst>
          </p:cNvPr>
          <p:cNvSpPr>
            <a:spLocks noGrp="1"/>
          </p:cNvSpPr>
          <p:nvPr/>
        </p:nvSpPr>
        <p:spPr>
          <a:xfrm>
            <a:off x="7715250" y="3238500"/>
            <a:ext cx="1905000" cy="552450"/>
          </a:xfrm>
          <a:prstGeom prst="rect">
            <a:avLst/>
          </a:prstGeom>
          <a:noFill/>
          <a:ln w="0">
            <a:noFill/>
            <a:prstDash val="solid"/>
          </a:ln>
        </p:spPr>
        <p:txBody>
          <a:bodyPr anchor="ctr"/>
          <a:lstStyle>
            <a:defPPr algn="ctr">
              <a:defRPr sz="2550" b="1">
                <a:solidFill>
                  <a:srgbClr val="00A6A6"/>
                </a:solidFill>
              </a:defRPr>
            </a:defPPr>
            <a:lvl1pPr algn="ctr">
              <a:defRPr sz="2550" b="1">
                <a:solidFill>
                  <a:srgbClr val="00A6A6"/>
                </a:solidFill>
              </a:defRPr>
            </a:lvl1pPr>
            <a:lvl2pPr algn="ctr">
              <a:defRPr sz="2550" b="1">
                <a:solidFill>
                  <a:srgbClr val="00A6A6"/>
                </a:solidFill>
              </a:defRPr>
            </a:lvl2pPr>
            <a:lvl3pPr algn="ctr">
              <a:defRPr sz="2550" b="1">
                <a:solidFill>
                  <a:srgbClr val="00A6A6"/>
                </a:solidFill>
              </a:defRPr>
            </a:lvl3pPr>
            <a:lvl4pPr algn="ctr">
              <a:defRPr sz="2550" b="1">
                <a:solidFill>
                  <a:srgbClr val="00A6A6"/>
                </a:solidFill>
              </a:defRPr>
            </a:lvl4pPr>
            <a:lvl5pPr algn="ctr">
              <a:defRPr sz="2550" b="1">
                <a:solidFill>
                  <a:srgbClr val="00A6A6"/>
                </a:solidFill>
              </a:defRPr>
            </a:lvl5pPr>
            <a:lvl6pPr algn="ctr">
              <a:defRPr sz="2550" b="1">
                <a:solidFill>
                  <a:srgbClr val="00A6A6"/>
                </a:solidFill>
              </a:defRPr>
            </a:lvl6pPr>
            <a:lvl7pPr algn="ctr">
              <a:defRPr sz="2550" b="1">
                <a:solidFill>
                  <a:srgbClr val="00A6A6"/>
                </a:solidFill>
              </a:defRPr>
            </a:lvl7pPr>
            <a:lvl8pPr algn="ctr">
              <a:defRPr sz="2550" b="1">
                <a:solidFill>
                  <a:srgbClr val="00A6A6"/>
                </a:solidFill>
              </a:defRPr>
            </a:lvl8pPr>
            <a:lvl9pPr algn="ctr">
              <a:defRPr sz="2550" b="1">
                <a:solidFill>
                  <a:srgbClr val="00A6A6"/>
                </a:solidFill>
              </a:defRPr>
            </a:lvl9pPr>
          </a:lstStyle>
          <a:p>
            <a:pPr algn="ctr">
              <a:defRPr sz="2550" b="1">
                <a:solidFill>
                  <a:srgbClr val="00A6A6"/>
                </a:solidFill>
              </a:defRPr>
            </a:pPr>
            <a:r>
              <a:rPr sz="2550" b="1">
                <a:solidFill>
                  <a:srgbClr val="00A6A6"/>
                </a:solidFill>
              </a:rPr>
              <a:t>PCA</a:t>
            </a:r>
          </a:p>
        </p:txBody>
      </p:sp>
      <p:sp>
        <p:nvSpPr>
          <p:cNvPr id="15" name="Rectangle 14">
            <a:extLst>
              <a:ext uri="{FF2B5EF4-FFF2-40B4-BE49-F238E27FC236}">
                <a16:creationId xmlns:a16="http://schemas.microsoft.com/office/drawing/2014/main" id="{6FDF4124-20DA-46A1-AC77-64B31066F057}"/>
              </a:ext>
            </a:extLst>
          </p:cNvPr>
          <p:cNvSpPr>
            <a:spLocks noGrp="1"/>
          </p:cNvSpPr>
          <p:nvPr/>
        </p:nvSpPr>
        <p:spPr>
          <a:xfrm>
            <a:off x="6381750" y="1952625"/>
            <a:ext cx="1714500" cy="323850"/>
          </a:xfrm>
          <a:prstGeom prst="rect">
            <a:avLst/>
          </a:prstGeom>
          <a:noFill/>
          <a:ln w="0">
            <a:noFill/>
            <a:prstDash val="solid"/>
          </a:ln>
        </p:spPr>
        <p:txBody>
          <a:bodyPr anchor="ctr"/>
          <a:lstStyle>
            <a:defPPr algn="l">
              <a:defRPr sz="1275" b="1">
                <a:solidFill>
                  <a:srgbClr val="537078"/>
                </a:solidFill>
              </a:defRPr>
            </a:defPPr>
            <a:lvl1pPr algn="l">
              <a:defRPr sz="1275" b="1">
                <a:solidFill>
                  <a:srgbClr val="537078"/>
                </a:solidFill>
              </a:defRPr>
            </a:lvl1pPr>
            <a:lvl2pPr algn="l">
              <a:defRPr sz="1275" b="1">
                <a:solidFill>
                  <a:srgbClr val="537078"/>
                </a:solidFill>
              </a:defRPr>
            </a:lvl2pPr>
            <a:lvl3pPr algn="l">
              <a:defRPr sz="1275" b="1">
                <a:solidFill>
                  <a:srgbClr val="537078"/>
                </a:solidFill>
              </a:defRPr>
            </a:lvl3pPr>
            <a:lvl4pPr algn="l">
              <a:defRPr sz="1275" b="1">
                <a:solidFill>
                  <a:srgbClr val="537078"/>
                </a:solidFill>
              </a:defRPr>
            </a:lvl4pPr>
            <a:lvl5pPr algn="l">
              <a:defRPr sz="1275" b="1">
                <a:solidFill>
                  <a:srgbClr val="537078"/>
                </a:solidFill>
              </a:defRPr>
            </a:lvl5pPr>
            <a:lvl6pPr algn="l">
              <a:defRPr sz="1275" b="1">
                <a:solidFill>
                  <a:srgbClr val="537078"/>
                </a:solidFill>
              </a:defRPr>
            </a:lvl6pPr>
            <a:lvl7pPr algn="l">
              <a:defRPr sz="1275" b="1">
                <a:solidFill>
                  <a:srgbClr val="537078"/>
                </a:solidFill>
              </a:defRPr>
            </a:lvl7pPr>
            <a:lvl8pPr algn="l">
              <a:defRPr sz="1275" b="1">
                <a:solidFill>
                  <a:srgbClr val="537078"/>
                </a:solidFill>
              </a:defRPr>
            </a:lvl8pPr>
            <a:lvl9pPr algn="l">
              <a:defRPr sz="1275" b="1">
                <a:solidFill>
                  <a:srgbClr val="537078"/>
                </a:solidFill>
              </a:defRPr>
            </a:lvl9pPr>
          </a:lstStyle>
          <a:p>
            <a:pPr algn="l">
              <a:defRPr sz="1275" b="1">
                <a:solidFill>
                  <a:srgbClr val="537078"/>
                </a:solidFill>
              </a:defRPr>
            </a:pPr>
            <a:r>
              <a:rPr sz="1275" b="1">
                <a:solidFill>
                  <a:srgbClr val="537078"/>
                </a:solidFill>
              </a:rPr>
              <a:t>Many features</a:t>
            </a:r>
          </a:p>
        </p:txBody>
      </p:sp>
      <p:sp>
        <p:nvSpPr>
          <p:cNvPr id="16" name="Rectangle 15">
            <a:extLst>
              <a:ext uri="{FF2B5EF4-FFF2-40B4-BE49-F238E27FC236}">
                <a16:creationId xmlns:a16="http://schemas.microsoft.com/office/drawing/2014/main" id="{36781CB8-611F-48D9-9681-F226A18072E8}"/>
              </a:ext>
            </a:extLst>
          </p:cNvPr>
          <p:cNvSpPr>
            <a:spLocks noGrp="1"/>
          </p:cNvSpPr>
          <p:nvPr/>
        </p:nvSpPr>
        <p:spPr>
          <a:xfrm>
            <a:off x="9334500" y="5381625"/>
            <a:ext cx="2000250" cy="323850"/>
          </a:xfrm>
          <a:prstGeom prst="rect">
            <a:avLst/>
          </a:prstGeom>
          <a:noFill/>
          <a:ln w="0">
            <a:noFill/>
            <a:prstDash val="solid"/>
          </a:ln>
        </p:spPr>
        <p:txBody>
          <a:bodyPr anchor="ctr"/>
          <a:lstStyle>
            <a:defPPr algn="r">
              <a:defRPr sz="1275" b="1">
                <a:solidFill>
                  <a:srgbClr val="537078"/>
                </a:solidFill>
              </a:defRPr>
            </a:defPPr>
            <a:lvl1pPr algn="r">
              <a:defRPr sz="1275" b="1">
                <a:solidFill>
                  <a:srgbClr val="537078"/>
                </a:solidFill>
              </a:defRPr>
            </a:lvl1pPr>
            <a:lvl2pPr algn="r">
              <a:defRPr sz="1275" b="1">
                <a:solidFill>
                  <a:srgbClr val="537078"/>
                </a:solidFill>
              </a:defRPr>
            </a:lvl2pPr>
            <a:lvl3pPr algn="r">
              <a:defRPr sz="1275" b="1">
                <a:solidFill>
                  <a:srgbClr val="537078"/>
                </a:solidFill>
              </a:defRPr>
            </a:lvl3pPr>
            <a:lvl4pPr algn="r">
              <a:defRPr sz="1275" b="1">
                <a:solidFill>
                  <a:srgbClr val="537078"/>
                </a:solidFill>
              </a:defRPr>
            </a:lvl4pPr>
            <a:lvl5pPr algn="r">
              <a:defRPr sz="1275" b="1">
                <a:solidFill>
                  <a:srgbClr val="537078"/>
                </a:solidFill>
              </a:defRPr>
            </a:lvl5pPr>
            <a:lvl6pPr algn="r">
              <a:defRPr sz="1275" b="1">
                <a:solidFill>
                  <a:srgbClr val="537078"/>
                </a:solidFill>
              </a:defRPr>
            </a:lvl6pPr>
            <a:lvl7pPr algn="r">
              <a:defRPr sz="1275" b="1">
                <a:solidFill>
                  <a:srgbClr val="537078"/>
                </a:solidFill>
              </a:defRPr>
            </a:lvl7pPr>
            <a:lvl8pPr algn="r">
              <a:defRPr sz="1275" b="1">
                <a:solidFill>
                  <a:srgbClr val="537078"/>
                </a:solidFill>
              </a:defRPr>
            </a:lvl8pPr>
            <a:lvl9pPr algn="r">
              <a:defRPr sz="1275" b="1">
                <a:solidFill>
                  <a:srgbClr val="537078"/>
                </a:solidFill>
              </a:defRPr>
            </a:lvl9pPr>
          </a:lstStyle>
          <a:p>
            <a:pPr algn="r">
              <a:defRPr sz="1275" b="1">
                <a:solidFill>
                  <a:srgbClr val="537078"/>
                </a:solidFill>
              </a:defRPr>
            </a:pPr>
            <a:r>
              <a:rPr sz="1275" b="1">
                <a:solidFill>
                  <a:srgbClr val="537078"/>
                </a:solidFill>
              </a:rPr>
              <a:t>Fewer components</a:t>
            </a:r>
          </a:p>
        </p:txBody>
      </p:sp>
    </p:spTree>
    <p:extLst>
      <p:ext uri="{BB962C8B-B14F-4D97-AF65-F5344CB8AC3E}">
        <p14:creationId xmlns:p14="http://schemas.microsoft.com/office/powerpoint/2010/main" val="2012241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BFC"/>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8923DCF-C9A7-4867-91F2-0B4EED456131}"/>
              </a:ext>
            </a:extLst>
          </p:cNvPr>
          <p:cNvSpPr>
            <a:spLocks noGrp="1"/>
          </p:cNvSpPr>
          <p:nvPr/>
        </p:nvSpPr>
        <p:spPr>
          <a:xfrm>
            <a:off x="609600" y="285750"/>
            <a:ext cx="2857500" cy="266700"/>
          </a:xfrm>
          <a:prstGeom prst="rect">
            <a:avLst/>
          </a:prstGeom>
          <a:noFill/>
          <a:ln w="0">
            <a:noFill/>
            <a:prstDash val="solid"/>
          </a:ln>
        </p:spPr>
        <p:txBody>
          <a:bodyPr anchor="ctr"/>
          <a:lstStyle>
            <a:defPPr algn="l">
              <a:defRPr sz="1050" b="1">
                <a:solidFill>
                  <a:srgbClr val="00A6A6"/>
                </a:solidFill>
              </a:defRPr>
            </a:defPPr>
            <a:lvl1pPr algn="l">
              <a:defRPr sz="1050" b="1">
                <a:solidFill>
                  <a:srgbClr val="00A6A6"/>
                </a:solidFill>
              </a:defRPr>
            </a:lvl1pPr>
            <a:lvl2pPr algn="l">
              <a:defRPr sz="1050" b="1">
                <a:solidFill>
                  <a:srgbClr val="00A6A6"/>
                </a:solidFill>
              </a:defRPr>
            </a:lvl2pPr>
            <a:lvl3pPr algn="l">
              <a:defRPr sz="1050" b="1">
                <a:solidFill>
                  <a:srgbClr val="00A6A6"/>
                </a:solidFill>
              </a:defRPr>
            </a:lvl3pPr>
            <a:lvl4pPr algn="l">
              <a:defRPr sz="1050" b="1">
                <a:solidFill>
                  <a:srgbClr val="00A6A6"/>
                </a:solidFill>
              </a:defRPr>
            </a:lvl4pPr>
            <a:lvl5pPr algn="l">
              <a:defRPr sz="1050" b="1">
                <a:solidFill>
                  <a:srgbClr val="00A6A6"/>
                </a:solidFill>
              </a:defRPr>
            </a:lvl5pPr>
            <a:lvl6pPr algn="l">
              <a:defRPr sz="1050" b="1">
                <a:solidFill>
                  <a:srgbClr val="00A6A6"/>
                </a:solidFill>
              </a:defRPr>
            </a:lvl6pPr>
            <a:lvl7pPr algn="l">
              <a:defRPr sz="1050" b="1">
                <a:solidFill>
                  <a:srgbClr val="00A6A6"/>
                </a:solidFill>
              </a:defRPr>
            </a:lvl7pPr>
            <a:lvl8pPr algn="l">
              <a:defRPr sz="1050" b="1">
                <a:solidFill>
                  <a:srgbClr val="00A6A6"/>
                </a:solidFill>
              </a:defRPr>
            </a:lvl8pPr>
            <a:lvl9pPr algn="l">
              <a:defRPr sz="1050" b="1">
                <a:solidFill>
                  <a:srgbClr val="00A6A6"/>
                </a:solidFill>
              </a:defRPr>
            </a:lvl9pPr>
          </a:lstStyle>
          <a:p>
            <a:pPr algn="l">
              <a:defRPr sz="1050" b="1">
                <a:solidFill>
                  <a:srgbClr val="00A6A6"/>
                </a:solidFill>
              </a:defRPr>
            </a:pPr>
            <a:r>
              <a:rPr sz="1050" b="1">
                <a:solidFill>
                  <a:srgbClr val="00A6A6"/>
                </a:solidFill>
              </a:rPr>
              <a:t>WEEK 10 · PART 1</a:t>
            </a:r>
          </a:p>
        </p:txBody>
      </p:sp>
      <p:sp>
        <p:nvSpPr>
          <p:cNvPr id="2" name="Rectangle 1">
            <a:extLst>
              <a:ext uri="{FF2B5EF4-FFF2-40B4-BE49-F238E27FC236}">
                <a16:creationId xmlns:a16="http://schemas.microsoft.com/office/drawing/2014/main" id="{CA1098B4-EEFB-447A-858D-42B2B8C7424F}"/>
              </a:ext>
            </a:extLst>
          </p:cNvPr>
          <p:cNvSpPr>
            <a:spLocks noGrp="1"/>
          </p:cNvSpPr>
          <p:nvPr/>
        </p:nvSpPr>
        <p:spPr>
          <a:xfrm>
            <a:off x="11049000" y="266700"/>
            <a:ext cx="533400" cy="304800"/>
          </a:xfrm>
          <a:prstGeom prst="rect">
            <a:avLst/>
          </a:prstGeom>
          <a:noFill/>
          <a:ln w="0">
            <a:noFill/>
            <a:prstDash val="solid"/>
          </a:ln>
        </p:spPr>
        <p:txBody>
          <a:bodyPr anchor="ctr"/>
          <a:lstStyle>
            <a:defPPr algn="r">
              <a:defRPr sz="1350" b="1">
                <a:solidFill>
                  <a:srgbClr val="10333A"/>
                </a:solidFill>
              </a:defRPr>
            </a:defPPr>
            <a:lvl1pPr algn="r">
              <a:defRPr sz="1350" b="1">
                <a:solidFill>
                  <a:srgbClr val="10333A"/>
                </a:solidFill>
              </a:defRPr>
            </a:lvl1pPr>
            <a:lvl2pPr algn="r">
              <a:defRPr sz="1350" b="1">
                <a:solidFill>
                  <a:srgbClr val="10333A"/>
                </a:solidFill>
              </a:defRPr>
            </a:lvl2pPr>
            <a:lvl3pPr algn="r">
              <a:defRPr sz="1350" b="1">
                <a:solidFill>
                  <a:srgbClr val="10333A"/>
                </a:solidFill>
              </a:defRPr>
            </a:lvl3pPr>
            <a:lvl4pPr algn="r">
              <a:defRPr sz="1350" b="1">
                <a:solidFill>
                  <a:srgbClr val="10333A"/>
                </a:solidFill>
              </a:defRPr>
            </a:lvl4pPr>
            <a:lvl5pPr algn="r">
              <a:defRPr sz="1350" b="1">
                <a:solidFill>
                  <a:srgbClr val="10333A"/>
                </a:solidFill>
              </a:defRPr>
            </a:lvl5pPr>
            <a:lvl6pPr algn="r">
              <a:defRPr sz="1350" b="1">
                <a:solidFill>
                  <a:srgbClr val="10333A"/>
                </a:solidFill>
              </a:defRPr>
            </a:lvl6pPr>
            <a:lvl7pPr algn="r">
              <a:defRPr sz="1350" b="1">
                <a:solidFill>
                  <a:srgbClr val="10333A"/>
                </a:solidFill>
              </a:defRPr>
            </a:lvl7pPr>
            <a:lvl8pPr algn="r">
              <a:defRPr sz="1350" b="1">
                <a:solidFill>
                  <a:srgbClr val="10333A"/>
                </a:solidFill>
              </a:defRPr>
            </a:lvl8pPr>
            <a:lvl9pPr algn="r">
              <a:defRPr sz="1350" b="1">
                <a:solidFill>
                  <a:srgbClr val="10333A"/>
                </a:solidFill>
              </a:defRPr>
            </a:lvl9pPr>
          </a:lstStyle>
          <a:p>
            <a:pPr algn="r">
              <a:defRPr sz="1350" b="1">
                <a:solidFill>
                  <a:srgbClr val="10333A"/>
                </a:solidFill>
              </a:defRPr>
            </a:pPr>
            <a:r>
              <a:rPr sz="1350" b="1">
                <a:solidFill>
                  <a:srgbClr val="10333A"/>
                </a:solidFill>
              </a:rPr>
              <a:t>09</a:t>
            </a:r>
          </a:p>
        </p:txBody>
      </p:sp>
      <p:sp>
        <p:nvSpPr>
          <p:cNvPr id="3" name="Rectangle 2">
            <a:extLst>
              <a:ext uri="{FF2B5EF4-FFF2-40B4-BE49-F238E27FC236}">
                <a16:creationId xmlns:a16="http://schemas.microsoft.com/office/drawing/2014/main" id="{8557A963-7621-4C2C-BB59-F0DBE247254F}"/>
              </a:ext>
            </a:extLst>
          </p:cNvPr>
          <p:cNvSpPr>
            <a:spLocks noGrp="1"/>
          </p:cNvSpPr>
          <p:nvPr/>
        </p:nvSpPr>
        <p:spPr>
          <a:xfrm>
            <a:off x="609600" y="723900"/>
            <a:ext cx="10668000" cy="666750"/>
          </a:xfrm>
          <a:prstGeom prst="rect">
            <a:avLst/>
          </a:prstGeom>
          <a:noFill/>
          <a:ln w="0">
            <a:noFill/>
            <a:prstDash val="solid"/>
          </a:ln>
        </p:spPr>
        <p:txBody>
          <a:bodyPr anchor="ctr"/>
          <a:lstStyle>
            <a:defPPr algn="l">
              <a:defRPr sz="2550" b="1">
                <a:solidFill>
                  <a:srgbClr val="10333A"/>
                </a:solidFill>
              </a:defRPr>
            </a:defPPr>
            <a:lvl1pPr algn="l">
              <a:defRPr sz="2550" b="1">
                <a:solidFill>
                  <a:srgbClr val="10333A"/>
                </a:solidFill>
              </a:defRPr>
            </a:lvl1pPr>
            <a:lvl2pPr algn="l">
              <a:defRPr sz="2550" b="1">
                <a:solidFill>
                  <a:srgbClr val="10333A"/>
                </a:solidFill>
              </a:defRPr>
            </a:lvl2pPr>
            <a:lvl3pPr algn="l">
              <a:defRPr sz="2550" b="1">
                <a:solidFill>
                  <a:srgbClr val="10333A"/>
                </a:solidFill>
              </a:defRPr>
            </a:lvl3pPr>
            <a:lvl4pPr algn="l">
              <a:defRPr sz="2550" b="1">
                <a:solidFill>
                  <a:srgbClr val="10333A"/>
                </a:solidFill>
              </a:defRPr>
            </a:lvl4pPr>
            <a:lvl5pPr algn="l">
              <a:defRPr sz="2550" b="1">
                <a:solidFill>
                  <a:srgbClr val="10333A"/>
                </a:solidFill>
              </a:defRPr>
            </a:lvl5pPr>
            <a:lvl6pPr algn="l">
              <a:defRPr sz="2550" b="1">
                <a:solidFill>
                  <a:srgbClr val="10333A"/>
                </a:solidFill>
              </a:defRPr>
            </a:lvl6pPr>
            <a:lvl7pPr algn="l">
              <a:defRPr sz="2550" b="1">
                <a:solidFill>
                  <a:srgbClr val="10333A"/>
                </a:solidFill>
              </a:defRPr>
            </a:lvl7pPr>
            <a:lvl8pPr algn="l">
              <a:defRPr sz="2550" b="1">
                <a:solidFill>
                  <a:srgbClr val="10333A"/>
                </a:solidFill>
              </a:defRPr>
            </a:lvl8pPr>
            <a:lvl9pPr algn="l">
              <a:defRPr sz="2550" b="1">
                <a:solidFill>
                  <a:srgbClr val="10333A"/>
                </a:solidFill>
              </a:defRPr>
            </a:lvl9pPr>
          </a:lstStyle>
          <a:p>
            <a:pPr algn="l">
              <a:defRPr sz="2550" b="1">
                <a:solidFill>
                  <a:srgbClr val="10333A"/>
                </a:solidFill>
              </a:defRPr>
            </a:pPr>
            <a:r>
              <a:rPr sz="2550" b="1">
                <a:solidFill>
                  <a:srgbClr val="10333A"/>
                </a:solidFill>
              </a:rPr>
              <a:t>Quick Model as an early validation loop</a:t>
            </a:r>
          </a:p>
        </p:txBody>
      </p:sp>
      <p:sp>
        <p:nvSpPr>
          <p:cNvPr id="4" name="Rectangle 3">
            <a:extLst>
              <a:ext uri="{FF2B5EF4-FFF2-40B4-BE49-F238E27FC236}">
                <a16:creationId xmlns:a16="http://schemas.microsoft.com/office/drawing/2014/main" id="{87656C71-07FC-4BF5-81BE-31EA226C5232}"/>
              </a:ext>
            </a:extLst>
          </p:cNvPr>
          <p:cNvSpPr>
            <a:spLocks noGrp="1"/>
          </p:cNvSpPr>
          <p:nvPr/>
        </p:nvSpPr>
        <p:spPr>
          <a:xfrm>
            <a:off x="609600" y="6534150"/>
            <a:ext cx="4095750" cy="171450"/>
          </a:xfrm>
          <a:prstGeom prst="rect">
            <a:avLst/>
          </a:prstGeom>
          <a:noFill/>
          <a:ln w="0">
            <a:noFill/>
            <a:prstDash val="solid"/>
          </a:ln>
        </p:spPr>
        <p:txBody>
          <a:bodyPr anchor="ctr"/>
          <a:lstStyle>
            <a:defPPr algn="l">
              <a:defRPr sz="750" b="0">
                <a:solidFill>
                  <a:srgbClr val="537078"/>
                </a:solidFill>
              </a:defRPr>
            </a:defPPr>
            <a:lvl1pPr algn="l">
              <a:defRPr sz="750" b="0">
                <a:solidFill>
                  <a:srgbClr val="537078"/>
                </a:solidFill>
              </a:defRPr>
            </a:lvl1pPr>
            <a:lvl2pPr algn="l">
              <a:defRPr sz="750" b="0">
                <a:solidFill>
                  <a:srgbClr val="537078"/>
                </a:solidFill>
              </a:defRPr>
            </a:lvl2pPr>
            <a:lvl3pPr algn="l">
              <a:defRPr sz="750" b="0">
                <a:solidFill>
                  <a:srgbClr val="537078"/>
                </a:solidFill>
              </a:defRPr>
            </a:lvl3pPr>
            <a:lvl4pPr algn="l">
              <a:defRPr sz="750" b="0">
                <a:solidFill>
                  <a:srgbClr val="537078"/>
                </a:solidFill>
              </a:defRPr>
            </a:lvl4pPr>
            <a:lvl5pPr algn="l">
              <a:defRPr sz="750" b="0">
                <a:solidFill>
                  <a:srgbClr val="537078"/>
                </a:solidFill>
              </a:defRPr>
            </a:lvl5pPr>
            <a:lvl6pPr algn="l">
              <a:defRPr sz="750" b="0">
                <a:solidFill>
                  <a:srgbClr val="537078"/>
                </a:solidFill>
              </a:defRPr>
            </a:lvl6pPr>
            <a:lvl7pPr algn="l">
              <a:defRPr sz="750" b="0">
                <a:solidFill>
                  <a:srgbClr val="537078"/>
                </a:solidFill>
              </a:defRPr>
            </a:lvl7pPr>
            <a:lvl8pPr algn="l">
              <a:defRPr sz="750" b="0">
                <a:solidFill>
                  <a:srgbClr val="537078"/>
                </a:solidFill>
              </a:defRPr>
            </a:lvl8pPr>
            <a:lvl9pPr algn="l">
              <a:defRPr sz="750" b="0">
                <a:solidFill>
                  <a:srgbClr val="537078"/>
                </a:solidFill>
              </a:defRPr>
            </a:lvl9pPr>
          </a:lstStyle>
          <a:p>
            <a:pPr algn="l">
              <a:defRPr sz="750" b="0">
                <a:solidFill>
                  <a:srgbClr val="537078"/>
                </a:solidFill>
              </a:defRPr>
            </a:pPr>
            <a:r>
              <a:rPr sz="750" b="0">
                <a:solidFill>
                  <a:srgbClr val="537078"/>
                </a:solidFill>
              </a:rPr>
              <a:t>AWS ML Engineer · Week 10 · Part 1</a:t>
            </a:r>
          </a:p>
        </p:txBody>
      </p:sp>
      <p:sp>
        <p:nvSpPr>
          <p:cNvPr id="5" name="Oval 4">
            <a:extLst>
              <a:ext uri="{FF2B5EF4-FFF2-40B4-BE49-F238E27FC236}">
                <a16:creationId xmlns:a16="http://schemas.microsoft.com/office/drawing/2014/main" id="{2C3EA3FC-A1B1-4076-8DA6-9C997C000A16}"/>
              </a:ext>
            </a:extLst>
          </p:cNvPr>
          <p:cNvSpPr>
            <a:spLocks noGrp="1"/>
          </p:cNvSpPr>
          <p:nvPr/>
        </p:nvSpPr>
        <p:spPr>
          <a:xfrm>
            <a:off x="4095750" y="1714500"/>
            <a:ext cx="4000500" cy="4000500"/>
          </a:xfrm>
          <a:prstGeom prst="ellipse">
            <a:avLst/>
          </a:prstGeom>
          <a:solidFill>
            <a:srgbClr val="DDF5F4"/>
          </a:solidFill>
          <a:ln w="0">
            <a:noFill/>
            <a:prstDash val="solid"/>
          </a:ln>
        </p:spPr>
        <p:txBody>
          <a:bodyPr/>
          <a:lstStyle/>
          <a:p>
            <a:endParaRPr lang="en-US"/>
          </a:p>
        </p:txBody>
      </p:sp>
      <p:sp>
        <p:nvSpPr>
          <p:cNvPr id="6" name="Oval 5">
            <a:extLst>
              <a:ext uri="{FF2B5EF4-FFF2-40B4-BE49-F238E27FC236}">
                <a16:creationId xmlns:a16="http://schemas.microsoft.com/office/drawing/2014/main" id="{81F6DBC4-FCAA-48DC-8781-9C50B17FDAC5}"/>
              </a:ext>
            </a:extLst>
          </p:cNvPr>
          <p:cNvSpPr>
            <a:spLocks noGrp="1"/>
          </p:cNvSpPr>
          <p:nvPr/>
        </p:nvSpPr>
        <p:spPr>
          <a:xfrm>
            <a:off x="5095875" y="2714625"/>
            <a:ext cx="2000250" cy="2000250"/>
          </a:xfrm>
          <a:prstGeom prst="ellipse">
            <a:avLst/>
          </a:prstGeom>
          <a:solidFill>
            <a:srgbClr val="00A6A6"/>
          </a:solidFill>
          <a:ln w="0">
            <a:noFill/>
            <a:prstDash val="solid"/>
          </a:ln>
        </p:spPr>
        <p:txBody>
          <a:bodyPr/>
          <a:lstStyle/>
          <a:p>
            <a:endParaRPr lang="en-US"/>
          </a:p>
        </p:txBody>
      </p:sp>
      <p:sp>
        <p:nvSpPr>
          <p:cNvPr id="7" name="Rectangle 6">
            <a:extLst>
              <a:ext uri="{FF2B5EF4-FFF2-40B4-BE49-F238E27FC236}">
                <a16:creationId xmlns:a16="http://schemas.microsoft.com/office/drawing/2014/main" id="{C2CEE5AD-4760-46C6-94FD-AADC9AE21C50}"/>
              </a:ext>
            </a:extLst>
          </p:cNvPr>
          <p:cNvSpPr>
            <a:spLocks noGrp="1"/>
          </p:cNvSpPr>
          <p:nvPr/>
        </p:nvSpPr>
        <p:spPr>
          <a:xfrm>
            <a:off x="5381625" y="3190875"/>
            <a:ext cx="1428750" cy="1047750"/>
          </a:xfrm>
          <a:prstGeom prst="rect">
            <a:avLst/>
          </a:prstGeom>
          <a:noFill/>
          <a:ln w="0">
            <a:noFill/>
            <a:prstDash val="solid"/>
          </a:ln>
        </p:spPr>
        <p:txBody>
          <a:bodyPr anchor="ctr"/>
          <a:lstStyle>
            <a:defPPr algn="ctr">
              <a:defRPr sz="2025" b="1">
                <a:solidFill>
                  <a:srgbClr val="FFFFFF"/>
                </a:solidFill>
              </a:defRPr>
            </a:defPPr>
            <a:lvl1pPr algn="ctr">
              <a:defRPr sz="2025" b="1">
                <a:solidFill>
                  <a:srgbClr val="FFFFFF"/>
                </a:solidFill>
              </a:defRPr>
            </a:lvl1pPr>
            <a:lvl2pPr algn="ctr">
              <a:defRPr sz="2025" b="1">
                <a:solidFill>
                  <a:srgbClr val="FFFFFF"/>
                </a:solidFill>
              </a:defRPr>
            </a:lvl2pPr>
            <a:lvl3pPr algn="ctr">
              <a:defRPr sz="2025" b="1">
                <a:solidFill>
                  <a:srgbClr val="FFFFFF"/>
                </a:solidFill>
              </a:defRPr>
            </a:lvl3pPr>
            <a:lvl4pPr algn="ctr">
              <a:defRPr sz="2025" b="1">
                <a:solidFill>
                  <a:srgbClr val="FFFFFF"/>
                </a:solidFill>
              </a:defRPr>
            </a:lvl4pPr>
            <a:lvl5pPr algn="ctr">
              <a:defRPr sz="2025" b="1">
                <a:solidFill>
                  <a:srgbClr val="FFFFFF"/>
                </a:solidFill>
              </a:defRPr>
            </a:lvl5pPr>
            <a:lvl6pPr algn="ctr">
              <a:defRPr sz="2025" b="1">
                <a:solidFill>
                  <a:srgbClr val="FFFFFF"/>
                </a:solidFill>
              </a:defRPr>
            </a:lvl6pPr>
            <a:lvl7pPr algn="ctr">
              <a:defRPr sz="2025" b="1">
                <a:solidFill>
                  <a:srgbClr val="FFFFFF"/>
                </a:solidFill>
              </a:defRPr>
            </a:lvl7pPr>
            <a:lvl8pPr algn="ctr">
              <a:defRPr sz="2025" b="1">
                <a:solidFill>
                  <a:srgbClr val="FFFFFF"/>
                </a:solidFill>
              </a:defRPr>
            </a:lvl8pPr>
            <a:lvl9pPr algn="ctr">
              <a:defRPr sz="2025" b="1">
                <a:solidFill>
                  <a:srgbClr val="FFFFFF"/>
                </a:solidFill>
              </a:defRPr>
            </a:lvl9pPr>
          </a:lstStyle>
          <a:p>
            <a:pPr algn="ctr">
              <a:defRPr sz="2025" b="1">
                <a:solidFill>
                  <a:srgbClr val="FFFFFF"/>
                </a:solidFill>
              </a:defRPr>
            </a:pPr>
            <a:r>
              <a:rPr sz="2025" b="1">
                <a:solidFill>
                  <a:srgbClr val="FFFFFF"/>
                </a:solidFill>
              </a:rPr>
              <a:t>QUICK</a:t>
            </a:r>
          </a:p>
          <a:p>
            <a:pPr algn="ctr">
              <a:defRPr sz="2025" b="1">
                <a:solidFill>
                  <a:srgbClr val="FFFFFF"/>
                </a:solidFill>
              </a:defRPr>
            </a:pPr>
            <a:r>
              <a:rPr sz="2025" b="1">
                <a:solidFill>
                  <a:srgbClr val="FFFFFF"/>
                </a:solidFill>
              </a:rPr>
              <a:t>MODEL</a:t>
            </a:r>
          </a:p>
        </p:txBody>
      </p:sp>
      <p:sp>
        <p:nvSpPr>
          <p:cNvPr id="8" name="Rectangle: Rounded Corners 7">
            <a:extLst>
              <a:ext uri="{FF2B5EF4-FFF2-40B4-BE49-F238E27FC236}">
                <a16:creationId xmlns:a16="http://schemas.microsoft.com/office/drawing/2014/main" id="{1D259765-D358-4EF3-A75C-D0BB54DD460C}"/>
              </a:ext>
            </a:extLst>
          </p:cNvPr>
          <p:cNvSpPr>
            <a:spLocks noGrp="1"/>
          </p:cNvSpPr>
          <p:nvPr/>
        </p:nvSpPr>
        <p:spPr>
          <a:xfrm>
            <a:off x="666750" y="2190750"/>
            <a:ext cx="2095500" cy="742950"/>
          </a:xfrm>
          <a:prstGeom prst="roundRect">
            <a:avLst>
              <a:gd name="adj" fmla="val 15385"/>
            </a:avLst>
          </a:prstGeom>
          <a:solidFill>
            <a:srgbClr val="10333A"/>
          </a:solidFill>
          <a:ln w="0">
            <a:noFill/>
            <a:prstDash val="solid"/>
          </a:ln>
        </p:spPr>
        <p:txBody>
          <a:bodyPr/>
          <a:lstStyle/>
          <a:p>
            <a:endParaRPr lang="en-US"/>
          </a:p>
        </p:txBody>
      </p:sp>
      <p:sp>
        <p:nvSpPr>
          <p:cNvPr id="9" name="Rectangle 8">
            <a:extLst>
              <a:ext uri="{FF2B5EF4-FFF2-40B4-BE49-F238E27FC236}">
                <a16:creationId xmlns:a16="http://schemas.microsoft.com/office/drawing/2014/main" id="{5D2517EF-E7BC-4B43-904A-37A53FD5368E}"/>
              </a:ext>
            </a:extLst>
          </p:cNvPr>
          <p:cNvSpPr>
            <a:spLocks noGrp="1"/>
          </p:cNvSpPr>
          <p:nvPr/>
        </p:nvSpPr>
        <p:spPr>
          <a:xfrm>
            <a:off x="809625" y="2286000"/>
            <a:ext cx="1809750" cy="552450"/>
          </a:xfrm>
          <a:prstGeom prst="rect">
            <a:avLst/>
          </a:prstGeom>
          <a:noFill/>
          <a:ln w="0">
            <a:noFill/>
            <a:prstDash val="solid"/>
          </a:ln>
        </p:spPr>
        <p:txBody>
          <a:bodyPr anchor="ctr"/>
          <a:lstStyle>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a:pPr algn="ctr">
              <a:defRPr sz="1425" b="1">
                <a:solidFill>
                  <a:srgbClr val="FFFFFF"/>
                </a:solidFill>
              </a:defRPr>
            </a:pPr>
            <a:r>
              <a:rPr sz="1425" b="1">
                <a:solidFill>
                  <a:srgbClr val="FFFFFF"/>
                </a:solidFill>
              </a:rPr>
              <a:t>Prepare</a:t>
            </a:r>
          </a:p>
        </p:txBody>
      </p:sp>
      <p:sp>
        <p:nvSpPr>
          <p:cNvPr id="10" name="Rectangle: Rounded Corners 9">
            <a:extLst>
              <a:ext uri="{FF2B5EF4-FFF2-40B4-BE49-F238E27FC236}">
                <a16:creationId xmlns:a16="http://schemas.microsoft.com/office/drawing/2014/main" id="{F2DD1916-A017-49DC-973C-7FC46AEA7C33}"/>
              </a:ext>
            </a:extLst>
          </p:cNvPr>
          <p:cNvSpPr>
            <a:spLocks noGrp="1"/>
          </p:cNvSpPr>
          <p:nvPr/>
        </p:nvSpPr>
        <p:spPr>
          <a:xfrm>
            <a:off x="9334500" y="2190750"/>
            <a:ext cx="2095500" cy="742950"/>
          </a:xfrm>
          <a:prstGeom prst="roundRect">
            <a:avLst>
              <a:gd name="adj" fmla="val 15385"/>
            </a:avLst>
          </a:prstGeom>
          <a:solidFill>
            <a:srgbClr val="FFB703"/>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E4F54938-A974-42F8-B1AA-BB07EF0A3034}"/>
              </a:ext>
            </a:extLst>
          </p:cNvPr>
          <p:cNvSpPr>
            <a:spLocks noGrp="1"/>
          </p:cNvSpPr>
          <p:nvPr/>
        </p:nvSpPr>
        <p:spPr>
          <a:xfrm>
            <a:off x="9477375" y="2286000"/>
            <a:ext cx="1809750" cy="552450"/>
          </a:xfrm>
          <a:prstGeom prst="rect">
            <a:avLst/>
          </a:prstGeom>
          <a:noFill/>
          <a:ln w="0">
            <a:noFill/>
            <a:prstDash val="solid"/>
          </a:ln>
        </p:spPr>
        <p:txBody>
          <a:bodyPr anchor="ctr"/>
          <a:lstStyle>
            <a:defPPr algn="ctr">
              <a:defRPr sz="1425" b="1">
                <a:solidFill>
                  <a:srgbClr val="10333A"/>
                </a:solidFill>
              </a:defRPr>
            </a:defPPr>
            <a:lvl1pPr algn="ctr">
              <a:defRPr sz="1425" b="1">
                <a:solidFill>
                  <a:srgbClr val="10333A"/>
                </a:solidFill>
              </a:defRPr>
            </a:lvl1pPr>
            <a:lvl2pPr algn="ctr">
              <a:defRPr sz="1425" b="1">
                <a:solidFill>
                  <a:srgbClr val="10333A"/>
                </a:solidFill>
              </a:defRPr>
            </a:lvl2pPr>
            <a:lvl3pPr algn="ctr">
              <a:defRPr sz="1425" b="1">
                <a:solidFill>
                  <a:srgbClr val="10333A"/>
                </a:solidFill>
              </a:defRPr>
            </a:lvl3pPr>
            <a:lvl4pPr algn="ctr">
              <a:defRPr sz="1425" b="1">
                <a:solidFill>
                  <a:srgbClr val="10333A"/>
                </a:solidFill>
              </a:defRPr>
            </a:lvl4pPr>
            <a:lvl5pPr algn="ctr">
              <a:defRPr sz="1425" b="1">
                <a:solidFill>
                  <a:srgbClr val="10333A"/>
                </a:solidFill>
              </a:defRPr>
            </a:lvl5pPr>
            <a:lvl6pPr algn="ctr">
              <a:defRPr sz="1425" b="1">
                <a:solidFill>
                  <a:srgbClr val="10333A"/>
                </a:solidFill>
              </a:defRPr>
            </a:lvl6pPr>
            <a:lvl7pPr algn="ctr">
              <a:defRPr sz="1425" b="1">
                <a:solidFill>
                  <a:srgbClr val="10333A"/>
                </a:solidFill>
              </a:defRPr>
            </a:lvl7pPr>
            <a:lvl8pPr algn="ctr">
              <a:defRPr sz="1425" b="1">
                <a:solidFill>
                  <a:srgbClr val="10333A"/>
                </a:solidFill>
              </a:defRPr>
            </a:lvl8pPr>
            <a:lvl9pPr algn="ctr">
              <a:defRPr sz="1425" b="1">
                <a:solidFill>
                  <a:srgbClr val="10333A"/>
                </a:solidFill>
              </a:defRPr>
            </a:lvl9pPr>
          </a:lstStyle>
          <a:p>
            <a:pPr algn="ctr">
              <a:defRPr sz="1425" b="1">
                <a:solidFill>
                  <a:srgbClr val="10333A"/>
                </a:solidFill>
              </a:defRPr>
            </a:pPr>
            <a:r>
              <a:rPr sz="1425" b="1">
                <a:solidFill>
                  <a:srgbClr val="10333A"/>
                </a:solidFill>
              </a:rPr>
              <a:t>Train fast</a:t>
            </a:r>
          </a:p>
        </p:txBody>
      </p:sp>
      <p:sp>
        <p:nvSpPr>
          <p:cNvPr id="12" name="Rectangle: Rounded Corners 11">
            <a:extLst>
              <a:ext uri="{FF2B5EF4-FFF2-40B4-BE49-F238E27FC236}">
                <a16:creationId xmlns:a16="http://schemas.microsoft.com/office/drawing/2014/main" id="{7DB38997-E875-4054-91EA-7FCE84958B0D}"/>
              </a:ext>
            </a:extLst>
          </p:cNvPr>
          <p:cNvSpPr>
            <a:spLocks noGrp="1"/>
          </p:cNvSpPr>
          <p:nvPr/>
        </p:nvSpPr>
        <p:spPr>
          <a:xfrm>
            <a:off x="9334500" y="4762500"/>
            <a:ext cx="2095500" cy="742950"/>
          </a:xfrm>
          <a:prstGeom prst="roundRect">
            <a:avLst>
              <a:gd name="adj" fmla="val 15385"/>
            </a:avLst>
          </a:prstGeom>
          <a:solidFill>
            <a:srgbClr val="10333A"/>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1CDEF2B7-3DF7-47F4-9B99-C4DF1769BA3C}"/>
              </a:ext>
            </a:extLst>
          </p:cNvPr>
          <p:cNvSpPr>
            <a:spLocks noGrp="1"/>
          </p:cNvSpPr>
          <p:nvPr/>
        </p:nvSpPr>
        <p:spPr>
          <a:xfrm>
            <a:off x="9477375" y="4857750"/>
            <a:ext cx="1809750" cy="552450"/>
          </a:xfrm>
          <a:prstGeom prst="rect">
            <a:avLst/>
          </a:prstGeom>
          <a:noFill/>
          <a:ln w="0">
            <a:noFill/>
            <a:prstDash val="solid"/>
          </a:ln>
        </p:spPr>
        <p:txBody>
          <a:bodyPr anchor="ctr"/>
          <a:lstStyle>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a:pPr algn="ctr">
              <a:defRPr sz="1425" b="1">
                <a:solidFill>
                  <a:srgbClr val="FFFFFF"/>
                </a:solidFill>
              </a:defRPr>
            </a:pPr>
            <a:r>
              <a:rPr sz="1425" b="1">
                <a:solidFill>
                  <a:srgbClr val="FFFFFF"/>
                </a:solidFill>
              </a:rPr>
              <a:t>Review signal</a:t>
            </a:r>
          </a:p>
        </p:txBody>
      </p:sp>
      <p:sp>
        <p:nvSpPr>
          <p:cNvPr id="14" name="Rectangle: Rounded Corners 13">
            <a:extLst>
              <a:ext uri="{FF2B5EF4-FFF2-40B4-BE49-F238E27FC236}">
                <a16:creationId xmlns:a16="http://schemas.microsoft.com/office/drawing/2014/main" id="{305D890A-BF00-4E9E-AB4E-8095C17F2453}"/>
              </a:ext>
            </a:extLst>
          </p:cNvPr>
          <p:cNvSpPr>
            <a:spLocks noGrp="1"/>
          </p:cNvSpPr>
          <p:nvPr/>
        </p:nvSpPr>
        <p:spPr>
          <a:xfrm>
            <a:off x="666750" y="4762500"/>
            <a:ext cx="2095500" cy="742950"/>
          </a:xfrm>
          <a:prstGeom prst="roundRect">
            <a:avLst>
              <a:gd name="adj" fmla="val 15385"/>
            </a:avLst>
          </a:prstGeom>
          <a:solidFill>
            <a:srgbClr val="FFB703"/>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ECB608C8-F7BB-4822-9341-574976579EEA}"/>
              </a:ext>
            </a:extLst>
          </p:cNvPr>
          <p:cNvSpPr>
            <a:spLocks noGrp="1"/>
          </p:cNvSpPr>
          <p:nvPr/>
        </p:nvSpPr>
        <p:spPr>
          <a:xfrm>
            <a:off x="809625" y="4857750"/>
            <a:ext cx="1809750" cy="552450"/>
          </a:xfrm>
          <a:prstGeom prst="rect">
            <a:avLst/>
          </a:prstGeom>
          <a:noFill/>
          <a:ln w="0">
            <a:noFill/>
            <a:prstDash val="solid"/>
          </a:ln>
        </p:spPr>
        <p:txBody>
          <a:bodyPr anchor="ctr"/>
          <a:lstStyle>
            <a:defPPr algn="ctr">
              <a:defRPr sz="1425" b="1">
                <a:solidFill>
                  <a:srgbClr val="10333A"/>
                </a:solidFill>
              </a:defRPr>
            </a:defPPr>
            <a:lvl1pPr algn="ctr">
              <a:defRPr sz="1425" b="1">
                <a:solidFill>
                  <a:srgbClr val="10333A"/>
                </a:solidFill>
              </a:defRPr>
            </a:lvl1pPr>
            <a:lvl2pPr algn="ctr">
              <a:defRPr sz="1425" b="1">
                <a:solidFill>
                  <a:srgbClr val="10333A"/>
                </a:solidFill>
              </a:defRPr>
            </a:lvl2pPr>
            <a:lvl3pPr algn="ctr">
              <a:defRPr sz="1425" b="1">
                <a:solidFill>
                  <a:srgbClr val="10333A"/>
                </a:solidFill>
              </a:defRPr>
            </a:lvl3pPr>
            <a:lvl4pPr algn="ctr">
              <a:defRPr sz="1425" b="1">
                <a:solidFill>
                  <a:srgbClr val="10333A"/>
                </a:solidFill>
              </a:defRPr>
            </a:lvl4pPr>
            <a:lvl5pPr algn="ctr">
              <a:defRPr sz="1425" b="1">
                <a:solidFill>
                  <a:srgbClr val="10333A"/>
                </a:solidFill>
              </a:defRPr>
            </a:lvl5pPr>
            <a:lvl6pPr algn="ctr">
              <a:defRPr sz="1425" b="1">
                <a:solidFill>
                  <a:srgbClr val="10333A"/>
                </a:solidFill>
              </a:defRPr>
            </a:lvl6pPr>
            <a:lvl7pPr algn="ctr">
              <a:defRPr sz="1425" b="1">
                <a:solidFill>
                  <a:srgbClr val="10333A"/>
                </a:solidFill>
              </a:defRPr>
            </a:lvl7pPr>
            <a:lvl8pPr algn="ctr">
              <a:defRPr sz="1425" b="1">
                <a:solidFill>
                  <a:srgbClr val="10333A"/>
                </a:solidFill>
              </a:defRPr>
            </a:lvl8pPr>
            <a:lvl9pPr algn="ctr">
              <a:defRPr sz="1425" b="1">
                <a:solidFill>
                  <a:srgbClr val="10333A"/>
                </a:solidFill>
              </a:defRPr>
            </a:lvl9pPr>
          </a:lstStyle>
          <a:p>
            <a:pPr algn="ctr">
              <a:defRPr sz="1425" b="1">
                <a:solidFill>
                  <a:srgbClr val="10333A"/>
                </a:solidFill>
              </a:defRPr>
            </a:pPr>
            <a:r>
              <a:rPr sz="1425" b="1">
                <a:solidFill>
                  <a:srgbClr val="10333A"/>
                </a:solidFill>
              </a:rPr>
              <a:t>Revise flow</a:t>
            </a:r>
          </a:p>
        </p:txBody>
      </p:sp>
      <p:sp>
        <p:nvSpPr>
          <p:cNvPr id="16" name="Rectangle 15">
            <a:extLst>
              <a:ext uri="{FF2B5EF4-FFF2-40B4-BE49-F238E27FC236}">
                <a16:creationId xmlns:a16="http://schemas.microsoft.com/office/drawing/2014/main" id="{B28A6A03-469D-4595-8892-6FF6FEDEF542}"/>
              </a:ext>
            </a:extLst>
          </p:cNvPr>
          <p:cNvSpPr>
            <a:spLocks noGrp="1"/>
          </p:cNvSpPr>
          <p:nvPr/>
        </p:nvSpPr>
        <p:spPr>
          <a:xfrm>
            <a:off x="3476625" y="5905500"/>
            <a:ext cx="5238750" cy="323850"/>
          </a:xfrm>
          <a:prstGeom prst="rect">
            <a:avLst/>
          </a:prstGeom>
          <a:noFill/>
          <a:ln w="0">
            <a:noFill/>
            <a:prstDash val="solid"/>
          </a:ln>
        </p:spPr>
        <p:txBody>
          <a:bodyPr anchor="ctr"/>
          <a:lstStyle>
            <a:defPPr algn="ctr">
              <a:defRPr sz="1350" b="1">
                <a:solidFill>
                  <a:srgbClr val="537078"/>
                </a:solidFill>
              </a:defRPr>
            </a:defPPr>
            <a:lvl1pPr algn="ctr">
              <a:defRPr sz="1350" b="1">
                <a:solidFill>
                  <a:srgbClr val="537078"/>
                </a:solidFill>
              </a:defRPr>
            </a:lvl1pPr>
            <a:lvl2pPr algn="ctr">
              <a:defRPr sz="1350" b="1">
                <a:solidFill>
                  <a:srgbClr val="537078"/>
                </a:solidFill>
              </a:defRPr>
            </a:lvl2pPr>
            <a:lvl3pPr algn="ctr">
              <a:defRPr sz="1350" b="1">
                <a:solidFill>
                  <a:srgbClr val="537078"/>
                </a:solidFill>
              </a:defRPr>
            </a:lvl3pPr>
            <a:lvl4pPr algn="ctr">
              <a:defRPr sz="1350" b="1">
                <a:solidFill>
                  <a:srgbClr val="537078"/>
                </a:solidFill>
              </a:defRPr>
            </a:lvl4pPr>
            <a:lvl5pPr algn="ctr">
              <a:defRPr sz="1350" b="1">
                <a:solidFill>
                  <a:srgbClr val="537078"/>
                </a:solidFill>
              </a:defRPr>
            </a:lvl5pPr>
            <a:lvl6pPr algn="ctr">
              <a:defRPr sz="1350" b="1">
                <a:solidFill>
                  <a:srgbClr val="537078"/>
                </a:solidFill>
              </a:defRPr>
            </a:lvl6pPr>
            <a:lvl7pPr algn="ctr">
              <a:defRPr sz="1350" b="1">
                <a:solidFill>
                  <a:srgbClr val="537078"/>
                </a:solidFill>
              </a:defRPr>
            </a:lvl7pPr>
            <a:lvl8pPr algn="ctr">
              <a:defRPr sz="1350" b="1">
                <a:solidFill>
                  <a:srgbClr val="537078"/>
                </a:solidFill>
              </a:defRPr>
            </a:lvl8pPr>
            <a:lvl9pPr algn="ctr">
              <a:defRPr sz="1350" b="1">
                <a:solidFill>
                  <a:srgbClr val="537078"/>
                </a:solidFill>
              </a:defRPr>
            </a:lvl9pPr>
          </a:lstStyle>
          <a:p>
            <a:pPr algn="ctr">
              <a:defRPr sz="1350" b="1">
                <a:solidFill>
                  <a:srgbClr val="537078"/>
                </a:solidFill>
              </a:defRPr>
            </a:pPr>
            <a:r>
              <a:rPr sz="1350" b="1">
                <a:solidFill>
                  <a:srgbClr val="537078"/>
                </a:solidFill>
              </a:rPr>
              <a:t>Early feedback, not final production approval</a:t>
            </a:r>
          </a:p>
        </p:txBody>
      </p:sp>
    </p:spTree>
    <p:extLst>
      <p:ext uri="{BB962C8B-B14F-4D97-AF65-F5344CB8AC3E}">
        <p14:creationId xmlns:p14="http://schemas.microsoft.com/office/powerpoint/2010/main" val="1460405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BFC"/>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4E30C04-BCF0-4A56-8BA9-EEAEAE8A49B8}"/>
              </a:ext>
            </a:extLst>
          </p:cNvPr>
          <p:cNvSpPr>
            <a:spLocks noGrp="1"/>
          </p:cNvSpPr>
          <p:nvPr/>
        </p:nvSpPr>
        <p:spPr>
          <a:xfrm>
            <a:off x="609600" y="285750"/>
            <a:ext cx="2857500" cy="266700"/>
          </a:xfrm>
          <a:prstGeom prst="rect">
            <a:avLst/>
          </a:prstGeom>
          <a:noFill/>
          <a:ln w="0">
            <a:noFill/>
            <a:prstDash val="solid"/>
          </a:ln>
        </p:spPr>
        <p:txBody>
          <a:bodyPr anchor="ctr"/>
          <a:lstStyle>
            <a:defPPr algn="l">
              <a:defRPr sz="1050" b="1">
                <a:solidFill>
                  <a:srgbClr val="00A6A6"/>
                </a:solidFill>
              </a:defRPr>
            </a:defPPr>
            <a:lvl1pPr algn="l">
              <a:defRPr sz="1050" b="1">
                <a:solidFill>
                  <a:srgbClr val="00A6A6"/>
                </a:solidFill>
              </a:defRPr>
            </a:lvl1pPr>
            <a:lvl2pPr algn="l">
              <a:defRPr sz="1050" b="1">
                <a:solidFill>
                  <a:srgbClr val="00A6A6"/>
                </a:solidFill>
              </a:defRPr>
            </a:lvl2pPr>
            <a:lvl3pPr algn="l">
              <a:defRPr sz="1050" b="1">
                <a:solidFill>
                  <a:srgbClr val="00A6A6"/>
                </a:solidFill>
              </a:defRPr>
            </a:lvl3pPr>
            <a:lvl4pPr algn="l">
              <a:defRPr sz="1050" b="1">
                <a:solidFill>
                  <a:srgbClr val="00A6A6"/>
                </a:solidFill>
              </a:defRPr>
            </a:lvl4pPr>
            <a:lvl5pPr algn="l">
              <a:defRPr sz="1050" b="1">
                <a:solidFill>
                  <a:srgbClr val="00A6A6"/>
                </a:solidFill>
              </a:defRPr>
            </a:lvl5pPr>
            <a:lvl6pPr algn="l">
              <a:defRPr sz="1050" b="1">
                <a:solidFill>
                  <a:srgbClr val="00A6A6"/>
                </a:solidFill>
              </a:defRPr>
            </a:lvl6pPr>
            <a:lvl7pPr algn="l">
              <a:defRPr sz="1050" b="1">
                <a:solidFill>
                  <a:srgbClr val="00A6A6"/>
                </a:solidFill>
              </a:defRPr>
            </a:lvl7pPr>
            <a:lvl8pPr algn="l">
              <a:defRPr sz="1050" b="1">
                <a:solidFill>
                  <a:srgbClr val="00A6A6"/>
                </a:solidFill>
              </a:defRPr>
            </a:lvl8pPr>
            <a:lvl9pPr algn="l">
              <a:defRPr sz="1050" b="1">
                <a:solidFill>
                  <a:srgbClr val="00A6A6"/>
                </a:solidFill>
              </a:defRPr>
            </a:lvl9pPr>
          </a:lstStyle>
          <a:p>
            <a:pPr algn="l">
              <a:defRPr sz="1050" b="1">
                <a:solidFill>
                  <a:srgbClr val="00A6A6"/>
                </a:solidFill>
              </a:defRPr>
            </a:pPr>
            <a:r>
              <a:rPr sz="1050" b="1">
                <a:solidFill>
                  <a:srgbClr val="00A6A6"/>
                </a:solidFill>
              </a:rPr>
              <a:t>WEEK 10 · PART 1</a:t>
            </a:r>
          </a:p>
        </p:txBody>
      </p:sp>
      <p:sp>
        <p:nvSpPr>
          <p:cNvPr id="2" name="Rectangle 1">
            <a:extLst>
              <a:ext uri="{FF2B5EF4-FFF2-40B4-BE49-F238E27FC236}">
                <a16:creationId xmlns:a16="http://schemas.microsoft.com/office/drawing/2014/main" id="{74E6BB4A-94D3-4E77-8D12-F8C0A5CA9E54}"/>
              </a:ext>
            </a:extLst>
          </p:cNvPr>
          <p:cNvSpPr>
            <a:spLocks noGrp="1"/>
          </p:cNvSpPr>
          <p:nvPr/>
        </p:nvSpPr>
        <p:spPr>
          <a:xfrm>
            <a:off x="11049000" y="266700"/>
            <a:ext cx="533400" cy="304800"/>
          </a:xfrm>
          <a:prstGeom prst="rect">
            <a:avLst/>
          </a:prstGeom>
          <a:noFill/>
          <a:ln w="0">
            <a:noFill/>
            <a:prstDash val="solid"/>
          </a:ln>
        </p:spPr>
        <p:txBody>
          <a:bodyPr anchor="ctr"/>
          <a:lstStyle>
            <a:defPPr algn="r">
              <a:defRPr sz="1350" b="1">
                <a:solidFill>
                  <a:srgbClr val="10333A"/>
                </a:solidFill>
              </a:defRPr>
            </a:defPPr>
            <a:lvl1pPr algn="r">
              <a:defRPr sz="1350" b="1">
                <a:solidFill>
                  <a:srgbClr val="10333A"/>
                </a:solidFill>
              </a:defRPr>
            </a:lvl1pPr>
            <a:lvl2pPr algn="r">
              <a:defRPr sz="1350" b="1">
                <a:solidFill>
                  <a:srgbClr val="10333A"/>
                </a:solidFill>
              </a:defRPr>
            </a:lvl2pPr>
            <a:lvl3pPr algn="r">
              <a:defRPr sz="1350" b="1">
                <a:solidFill>
                  <a:srgbClr val="10333A"/>
                </a:solidFill>
              </a:defRPr>
            </a:lvl3pPr>
            <a:lvl4pPr algn="r">
              <a:defRPr sz="1350" b="1">
                <a:solidFill>
                  <a:srgbClr val="10333A"/>
                </a:solidFill>
              </a:defRPr>
            </a:lvl4pPr>
            <a:lvl5pPr algn="r">
              <a:defRPr sz="1350" b="1">
                <a:solidFill>
                  <a:srgbClr val="10333A"/>
                </a:solidFill>
              </a:defRPr>
            </a:lvl5pPr>
            <a:lvl6pPr algn="r">
              <a:defRPr sz="1350" b="1">
                <a:solidFill>
                  <a:srgbClr val="10333A"/>
                </a:solidFill>
              </a:defRPr>
            </a:lvl6pPr>
            <a:lvl7pPr algn="r">
              <a:defRPr sz="1350" b="1">
                <a:solidFill>
                  <a:srgbClr val="10333A"/>
                </a:solidFill>
              </a:defRPr>
            </a:lvl7pPr>
            <a:lvl8pPr algn="r">
              <a:defRPr sz="1350" b="1">
                <a:solidFill>
                  <a:srgbClr val="10333A"/>
                </a:solidFill>
              </a:defRPr>
            </a:lvl8pPr>
            <a:lvl9pPr algn="r">
              <a:defRPr sz="1350" b="1">
                <a:solidFill>
                  <a:srgbClr val="10333A"/>
                </a:solidFill>
              </a:defRPr>
            </a:lvl9pPr>
          </a:lstStyle>
          <a:p>
            <a:pPr algn="r">
              <a:defRPr sz="1350" b="1">
                <a:solidFill>
                  <a:srgbClr val="10333A"/>
                </a:solidFill>
              </a:defRPr>
            </a:pPr>
            <a:r>
              <a:rPr sz="1350" b="1">
                <a:solidFill>
                  <a:srgbClr val="10333A"/>
                </a:solidFill>
              </a:rPr>
              <a:t>10</a:t>
            </a:r>
          </a:p>
        </p:txBody>
      </p:sp>
      <p:sp>
        <p:nvSpPr>
          <p:cNvPr id="3" name="Rectangle 2">
            <a:extLst>
              <a:ext uri="{FF2B5EF4-FFF2-40B4-BE49-F238E27FC236}">
                <a16:creationId xmlns:a16="http://schemas.microsoft.com/office/drawing/2014/main" id="{37E7ABCA-30A8-493F-BB96-96B0BDC57D69}"/>
              </a:ext>
            </a:extLst>
          </p:cNvPr>
          <p:cNvSpPr>
            <a:spLocks noGrp="1"/>
          </p:cNvSpPr>
          <p:nvPr/>
        </p:nvSpPr>
        <p:spPr>
          <a:xfrm>
            <a:off x="609600" y="723900"/>
            <a:ext cx="10668000" cy="666750"/>
          </a:xfrm>
          <a:prstGeom prst="rect">
            <a:avLst/>
          </a:prstGeom>
          <a:noFill/>
          <a:ln w="0">
            <a:noFill/>
            <a:prstDash val="solid"/>
          </a:ln>
        </p:spPr>
        <p:txBody>
          <a:bodyPr anchor="ctr"/>
          <a:lstStyle>
            <a:defPPr algn="l">
              <a:defRPr sz="2550" b="1">
                <a:solidFill>
                  <a:srgbClr val="10333A"/>
                </a:solidFill>
              </a:defRPr>
            </a:defPPr>
            <a:lvl1pPr algn="l">
              <a:defRPr sz="2550" b="1">
                <a:solidFill>
                  <a:srgbClr val="10333A"/>
                </a:solidFill>
              </a:defRPr>
            </a:lvl1pPr>
            <a:lvl2pPr algn="l">
              <a:defRPr sz="2550" b="1">
                <a:solidFill>
                  <a:srgbClr val="10333A"/>
                </a:solidFill>
              </a:defRPr>
            </a:lvl2pPr>
            <a:lvl3pPr algn="l">
              <a:defRPr sz="2550" b="1">
                <a:solidFill>
                  <a:srgbClr val="10333A"/>
                </a:solidFill>
              </a:defRPr>
            </a:lvl3pPr>
            <a:lvl4pPr algn="l">
              <a:defRPr sz="2550" b="1">
                <a:solidFill>
                  <a:srgbClr val="10333A"/>
                </a:solidFill>
              </a:defRPr>
            </a:lvl4pPr>
            <a:lvl5pPr algn="l">
              <a:defRPr sz="2550" b="1">
                <a:solidFill>
                  <a:srgbClr val="10333A"/>
                </a:solidFill>
              </a:defRPr>
            </a:lvl5pPr>
            <a:lvl6pPr algn="l">
              <a:defRPr sz="2550" b="1">
                <a:solidFill>
                  <a:srgbClr val="10333A"/>
                </a:solidFill>
              </a:defRPr>
            </a:lvl6pPr>
            <a:lvl7pPr algn="l">
              <a:defRPr sz="2550" b="1">
                <a:solidFill>
                  <a:srgbClr val="10333A"/>
                </a:solidFill>
              </a:defRPr>
            </a:lvl7pPr>
            <a:lvl8pPr algn="l">
              <a:defRPr sz="2550" b="1">
                <a:solidFill>
                  <a:srgbClr val="10333A"/>
                </a:solidFill>
              </a:defRPr>
            </a:lvl8pPr>
            <a:lvl9pPr algn="l">
              <a:defRPr sz="2550" b="1">
                <a:solidFill>
                  <a:srgbClr val="10333A"/>
                </a:solidFill>
              </a:defRPr>
            </a:lvl9pPr>
          </a:lstStyle>
          <a:p>
            <a:pPr algn="l">
              <a:defRPr sz="2550" b="1">
                <a:solidFill>
                  <a:srgbClr val="10333A"/>
                </a:solidFill>
              </a:defRPr>
            </a:pPr>
            <a:r>
              <a:rPr sz="2550" b="1">
                <a:solidFill>
                  <a:srgbClr val="10333A"/>
                </a:solidFill>
              </a:rPr>
              <a:t>Export, integration, and troubleshooting</a:t>
            </a:r>
          </a:p>
        </p:txBody>
      </p:sp>
      <p:sp>
        <p:nvSpPr>
          <p:cNvPr id="4" name="Rectangle 3">
            <a:extLst>
              <a:ext uri="{FF2B5EF4-FFF2-40B4-BE49-F238E27FC236}">
                <a16:creationId xmlns:a16="http://schemas.microsoft.com/office/drawing/2014/main" id="{A3C0E229-4BA1-4DCD-B655-722C2A440E80}"/>
              </a:ext>
            </a:extLst>
          </p:cNvPr>
          <p:cNvSpPr>
            <a:spLocks noGrp="1"/>
          </p:cNvSpPr>
          <p:nvPr/>
        </p:nvSpPr>
        <p:spPr>
          <a:xfrm>
            <a:off x="609600" y="6534150"/>
            <a:ext cx="4095750" cy="171450"/>
          </a:xfrm>
          <a:prstGeom prst="rect">
            <a:avLst/>
          </a:prstGeom>
          <a:noFill/>
          <a:ln w="0">
            <a:noFill/>
            <a:prstDash val="solid"/>
          </a:ln>
        </p:spPr>
        <p:txBody>
          <a:bodyPr anchor="ctr"/>
          <a:lstStyle>
            <a:defPPr algn="l">
              <a:defRPr sz="750" b="0">
                <a:solidFill>
                  <a:srgbClr val="537078"/>
                </a:solidFill>
              </a:defRPr>
            </a:defPPr>
            <a:lvl1pPr algn="l">
              <a:defRPr sz="750" b="0">
                <a:solidFill>
                  <a:srgbClr val="537078"/>
                </a:solidFill>
              </a:defRPr>
            </a:lvl1pPr>
            <a:lvl2pPr algn="l">
              <a:defRPr sz="750" b="0">
                <a:solidFill>
                  <a:srgbClr val="537078"/>
                </a:solidFill>
              </a:defRPr>
            </a:lvl2pPr>
            <a:lvl3pPr algn="l">
              <a:defRPr sz="750" b="0">
                <a:solidFill>
                  <a:srgbClr val="537078"/>
                </a:solidFill>
              </a:defRPr>
            </a:lvl3pPr>
            <a:lvl4pPr algn="l">
              <a:defRPr sz="750" b="0">
                <a:solidFill>
                  <a:srgbClr val="537078"/>
                </a:solidFill>
              </a:defRPr>
            </a:lvl4pPr>
            <a:lvl5pPr algn="l">
              <a:defRPr sz="750" b="0">
                <a:solidFill>
                  <a:srgbClr val="537078"/>
                </a:solidFill>
              </a:defRPr>
            </a:lvl5pPr>
            <a:lvl6pPr algn="l">
              <a:defRPr sz="750" b="0">
                <a:solidFill>
                  <a:srgbClr val="537078"/>
                </a:solidFill>
              </a:defRPr>
            </a:lvl6pPr>
            <a:lvl7pPr algn="l">
              <a:defRPr sz="750" b="0">
                <a:solidFill>
                  <a:srgbClr val="537078"/>
                </a:solidFill>
              </a:defRPr>
            </a:lvl7pPr>
            <a:lvl8pPr algn="l">
              <a:defRPr sz="750" b="0">
                <a:solidFill>
                  <a:srgbClr val="537078"/>
                </a:solidFill>
              </a:defRPr>
            </a:lvl8pPr>
            <a:lvl9pPr algn="l">
              <a:defRPr sz="750" b="0">
                <a:solidFill>
                  <a:srgbClr val="537078"/>
                </a:solidFill>
              </a:defRPr>
            </a:lvl9pPr>
          </a:lstStyle>
          <a:p>
            <a:pPr algn="l">
              <a:defRPr sz="750" b="0">
                <a:solidFill>
                  <a:srgbClr val="537078"/>
                </a:solidFill>
              </a:defRPr>
            </a:pPr>
            <a:r>
              <a:rPr sz="750" b="0">
                <a:solidFill>
                  <a:srgbClr val="537078"/>
                </a:solidFill>
              </a:rPr>
              <a:t>AWS ML Engineer · Week 10 · Part 1</a:t>
            </a:r>
          </a:p>
        </p:txBody>
      </p:sp>
      <p:sp>
        <p:nvSpPr>
          <p:cNvPr id="5" name="Arrow: Right 4">
            <a:extLst>
              <a:ext uri="{FF2B5EF4-FFF2-40B4-BE49-F238E27FC236}">
                <a16:creationId xmlns:a16="http://schemas.microsoft.com/office/drawing/2014/main" id="{359011B7-57C3-40EB-BB0F-011A77D9FD8D}"/>
              </a:ext>
            </a:extLst>
          </p:cNvPr>
          <p:cNvSpPr>
            <a:spLocks noGrp="1"/>
          </p:cNvSpPr>
          <p:nvPr/>
        </p:nvSpPr>
        <p:spPr>
          <a:xfrm>
            <a:off x="762000" y="2190750"/>
            <a:ext cx="3143250" cy="1238250"/>
          </a:xfrm>
          <a:prstGeom prst="rightArrow">
            <a:avLst/>
          </a:prstGeom>
          <a:solidFill>
            <a:srgbClr val="00A6A6"/>
          </a:solidFill>
          <a:ln w="0">
            <a:noFill/>
            <a:prstDash val="solid"/>
          </a:ln>
        </p:spPr>
        <p:txBody>
          <a:bodyPr/>
          <a:lstStyle/>
          <a:p>
            <a:endParaRPr lang="en-US"/>
          </a:p>
        </p:txBody>
      </p:sp>
      <p:sp>
        <p:nvSpPr>
          <p:cNvPr id="6" name="Rectangle 5">
            <a:extLst>
              <a:ext uri="{FF2B5EF4-FFF2-40B4-BE49-F238E27FC236}">
                <a16:creationId xmlns:a16="http://schemas.microsoft.com/office/drawing/2014/main" id="{C22938EA-A910-47A6-A3CE-02F19EAD2D5E}"/>
              </a:ext>
            </a:extLst>
          </p:cNvPr>
          <p:cNvSpPr>
            <a:spLocks noGrp="1"/>
          </p:cNvSpPr>
          <p:nvPr/>
        </p:nvSpPr>
        <p:spPr>
          <a:xfrm>
            <a:off x="1095375" y="2476500"/>
            <a:ext cx="2095500" cy="723900"/>
          </a:xfrm>
          <a:prstGeom prst="rect">
            <a:avLst/>
          </a:prstGeom>
          <a:noFill/>
          <a:ln w="0">
            <a:noFill/>
            <a:prstDash val="solid"/>
          </a:ln>
        </p:spPr>
        <p:txBody>
          <a:bodyPr anchor="ctr"/>
          <a:lstStyle>
            <a:defPPr algn="ctr">
              <a:defRPr sz="1875" b="1">
                <a:solidFill>
                  <a:srgbClr val="FFFFFF"/>
                </a:solidFill>
              </a:defRPr>
            </a:defPPr>
            <a:lvl1pPr algn="ctr">
              <a:defRPr sz="1875" b="1">
                <a:solidFill>
                  <a:srgbClr val="FFFFFF"/>
                </a:solidFill>
              </a:defRPr>
            </a:lvl1pPr>
            <a:lvl2pPr algn="ctr">
              <a:defRPr sz="1875" b="1">
                <a:solidFill>
                  <a:srgbClr val="FFFFFF"/>
                </a:solidFill>
              </a:defRPr>
            </a:lvl2pPr>
            <a:lvl3pPr algn="ctr">
              <a:defRPr sz="1875" b="1">
                <a:solidFill>
                  <a:srgbClr val="FFFFFF"/>
                </a:solidFill>
              </a:defRPr>
            </a:lvl3pPr>
            <a:lvl4pPr algn="ctr">
              <a:defRPr sz="1875" b="1">
                <a:solidFill>
                  <a:srgbClr val="FFFFFF"/>
                </a:solidFill>
              </a:defRPr>
            </a:lvl4pPr>
            <a:lvl5pPr algn="ctr">
              <a:defRPr sz="1875" b="1">
                <a:solidFill>
                  <a:srgbClr val="FFFFFF"/>
                </a:solidFill>
              </a:defRPr>
            </a:lvl5pPr>
            <a:lvl6pPr algn="ctr">
              <a:defRPr sz="1875" b="1">
                <a:solidFill>
                  <a:srgbClr val="FFFFFF"/>
                </a:solidFill>
              </a:defRPr>
            </a:lvl6pPr>
            <a:lvl7pPr algn="ctr">
              <a:defRPr sz="1875" b="1">
                <a:solidFill>
                  <a:srgbClr val="FFFFFF"/>
                </a:solidFill>
              </a:defRPr>
            </a:lvl7pPr>
            <a:lvl8pPr algn="ctr">
              <a:defRPr sz="1875" b="1">
                <a:solidFill>
                  <a:srgbClr val="FFFFFF"/>
                </a:solidFill>
              </a:defRPr>
            </a:lvl8pPr>
            <a:lvl9pPr algn="ctr">
              <a:defRPr sz="1875" b="1">
                <a:solidFill>
                  <a:srgbClr val="FFFFFF"/>
                </a:solidFill>
              </a:defRPr>
            </a:lvl9pPr>
          </a:lstStyle>
          <a:p>
            <a:pPr algn="ctr">
              <a:defRPr sz="1875" b="1">
                <a:solidFill>
                  <a:srgbClr val="FFFFFF"/>
                </a:solidFill>
              </a:defRPr>
            </a:pPr>
            <a:r>
              <a:rPr sz="1875" b="1">
                <a:solidFill>
                  <a:srgbClr val="FFFFFF"/>
                </a:solidFill>
              </a:rPr>
              <a:t>WRANGLER</a:t>
            </a:r>
          </a:p>
          <a:p>
            <a:pPr algn="ctr">
              <a:defRPr sz="1875" b="1">
                <a:solidFill>
                  <a:srgbClr val="FFFFFF"/>
                </a:solidFill>
              </a:defRPr>
            </a:pPr>
            <a:r>
              <a:rPr sz="1875" b="1">
                <a:solidFill>
                  <a:srgbClr val="FFFFFF"/>
                </a:solidFill>
              </a:rPr>
              <a:t>FLOW</a:t>
            </a:r>
          </a:p>
        </p:txBody>
      </p:sp>
      <p:sp>
        <p:nvSpPr>
          <p:cNvPr id="7" name="Hexagon 6">
            <a:extLst>
              <a:ext uri="{FF2B5EF4-FFF2-40B4-BE49-F238E27FC236}">
                <a16:creationId xmlns:a16="http://schemas.microsoft.com/office/drawing/2014/main" id="{C16D77D7-266C-4E71-918A-C3893F81C182}"/>
              </a:ext>
            </a:extLst>
          </p:cNvPr>
          <p:cNvSpPr>
            <a:spLocks noGrp="1"/>
          </p:cNvSpPr>
          <p:nvPr/>
        </p:nvSpPr>
        <p:spPr>
          <a:xfrm>
            <a:off x="4476750" y="2000250"/>
            <a:ext cx="2857500" cy="1619250"/>
          </a:xfrm>
          <a:prstGeom prst="hexagon">
            <a:avLst/>
          </a:prstGeom>
          <a:solidFill>
            <a:srgbClr val="FFB703"/>
          </a:solidFill>
          <a:ln w="0">
            <a:noFill/>
            <a:prstDash val="solid"/>
          </a:ln>
        </p:spPr>
        <p:txBody>
          <a:bodyPr/>
          <a:lstStyle/>
          <a:p>
            <a:endParaRPr lang="en-US"/>
          </a:p>
        </p:txBody>
      </p:sp>
      <p:sp>
        <p:nvSpPr>
          <p:cNvPr id="8" name="Rectangle 7">
            <a:extLst>
              <a:ext uri="{FF2B5EF4-FFF2-40B4-BE49-F238E27FC236}">
                <a16:creationId xmlns:a16="http://schemas.microsoft.com/office/drawing/2014/main" id="{83C8C7FC-3313-4FC9-A0D9-18F21CAA75AF}"/>
              </a:ext>
            </a:extLst>
          </p:cNvPr>
          <p:cNvSpPr>
            <a:spLocks noGrp="1"/>
          </p:cNvSpPr>
          <p:nvPr/>
        </p:nvSpPr>
        <p:spPr>
          <a:xfrm>
            <a:off x="4905375" y="2333625"/>
            <a:ext cx="2000250" cy="838200"/>
          </a:xfrm>
          <a:prstGeom prst="rect">
            <a:avLst/>
          </a:prstGeom>
          <a:noFill/>
          <a:ln w="0">
            <a:noFill/>
            <a:prstDash val="solid"/>
          </a:ln>
        </p:spPr>
        <p:txBody>
          <a:bodyPr anchor="ctr"/>
          <a:lstStyle>
            <a:defPPr algn="ctr">
              <a:defRPr sz="1650" b="1">
                <a:solidFill>
                  <a:srgbClr val="10333A"/>
                </a:solidFill>
              </a:defRPr>
            </a:defPPr>
            <a:lvl1pPr algn="ctr">
              <a:defRPr sz="1650" b="1">
                <a:solidFill>
                  <a:srgbClr val="10333A"/>
                </a:solidFill>
              </a:defRPr>
            </a:lvl1pPr>
            <a:lvl2pPr algn="ctr">
              <a:defRPr sz="1650" b="1">
                <a:solidFill>
                  <a:srgbClr val="10333A"/>
                </a:solidFill>
              </a:defRPr>
            </a:lvl2pPr>
            <a:lvl3pPr algn="ctr">
              <a:defRPr sz="1650" b="1">
                <a:solidFill>
                  <a:srgbClr val="10333A"/>
                </a:solidFill>
              </a:defRPr>
            </a:lvl3pPr>
            <a:lvl4pPr algn="ctr">
              <a:defRPr sz="1650" b="1">
                <a:solidFill>
                  <a:srgbClr val="10333A"/>
                </a:solidFill>
              </a:defRPr>
            </a:lvl4pPr>
            <a:lvl5pPr algn="ctr">
              <a:defRPr sz="1650" b="1">
                <a:solidFill>
                  <a:srgbClr val="10333A"/>
                </a:solidFill>
              </a:defRPr>
            </a:lvl5pPr>
            <a:lvl6pPr algn="ctr">
              <a:defRPr sz="1650" b="1">
                <a:solidFill>
                  <a:srgbClr val="10333A"/>
                </a:solidFill>
              </a:defRPr>
            </a:lvl6pPr>
            <a:lvl7pPr algn="ctr">
              <a:defRPr sz="1650" b="1">
                <a:solidFill>
                  <a:srgbClr val="10333A"/>
                </a:solidFill>
              </a:defRPr>
            </a:lvl7pPr>
            <a:lvl8pPr algn="ctr">
              <a:defRPr sz="1650" b="1">
                <a:solidFill>
                  <a:srgbClr val="10333A"/>
                </a:solidFill>
              </a:defRPr>
            </a:lvl8pPr>
            <a:lvl9pPr algn="ctr">
              <a:defRPr sz="1650" b="1">
                <a:solidFill>
                  <a:srgbClr val="10333A"/>
                </a:solidFill>
              </a:defRPr>
            </a:lvl9pPr>
          </a:lstStyle>
          <a:p>
            <a:pPr algn="ctr">
              <a:defRPr sz="1650" b="1">
                <a:solidFill>
                  <a:srgbClr val="10333A"/>
                </a:solidFill>
              </a:defRPr>
            </a:pPr>
            <a:r>
              <a:rPr sz="1650" b="1">
                <a:solidFill>
                  <a:srgbClr val="10333A"/>
                </a:solidFill>
              </a:rPr>
              <a:t>PROCESSING</a:t>
            </a:r>
          </a:p>
          <a:p>
            <a:pPr algn="ctr">
              <a:defRPr sz="1650" b="1">
                <a:solidFill>
                  <a:srgbClr val="10333A"/>
                </a:solidFill>
              </a:defRPr>
            </a:pPr>
            <a:r>
              <a:rPr sz="1650" b="1">
                <a:solidFill>
                  <a:srgbClr val="10333A"/>
                </a:solidFill>
              </a:rPr>
              <a:t>OR PIPELINES</a:t>
            </a:r>
          </a:p>
        </p:txBody>
      </p:sp>
      <p:sp>
        <p:nvSpPr>
          <p:cNvPr id="9" name="Arrow: Right 8">
            <a:extLst>
              <a:ext uri="{FF2B5EF4-FFF2-40B4-BE49-F238E27FC236}">
                <a16:creationId xmlns:a16="http://schemas.microsoft.com/office/drawing/2014/main" id="{EF4ADB01-79CD-4829-BBE7-A0E824172D43}"/>
              </a:ext>
            </a:extLst>
          </p:cNvPr>
          <p:cNvSpPr>
            <a:spLocks noGrp="1"/>
          </p:cNvSpPr>
          <p:nvPr/>
        </p:nvSpPr>
        <p:spPr>
          <a:xfrm>
            <a:off x="7810500" y="2190750"/>
            <a:ext cx="3143250" cy="1238250"/>
          </a:xfrm>
          <a:prstGeom prst="rightArrow">
            <a:avLst/>
          </a:prstGeom>
          <a:solidFill>
            <a:srgbClr val="10333A"/>
          </a:solidFill>
          <a:ln w="0">
            <a:noFill/>
            <a:prstDash val="solid"/>
          </a:ln>
        </p:spPr>
        <p:txBody>
          <a:bodyPr/>
          <a:lstStyle/>
          <a:p>
            <a:endParaRPr lang="en-US"/>
          </a:p>
        </p:txBody>
      </p:sp>
      <p:sp>
        <p:nvSpPr>
          <p:cNvPr id="10" name="Rectangle 9">
            <a:extLst>
              <a:ext uri="{FF2B5EF4-FFF2-40B4-BE49-F238E27FC236}">
                <a16:creationId xmlns:a16="http://schemas.microsoft.com/office/drawing/2014/main" id="{E1A06CE1-F1D6-443A-884D-9756D9271CE8}"/>
              </a:ext>
            </a:extLst>
          </p:cNvPr>
          <p:cNvSpPr>
            <a:spLocks noGrp="1"/>
          </p:cNvSpPr>
          <p:nvPr/>
        </p:nvSpPr>
        <p:spPr>
          <a:xfrm>
            <a:off x="8382000" y="2476500"/>
            <a:ext cx="1905000" cy="723900"/>
          </a:xfrm>
          <a:prstGeom prst="rect">
            <a:avLst/>
          </a:prstGeom>
          <a:noFill/>
          <a:ln w="0">
            <a:noFill/>
            <a:prstDash val="solid"/>
          </a:ln>
        </p:spPr>
        <p:txBody>
          <a:bodyPr anchor="ctr"/>
          <a:lstStyle>
            <a:defPPr algn="ctr">
              <a:defRPr sz="1875" b="1">
                <a:solidFill>
                  <a:srgbClr val="FFFFFF"/>
                </a:solidFill>
              </a:defRPr>
            </a:defPPr>
            <a:lvl1pPr algn="ctr">
              <a:defRPr sz="1875" b="1">
                <a:solidFill>
                  <a:srgbClr val="FFFFFF"/>
                </a:solidFill>
              </a:defRPr>
            </a:lvl1pPr>
            <a:lvl2pPr algn="ctr">
              <a:defRPr sz="1875" b="1">
                <a:solidFill>
                  <a:srgbClr val="FFFFFF"/>
                </a:solidFill>
              </a:defRPr>
            </a:lvl2pPr>
            <a:lvl3pPr algn="ctr">
              <a:defRPr sz="1875" b="1">
                <a:solidFill>
                  <a:srgbClr val="FFFFFF"/>
                </a:solidFill>
              </a:defRPr>
            </a:lvl3pPr>
            <a:lvl4pPr algn="ctr">
              <a:defRPr sz="1875" b="1">
                <a:solidFill>
                  <a:srgbClr val="FFFFFF"/>
                </a:solidFill>
              </a:defRPr>
            </a:lvl4pPr>
            <a:lvl5pPr algn="ctr">
              <a:defRPr sz="1875" b="1">
                <a:solidFill>
                  <a:srgbClr val="FFFFFF"/>
                </a:solidFill>
              </a:defRPr>
            </a:lvl5pPr>
            <a:lvl6pPr algn="ctr">
              <a:defRPr sz="1875" b="1">
                <a:solidFill>
                  <a:srgbClr val="FFFFFF"/>
                </a:solidFill>
              </a:defRPr>
            </a:lvl6pPr>
            <a:lvl7pPr algn="ctr">
              <a:defRPr sz="1875" b="1">
                <a:solidFill>
                  <a:srgbClr val="FFFFFF"/>
                </a:solidFill>
              </a:defRPr>
            </a:lvl7pPr>
            <a:lvl8pPr algn="ctr">
              <a:defRPr sz="1875" b="1">
                <a:solidFill>
                  <a:srgbClr val="FFFFFF"/>
                </a:solidFill>
              </a:defRPr>
            </a:lvl8pPr>
            <a:lvl9pPr algn="ctr">
              <a:defRPr sz="1875" b="1">
                <a:solidFill>
                  <a:srgbClr val="FFFFFF"/>
                </a:solidFill>
              </a:defRPr>
            </a:lvl9pPr>
          </a:lstStyle>
          <a:p>
            <a:pPr algn="ctr">
              <a:defRPr sz="1875" b="1">
                <a:solidFill>
                  <a:srgbClr val="FFFFFF"/>
                </a:solidFill>
              </a:defRPr>
            </a:pPr>
            <a:r>
              <a:rPr sz="1875" b="1">
                <a:solidFill>
                  <a:srgbClr val="FFFFFF"/>
                </a:solidFill>
              </a:rPr>
              <a:t>FEATURE</a:t>
            </a:r>
          </a:p>
          <a:p>
            <a:pPr algn="ctr">
              <a:defRPr sz="1875" b="1">
                <a:solidFill>
                  <a:srgbClr val="FFFFFF"/>
                </a:solidFill>
              </a:defRPr>
            </a:pPr>
            <a:r>
              <a:rPr sz="1875" b="1">
                <a:solidFill>
                  <a:srgbClr val="FFFFFF"/>
                </a:solidFill>
              </a:rPr>
              <a:t>STORE</a:t>
            </a:r>
          </a:p>
        </p:txBody>
      </p:sp>
      <p:sp>
        <p:nvSpPr>
          <p:cNvPr id="11" name="Rectangle: Rounded Corners 10">
            <a:extLst>
              <a:ext uri="{FF2B5EF4-FFF2-40B4-BE49-F238E27FC236}">
                <a16:creationId xmlns:a16="http://schemas.microsoft.com/office/drawing/2014/main" id="{1D21A34D-DF58-4F74-B0E0-FE7A2C983B6F}"/>
              </a:ext>
            </a:extLst>
          </p:cNvPr>
          <p:cNvSpPr>
            <a:spLocks noGrp="1"/>
          </p:cNvSpPr>
          <p:nvPr/>
        </p:nvSpPr>
        <p:spPr>
          <a:xfrm>
            <a:off x="1619250" y="4762500"/>
            <a:ext cx="2619375" cy="323850"/>
          </a:xfrm>
          <a:prstGeom prst="roundRect">
            <a:avLst>
              <a:gd name="adj" fmla="val 35294"/>
            </a:avLst>
          </a:prstGeom>
          <a:solidFill>
            <a:srgbClr val="00A6A6"/>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8968E4D5-7277-4FB8-A1A2-95265FC3E11C}"/>
              </a:ext>
            </a:extLst>
          </p:cNvPr>
          <p:cNvSpPr>
            <a:spLocks noGrp="1"/>
          </p:cNvSpPr>
          <p:nvPr/>
        </p:nvSpPr>
        <p:spPr>
          <a:xfrm>
            <a:off x="1714500" y="4762500"/>
            <a:ext cx="2428875" cy="323850"/>
          </a:xfrm>
          <a:prstGeom prst="rect">
            <a:avLst/>
          </a:prstGeom>
          <a:noFill/>
          <a:ln w="0">
            <a:noFill/>
            <a:prstDash val="solid"/>
          </a:ln>
        </p:spPr>
        <p:txBody>
          <a:bodyPr anchor="ctr"/>
          <a:lstStyle>
            <a:defPPr algn="ctr">
              <a:defRPr sz="1050" b="1">
                <a:solidFill>
                  <a:srgbClr val="FFFFFF"/>
                </a:solidFill>
              </a:defRPr>
            </a:defPPr>
            <a:lvl1pPr algn="ctr">
              <a:defRPr sz="1050" b="1">
                <a:solidFill>
                  <a:srgbClr val="FFFFFF"/>
                </a:solidFill>
              </a:defRPr>
            </a:lvl1pPr>
            <a:lvl2pPr algn="ctr">
              <a:defRPr sz="1050" b="1">
                <a:solidFill>
                  <a:srgbClr val="FFFFFF"/>
                </a:solidFill>
              </a:defRPr>
            </a:lvl2pPr>
            <a:lvl3pPr algn="ctr">
              <a:defRPr sz="1050" b="1">
                <a:solidFill>
                  <a:srgbClr val="FFFFFF"/>
                </a:solidFill>
              </a:defRPr>
            </a:lvl3pPr>
            <a:lvl4pPr algn="ctr">
              <a:defRPr sz="1050" b="1">
                <a:solidFill>
                  <a:srgbClr val="FFFFFF"/>
                </a:solidFill>
              </a:defRPr>
            </a:lvl4pPr>
            <a:lvl5pPr algn="ctr">
              <a:defRPr sz="1050" b="1">
                <a:solidFill>
                  <a:srgbClr val="FFFFFF"/>
                </a:solidFill>
              </a:defRPr>
            </a:lvl5pPr>
            <a:lvl6pPr algn="ctr">
              <a:defRPr sz="1050" b="1">
                <a:solidFill>
                  <a:srgbClr val="FFFFFF"/>
                </a:solidFill>
              </a:defRPr>
            </a:lvl6pPr>
            <a:lvl7pPr algn="ctr">
              <a:defRPr sz="1050" b="1">
                <a:solidFill>
                  <a:srgbClr val="FFFFFF"/>
                </a:solidFill>
              </a:defRPr>
            </a:lvl7pPr>
            <a:lvl8pPr algn="ctr">
              <a:defRPr sz="1050" b="1">
                <a:solidFill>
                  <a:srgbClr val="FFFFFF"/>
                </a:solidFill>
              </a:defRPr>
            </a:lvl8pPr>
            <a:lvl9pPr algn="ctr">
              <a:defRPr sz="1050" b="1">
                <a:solidFill>
                  <a:srgbClr val="FFFFFF"/>
                </a:solidFill>
              </a:defRPr>
            </a:lvl9pPr>
          </a:lstStyle>
          <a:p>
            <a:pPr algn="ctr">
              <a:defRPr sz="1050" b="1">
                <a:solidFill>
                  <a:srgbClr val="FFFFFF"/>
                </a:solidFill>
              </a:defRPr>
            </a:pPr>
            <a:r>
              <a:rPr sz="1050" b="1">
                <a:solidFill>
                  <a:srgbClr val="FFFFFF"/>
                </a:solidFill>
              </a:rPr>
              <a:t>IAM permissions</a:t>
            </a:r>
          </a:p>
        </p:txBody>
      </p:sp>
      <p:sp>
        <p:nvSpPr>
          <p:cNvPr id="13" name="Rectangle: Rounded Corners 12">
            <a:extLst>
              <a:ext uri="{FF2B5EF4-FFF2-40B4-BE49-F238E27FC236}">
                <a16:creationId xmlns:a16="http://schemas.microsoft.com/office/drawing/2014/main" id="{79A0D577-D68D-44A9-A1D5-00B89DA0029A}"/>
              </a:ext>
            </a:extLst>
          </p:cNvPr>
          <p:cNvSpPr>
            <a:spLocks noGrp="1"/>
          </p:cNvSpPr>
          <p:nvPr/>
        </p:nvSpPr>
        <p:spPr>
          <a:xfrm>
            <a:off x="4714875" y="4762500"/>
            <a:ext cx="2619375" cy="323850"/>
          </a:xfrm>
          <a:prstGeom prst="roundRect">
            <a:avLst>
              <a:gd name="adj" fmla="val 35294"/>
            </a:avLst>
          </a:prstGeom>
          <a:solidFill>
            <a:srgbClr val="56CFE1"/>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2670F703-F986-4FF8-BA0A-13DA26F1A84D}"/>
              </a:ext>
            </a:extLst>
          </p:cNvPr>
          <p:cNvSpPr>
            <a:spLocks noGrp="1"/>
          </p:cNvSpPr>
          <p:nvPr/>
        </p:nvSpPr>
        <p:spPr>
          <a:xfrm>
            <a:off x="4810125" y="4762500"/>
            <a:ext cx="2428875" cy="323850"/>
          </a:xfrm>
          <a:prstGeom prst="rect">
            <a:avLst/>
          </a:prstGeom>
          <a:noFill/>
          <a:ln w="0">
            <a:noFill/>
            <a:prstDash val="solid"/>
          </a:ln>
        </p:spPr>
        <p:txBody>
          <a:bodyPr anchor="ctr"/>
          <a:lstStyle>
            <a:defPPr algn="ctr">
              <a:defRPr sz="1050" b="1">
                <a:solidFill>
                  <a:srgbClr val="10333A"/>
                </a:solidFill>
              </a:defRPr>
            </a:defPPr>
            <a:lvl1pPr algn="ctr">
              <a:defRPr sz="1050" b="1">
                <a:solidFill>
                  <a:srgbClr val="10333A"/>
                </a:solidFill>
              </a:defRPr>
            </a:lvl1pPr>
            <a:lvl2pPr algn="ctr">
              <a:defRPr sz="1050" b="1">
                <a:solidFill>
                  <a:srgbClr val="10333A"/>
                </a:solidFill>
              </a:defRPr>
            </a:lvl2pPr>
            <a:lvl3pPr algn="ctr">
              <a:defRPr sz="1050" b="1">
                <a:solidFill>
                  <a:srgbClr val="10333A"/>
                </a:solidFill>
              </a:defRPr>
            </a:lvl3pPr>
            <a:lvl4pPr algn="ctr">
              <a:defRPr sz="1050" b="1">
                <a:solidFill>
                  <a:srgbClr val="10333A"/>
                </a:solidFill>
              </a:defRPr>
            </a:lvl4pPr>
            <a:lvl5pPr algn="ctr">
              <a:defRPr sz="1050" b="1">
                <a:solidFill>
                  <a:srgbClr val="10333A"/>
                </a:solidFill>
              </a:defRPr>
            </a:lvl5pPr>
            <a:lvl6pPr algn="ctr">
              <a:defRPr sz="1050" b="1">
                <a:solidFill>
                  <a:srgbClr val="10333A"/>
                </a:solidFill>
              </a:defRPr>
            </a:lvl6pPr>
            <a:lvl7pPr algn="ctr">
              <a:defRPr sz="1050" b="1">
                <a:solidFill>
                  <a:srgbClr val="10333A"/>
                </a:solidFill>
              </a:defRPr>
            </a:lvl7pPr>
            <a:lvl8pPr algn="ctr">
              <a:defRPr sz="1050" b="1">
                <a:solidFill>
                  <a:srgbClr val="10333A"/>
                </a:solidFill>
              </a:defRPr>
            </a:lvl8pPr>
            <a:lvl9pPr algn="ctr">
              <a:defRPr sz="1050" b="1">
                <a:solidFill>
                  <a:srgbClr val="10333A"/>
                </a:solidFill>
              </a:defRPr>
            </a:lvl9pPr>
          </a:lstStyle>
          <a:p>
            <a:pPr algn="ctr">
              <a:defRPr sz="1050" b="1">
                <a:solidFill>
                  <a:srgbClr val="10333A"/>
                </a:solidFill>
              </a:defRPr>
            </a:pPr>
            <a:r>
              <a:rPr sz="1050" b="1">
                <a:solidFill>
                  <a:srgbClr val="10333A"/>
                </a:solidFill>
              </a:rPr>
              <a:t>Source access</a:t>
            </a:r>
          </a:p>
        </p:txBody>
      </p:sp>
      <p:sp>
        <p:nvSpPr>
          <p:cNvPr id="15" name="Rectangle: Rounded Corners 14">
            <a:extLst>
              <a:ext uri="{FF2B5EF4-FFF2-40B4-BE49-F238E27FC236}">
                <a16:creationId xmlns:a16="http://schemas.microsoft.com/office/drawing/2014/main" id="{B6ED69DE-AF9E-40A8-9295-C347DF5184A8}"/>
              </a:ext>
            </a:extLst>
          </p:cNvPr>
          <p:cNvSpPr>
            <a:spLocks noGrp="1"/>
          </p:cNvSpPr>
          <p:nvPr/>
        </p:nvSpPr>
        <p:spPr>
          <a:xfrm>
            <a:off x="7810500" y="4762500"/>
            <a:ext cx="2619375" cy="323850"/>
          </a:xfrm>
          <a:prstGeom prst="roundRect">
            <a:avLst>
              <a:gd name="adj" fmla="val 35294"/>
            </a:avLst>
          </a:prstGeom>
          <a:solidFill>
            <a:srgbClr val="10333A"/>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4A074644-9FB1-44DD-A232-55CB8D636192}"/>
              </a:ext>
            </a:extLst>
          </p:cNvPr>
          <p:cNvSpPr>
            <a:spLocks noGrp="1"/>
          </p:cNvSpPr>
          <p:nvPr/>
        </p:nvSpPr>
        <p:spPr>
          <a:xfrm>
            <a:off x="7905750" y="4762500"/>
            <a:ext cx="2428875" cy="323850"/>
          </a:xfrm>
          <a:prstGeom prst="rect">
            <a:avLst/>
          </a:prstGeom>
          <a:noFill/>
          <a:ln w="0">
            <a:noFill/>
            <a:prstDash val="solid"/>
          </a:ln>
        </p:spPr>
        <p:txBody>
          <a:bodyPr anchor="ctr"/>
          <a:lstStyle>
            <a:defPPr algn="ctr">
              <a:defRPr sz="1050" b="1">
                <a:solidFill>
                  <a:srgbClr val="FFFFFF"/>
                </a:solidFill>
              </a:defRPr>
            </a:defPPr>
            <a:lvl1pPr algn="ctr">
              <a:defRPr sz="1050" b="1">
                <a:solidFill>
                  <a:srgbClr val="FFFFFF"/>
                </a:solidFill>
              </a:defRPr>
            </a:lvl1pPr>
            <a:lvl2pPr algn="ctr">
              <a:defRPr sz="1050" b="1">
                <a:solidFill>
                  <a:srgbClr val="FFFFFF"/>
                </a:solidFill>
              </a:defRPr>
            </a:lvl2pPr>
            <a:lvl3pPr algn="ctr">
              <a:defRPr sz="1050" b="1">
                <a:solidFill>
                  <a:srgbClr val="FFFFFF"/>
                </a:solidFill>
              </a:defRPr>
            </a:lvl3pPr>
            <a:lvl4pPr algn="ctr">
              <a:defRPr sz="1050" b="1">
                <a:solidFill>
                  <a:srgbClr val="FFFFFF"/>
                </a:solidFill>
              </a:defRPr>
            </a:lvl4pPr>
            <a:lvl5pPr algn="ctr">
              <a:defRPr sz="1050" b="1">
                <a:solidFill>
                  <a:srgbClr val="FFFFFF"/>
                </a:solidFill>
              </a:defRPr>
            </a:lvl5pPr>
            <a:lvl6pPr algn="ctr">
              <a:defRPr sz="1050" b="1">
                <a:solidFill>
                  <a:srgbClr val="FFFFFF"/>
                </a:solidFill>
              </a:defRPr>
            </a:lvl6pPr>
            <a:lvl7pPr algn="ctr">
              <a:defRPr sz="1050" b="1">
                <a:solidFill>
                  <a:srgbClr val="FFFFFF"/>
                </a:solidFill>
              </a:defRPr>
            </a:lvl7pPr>
            <a:lvl8pPr algn="ctr">
              <a:defRPr sz="1050" b="1">
                <a:solidFill>
                  <a:srgbClr val="FFFFFF"/>
                </a:solidFill>
              </a:defRPr>
            </a:lvl8pPr>
            <a:lvl9pPr algn="ctr">
              <a:defRPr sz="1050" b="1">
                <a:solidFill>
                  <a:srgbClr val="FFFFFF"/>
                </a:solidFill>
              </a:defRPr>
            </a:lvl9pPr>
          </a:lstStyle>
          <a:p>
            <a:pPr algn="ctr">
              <a:defRPr sz="1050" b="1">
                <a:solidFill>
                  <a:srgbClr val="FFFFFF"/>
                </a:solidFill>
              </a:defRPr>
            </a:pPr>
            <a:r>
              <a:rPr sz="1050" b="1">
                <a:solidFill>
                  <a:srgbClr val="FFFFFF"/>
                </a:solidFill>
              </a:rPr>
              <a:t>Studio quotas</a:t>
            </a:r>
          </a:p>
        </p:txBody>
      </p:sp>
    </p:spTree>
    <p:extLst>
      <p:ext uri="{BB962C8B-B14F-4D97-AF65-F5344CB8AC3E}">
        <p14:creationId xmlns:p14="http://schemas.microsoft.com/office/powerpoint/2010/main" val="11285690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1105</Words>
  <Application>Microsoft Office PowerPoint</Application>
  <DocSecurity>0</DocSecurity>
  <PresentationFormat>Widescreen</PresentationFormat>
  <Paragraphs>144</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rushikesh nayak</cp:lastModifiedBy>
  <cp:revision>1</cp:revision>
  <dcterms:created xsi:type="dcterms:W3CDTF">2026-10-27T18:40:57Z</dcterms:created>
  <dcterms:modified xsi:type="dcterms:W3CDTF">2026-10-27T19:34:31Z</dcterms:modified>
</cp:coreProperties>
</file>