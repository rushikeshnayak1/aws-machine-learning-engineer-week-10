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5c178b0372a4507" /><Relationship Type="http://schemas.openxmlformats.org/officeDocument/2006/relationships/extended-properties" Target="/docProps/app.xml" Id="Re74f4522b9b442df" /><Relationship Type="http://schemas.openxmlformats.org/officeDocument/2006/relationships/officeDocument" Target="/ppt/presentation.xml" Id="Rf38b62714f6646a9" /></Relationships>
</file>

<file path=ppt/presentation.xml><?xml version="1.0" encoding="utf-8"?>
<p:presentation xmlns:p="http://schemas.openxmlformats.org/presentationml/2006/main">
  <p:sldMasterIdLst>
    <p:sldMasterId xmlns:r="http://schemas.openxmlformats.org/officeDocument/2006/relationships" id="2147483648" r:id="R5edc06d899bb48d3"/>
  </p:sldMasterIdLst>
  <p:notesMasterIdLst>
    <p:notesMasterId xmlns:r="http://schemas.openxmlformats.org/officeDocument/2006/relationships" r:id="Rc3ac524020004db2"/>
  </p:notesMasterIdLst>
  <p:sldIdLst>
    <p:sldId xmlns:r="http://schemas.openxmlformats.org/officeDocument/2006/relationships" id="256" r:id="R7895381ad1cb4f09"/>
    <p:sldId xmlns:r="http://schemas.openxmlformats.org/officeDocument/2006/relationships" id="257" r:id="R4c2be578316c419e"/>
    <p:sldId xmlns:r="http://schemas.openxmlformats.org/officeDocument/2006/relationships" id="258" r:id="Rdce69c09fe6c418c"/>
    <p:sldId xmlns:r="http://schemas.openxmlformats.org/officeDocument/2006/relationships" id="259" r:id="R9615419006f84a5c"/>
    <p:sldId xmlns:r="http://schemas.openxmlformats.org/officeDocument/2006/relationships" id="260" r:id="R2447501a75384fbe"/>
    <p:sldId xmlns:r="http://schemas.openxmlformats.org/officeDocument/2006/relationships" id="261" r:id="R434758cfabfa48f7"/>
    <p:sldId xmlns:r="http://schemas.openxmlformats.org/officeDocument/2006/relationships" id="262" r:id="R173f85586e6a4e39"/>
    <p:sldId xmlns:r="http://schemas.openxmlformats.org/officeDocument/2006/relationships" id="263" r:id="R6aea30f8544f4367"/>
    <p:sldId xmlns:r="http://schemas.openxmlformats.org/officeDocument/2006/relationships" id="264" r:id="R07043e183e384f22"/>
    <p:sldId xmlns:r="http://schemas.openxmlformats.org/officeDocument/2006/relationships" id="265" r:id="R5d4ea634c3b9488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7adf2d30c54341" /><Relationship Type="http://schemas.openxmlformats.org/officeDocument/2006/relationships/slideMaster" Target="/ppt/slideMasters/slideMaster1.xml" Id="R5edc06d899bb48d3" /><Relationship Type="http://schemas.openxmlformats.org/officeDocument/2006/relationships/notesMaster" Target="/ppt/notesMasters/notesMaster1.xml" Id="Rc3ac524020004db2" /><Relationship Type="http://schemas.openxmlformats.org/officeDocument/2006/relationships/presProps" Target="/ppt/presProps.xml" Id="Rdd2471276e564368" /><Relationship Type="http://schemas.openxmlformats.org/officeDocument/2006/relationships/tableStyles" Target="/ppt/tableStyles.xml" Id="R5de21544ee824882" /><Relationship Type="http://schemas.openxmlformats.org/officeDocument/2006/relationships/slide" Target="/ppt/slides/slide1.xml" Id="R7895381ad1cb4f09" /><Relationship Type="http://schemas.openxmlformats.org/officeDocument/2006/relationships/slide" Target="/ppt/slides/slide2.xml" Id="R4c2be578316c419e" /><Relationship Type="http://schemas.openxmlformats.org/officeDocument/2006/relationships/slide" Target="/ppt/slides/slide3.xml" Id="Rdce69c09fe6c418c" /><Relationship Type="http://schemas.openxmlformats.org/officeDocument/2006/relationships/slide" Target="/ppt/slides/slide4.xml" Id="R9615419006f84a5c" /><Relationship Type="http://schemas.openxmlformats.org/officeDocument/2006/relationships/slide" Target="/ppt/slides/slide5.xml" Id="R2447501a75384fbe" /><Relationship Type="http://schemas.openxmlformats.org/officeDocument/2006/relationships/slide" Target="/ppt/slides/slide6.xml" Id="R434758cfabfa48f7" /><Relationship Type="http://schemas.openxmlformats.org/officeDocument/2006/relationships/slide" Target="/ppt/slides/slide7.xml" Id="R173f85586e6a4e39" /><Relationship Type="http://schemas.openxmlformats.org/officeDocument/2006/relationships/slide" Target="/ppt/slides/slide8.xml" Id="R6aea30f8544f4367" /><Relationship Type="http://schemas.openxmlformats.org/officeDocument/2006/relationships/slide" Target="/ppt/slides/slide9.xml" Id="R07043e183e384f22" /><Relationship Type="http://schemas.openxmlformats.org/officeDocument/2006/relationships/slide" Target="/ppt/slides/slide10.xml" Id="R5d4ea634c3b948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3cea9f756841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4acd21ade4487f" /><Relationship Type="http://schemas.openxmlformats.org/officeDocument/2006/relationships/notesMaster" Target="/ppt/notesMasters/notesMaster1.xml" Id="Rf7963dd8f1a643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384c80bb8d479f" /><Relationship Type="http://schemas.openxmlformats.org/officeDocument/2006/relationships/notesMaster" Target="/ppt/notesMasters/notesMaster1.xml" Id="Rfa7bf762b7e649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6e915338d948c1" /><Relationship Type="http://schemas.openxmlformats.org/officeDocument/2006/relationships/notesMaster" Target="/ppt/notesMasters/notesMaster1.xml" Id="R8d1368f1e7b247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10f332570a4bf4" /><Relationship Type="http://schemas.openxmlformats.org/officeDocument/2006/relationships/notesMaster" Target="/ppt/notesMasters/notesMaster1.xml" Id="Re536e13843a84ef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90ea7e65c74f99" /><Relationship Type="http://schemas.openxmlformats.org/officeDocument/2006/relationships/notesMaster" Target="/ppt/notesMasters/notesMaster1.xml" Id="R5cc7563d5fbc4f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b583d93a984d0b" /><Relationship Type="http://schemas.openxmlformats.org/officeDocument/2006/relationships/notesMaster" Target="/ppt/notesMasters/notesMaster1.xml" Id="Reecbafe18ff446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26e0d6da3b41a7" /><Relationship Type="http://schemas.openxmlformats.org/officeDocument/2006/relationships/notesMaster" Target="/ppt/notesMasters/notesMaster1.xml" Id="R48fc99a4bdaa415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ed099f5a1da451c" /><Relationship Type="http://schemas.openxmlformats.org/officeDocument/2006/relationships/notesMaster" Target="/ppt/notesMasters/notesMaster1.xml" Id="Ra9b0d51516fe417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0b80b5b5c414dad" /><Relationship Type="http://schemas.openxmlformats.org/officeDocument/2006/relationships/notesMaster" Target="/ppt/notesMasters/notesMaster1.xml" Id="R48e4ab72b1aa4da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9037bca7c734674" /><Relationship Type="http://schemas.openxmlformats.org/officeDocument/2006/relationships/notesMaster" Target="/ppt/notesMasters/notesMaster1.xml" Id="Rfeb9286b450746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Detailed presentation explanation for “SageMaker Model Monitor”</a:t>
            </a:r>
          </a:p>
          <a:p xmlns:a="http://schemas.openxmlformats.org/drawingml/2006/main">
            <a:r>
              <a:t>Introduce Week 10 and explain that this part focuses on production baselines, monitoring schedules, drift signals, metrics, and response decisions. The presentation expands the attached source into a step-by-step teaching sequence.</a:t>
            </a:r>
          </a:p>
          <a:p xmlns:a="http://schemas.openxmlformats.org/drawingml/2006/main">
            <a:r>
              <a:t>Source material: attached AWS presentation, adapted from slide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Detailed presentation explanation for “Why production performance can change”</a:t>
            </a:r>
          </a:p>
          <a:p xmlns:a="http://schemas.openxmlformats.org/drawingml/2006/main">
            <a:r>
              <a:t>Explain the difference between evaluation and monitoring. Evaluation measures a model under known test conditions. Monitoring checks whether later production conditions still resemble the assumptions used during development. A model can remain technically available while its predictions become less reliable.</a:t>
            </a:r>
          </a:p>
          <a:p xmlns:a="http://schemas.openxmlformats.org/drawingml/2006/main">
            <a:r>
              <a:t>Source material: attached AWS presentation, adapted from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Detailed presentation explanation for “Baseline statistics define expected behavior”</a:t>
            </a:r>
          </a:p>
          <a:p xmlns:a="http://schemas.openxmlformats.org/drawingml/2006/main">
            <a:r>
              <a:t>Describe the baseline as a reference, not a permanent truth. Teams usually create it from representative data. If the business process changes intentionally, the baseline may also need review. Otherwise alerts can reflect an outdated expectation rather than a harmful change.</a:t>
            </a:r>
          </a:p>
          <a:p xmlns:a="http://schemas.openxmlformats.org/drawingml/2006/main">
            <a:r>
              <a:t>Source material: attached AWS presentation, adapted from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Detailed presentation explanation for “Monitoring schedules and stored results”</a:t>
            </a:r>
          </a:p>
          <a:p xmlns:a="http://schemas.openxmlformats.org/drawingml/2006/main">
            <a:r>
              <a:t>Explain the operational flow. The schedule controls when analysis runs. The monitoring job examines captured production data. S3 preserves the detailed outputs, while CloudWatch supports metric tracking and alerting. The interval should match how quickly risk can develop and how much data is needed for a useful comparison.</a:t>
            </a:r>
          </a:p>
          <a:p xmlns:a="http://schemas.openxmlformats.org/drawingml/2006/main">
            <a:r>
              <a:t>Source material: attached AWS presentation, adapted from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Detailed presentation explanation for “Data quality monitoring”</a:t>
            </a:r>
          </a:p>
          <a:p xmlns:a="http://schemas.openxmlformats.org/drawingml/2006/main">
            <a:r>
              <a:t>Use an example such as a loan feature that starts arriving with many missing values. Data-quality monitoring can detect the changed input behavior before confirmed outcomes are available. This is valuable because ground-truth labels may arrive days or months after the prediction.</a:t>
            </a:r>
          </a:p>
          <a:p xmlns:a="http://schemas.openxmlformats.org/drawingml/2006/main">
            <a:r>
              <a:t>Source material: attached AWS presentation, adapted from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Detailed presentation explanation for “Model quality monitoring”</a:t>
            </a:r>
          </a:p>
          <a:p xmlns:a="http://schemas.openxmlformats.org/drawingml/2006/main">
            <a:r>
              <a:t>Explain that model-quality monitoring answers a different question from data drift. Inputs can drift without immediately reducing accuracy, and accuracy can decline even when simple input statistics appear stable. Ground-truth timing determines how quickly this monitoring type can produce reliable results.</a:t>
            </a:r>
          </a:p>
          <a:p xmlns:a="http://schemas.openxmlformats.org/drawingml/2006/main">
            <a:r>
              <a:t>Source material: attached AWS presentation, adapted from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Detailed presentation explanation for “Bias drift monitoring”</a:t>
            </a:r>
          </a:p>
          <a:p xmlns:a="http://schemas.openxmlformats.org/drawingml/2006/main">
            <a:r>
              <a:t>Explain that a model may maintain overall accuracy while outcome patterns change for a particular group. Bias drift monitoring adds a fairness view to production operations. Alerts should lead to investigation, because the statistical signal requires business and domain context before a corrective decision.</a:t>
            </a:r>
          </a:p>
          <a:p xmlns:a="http://schemas.openxmlformats.org/drawingml/2006/main">
            <a:r>
              <a:t>Source material: attached AWS presentation, adapted from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Detailed presentation explanation for “Feature attribution drift”</a:t>
            </a:r>
          </a:p>
          <a:p xmlns:a="http://schemas.openxmlformats.org/drawingml/2006/main">
            <a:r>
              <a:t>Explain that feature values are only one part of drift. A model may start depending more heavily on a different feature. Ranking-based comparison helps identify this change. NDCG gives more weight to agreement near the top of the ranking, where the most influential features appear.</a:t>
            </a:r>
          </a:p>
          <a:p xmlns:a="http://schemas.openxmlformats.org/drawingml/2006/main">
            <a:r>
              <a:t>Source material: attached AWS presentation, adapted from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Detailed presentation explanation for “CloudWatch alarms and response flow”</a:t>
            </a:r>
          </a:p>
          <a:p xmlns:a="http://schemas.openxmlformats.org/drawingml/2006/main">
            <a:r>
              <a:t>Present alerts as the beginning of diagnosis. A threshold breach should trigger a structured response: confirm the signal, inspect the affected features or metrics, review recent pipeline changes, and decide whether retraining or another correction is justified. Automatic retraining without investigation can reproduce the same problem.</a:t>
            </a:r>
          </a:p>
          <a:p xmlns:a="http://schemas.openxmlformats.org/drawingml/2006/main">
            <a:r>
              <a:t>Source material: attached AWS presentation, adapted from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Detailed presentation explanation for “Selecting the correct monitoring type”</a:t>
            </a:r>
          </a:p>
          <a:p xmlns:a="http://schemas.openxmlformats.org/drawingml/2006/main">
            <a:r>
              <a:t>Close with the exam distinction. These monitoring types overlap in purpose but measure different evidence. Start with the symptom and available data. If labels have not arrived, model-quality measurement may not yet be possible, while data-quality monitoring can still evaluate the incoming features.</a:t>
            </a:r>
          </a:p>
          <a:p xmlns:a="http://schemas.openxmlformats.org/drawingml/2006/main">
            <a:r>
              <a:t>Source material: attached AWS presentation, adapted from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87356e2cfd43c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2afbf4cd75241d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9ac832f1d8848b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6313475c187414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c2bf8d63e62423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d01fb69701c40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741076-A6C6-46A4-9DBE-2ED9EAE00EE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DFB3A37-692A-4FA5-B220-584CCC6E45E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9CAB784-5CEA-470B-B21E-62EA58F02BF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FC7858-05D1-438D-AC7D-5E742A353E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D2C2158-C4D5-4818-A2B0-A68BA24A336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56FF552-27FA-4AB9-849E-0AE759A288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1673D5B-666D-4153-81D7-807EFA5E495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BAC9BB3-497F-4C4E-929D-FEAC6B99090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153D42-9C7A-4CD6-9E73-887D8DE822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EAEF101-6762-4C2A-AC18-4B625D42544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dc146795384a3c" /><Relationship Type="http://schemas.openxmlformats.org/officeDocument/2006/relationships/slideLayout" Target="/ppt/slideLayouts/slideLayout1.xml" Id="R3534d9141dad4b92" /><Relationship Type="http://schemas.openxmlformats.org/officeDocument/2006/relationships/slideLayout" Target="/ppt/slideLayouts/slideLayout2.xml" Id="R282c590802934cc7" /><Relationship Type="http://schemas.openxmlformats.org/officeDocument/2006/relationships/slideLayout" Target="/ppt/slideLayouts/slideLayout3.xml" Id="Rdc65b0465e6a47e6" /><Relationship Type="http://schemas.openxmlformats.org/officeDocument/2006/relationships/slideLayout" Target="/ppt/slideLayouts/slideLayout4.xml" Id="R189dbb896a1e4c34" /><Relationship Type="http://schemas.openxmlformats.org/officeDocument/2006/relationships/slideLayout" Target="/ppt/slideLayouts/slideLayout5.xml" Id="R6c030ed92bcb4b0c" /><Relationship Type="http://schemas.openxmlformats.org/officeDocument/2006/relationships/slideLayout" Target="/ppt/slideLayouts/slideLayout6.xml" Id="Ra5aee51280b344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34d9141dad4b92"/>
    <p:sldLayoutId xmlns:r="http://schemas.openxmlformats.org/officeDocument/2006/relationships" id="2147483650" r:id="R282c590802934cc7"/>
    <p:sldLayoutId xmlns:r="http://schemas.openxmlformats.org/officeDocument/2006/relationships" id="2147483651" r:id="Rdc65b0465e6a47e6"/>
    <p:sldLayoutId xmlns:r="http://schemas.openxmlformats.org/officeDocument/2006/relationships" id="2147483652" r:id="R189dbb896a1e4c34"/>
    <p:sldLayoutId xmlns:r="http://schemas.openxmlformats.org/officeDocument/2006/relationships" id="2147483653" r:id="R6c030ed92bcb4b0c"/>
    <p:sldLayoutId xmlns:r="http://schemas.openxmlformats.org/officeDocument/2006/relationships" id="2147483654" r:id="Ra5aee51280b344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a9622d509f34de0" /><Relationship Type="http://schemas.openxmlformats.org/officeDocument/2006/relationships/notesSlide" Target="/ppt/notesSlides/notesSlide1.xml" Id="R1323b6cdb4fb48d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eb2caa62aba4966" /><Relationship Type="http://schemas.openxmlformats.org/officeDocument/2006/relationships/notesSlide" Target="/ppt/notesSlides/notesSlide2.xml" Id="R6d038a1cb20944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eb56bf72c1747a8" /><Relationship Type="http://schemas.openxmlformats.org/officeDocument/2006/relationships/notesSlide" Target="/ppt/notesSlides/notesSlide3.xml" Id="R02bceb118c7541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ceb0726049e48ac" /><Relationship Type="http://schemas.openxmlformats.org/officeDocument/2006/relationships/notesSlide" Target="/ppt/notesSlides/notesSlide4.xml" Id="R5e5501d66de34e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41a0ec1712449a7" /><Relationship Type="http://schemas.openxmlformats.org/officeDocument/2006/relationships/notesSlide" Target="/ppt/notesSlides/notesSlide5.xml" Id="R34ad31a34a2147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164e39b24804546" /><Relationship Type="http://schemas.openxmlformats.org/officeDocument/2006/relationships/notesSlide" Target="/ppt/notesSlides/notesSlide6.xml" Id="Rdf4f0bdc695e40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1c0933d54774e2c" /><Relationship Type="http://schemas.openxmlformats.org/officeDocument/2006/relationships/notesSlide" Target="/ppt/notesSlides/notesSlide7.xml" Id="Rfa6d295dea83422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2a4c20895244a32" /><Relationship Type="http://schemas.openxmlformats.org/officeDocument/2006/relationships/notesSlide" Target="/ppt/notesSlides/notesSlide8.xml" Id="Rcd81f1a4f18b47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631014befdc41b0" /><Relationship Type="http://schemas.openxmlformats.org/officeDocument/2006/relationships/notesSlide" Target="/ppt/notesSlides/notesSlide9.xml" Id="R3b94802f489d4e7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ac9768a3bd74d59" /><Relationship Type="http://schemas.openxmlformats.org/officeDocument/2006/relationships/notesSlide" Target="/ppt/notesSlides/notesSlide10.xml" Id="R8672d06af7554e5c" /></Relationships>
</file>

<file path=ppt/slides/slide1.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CA8D912-2BE8-415C-90D6-371D33D35773}"/>
              </a:ext>
            </a:extLst>
          </p:cNvPr>
          <p:cNvSpPr>
            <a:spLocks xmlns:a="http://schemas.openxmlformats.org/drawingml/2006/main" noGrp="1"/>
          </p:cNvSpPr>
          <p:nvPr/>
        </p:nvSpPr>
        <p:spPr>
          <a:xfrm xmlns:a="http://schemas.openxmlformats.org/drawingml/2006/main">
            <a:off x="0" y="0"/>
            <a:ext cx="12192000" cy="1428750"/>
          </a:xfrm>
          <a:prstGeom xmlns:a="http://schemas.openxmlformats.org/drawingml/2006/main" prst="rect">
            <a:avLst/>
          </a:prstGeom>
          <a:solidFill xmlns:a="http://schemas.openxmlformats.org/drawingml/2006/main">
            <a:srgbClr val="FF7A0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F938251-E1B1-4F31-8EC7-F30E1B1094C8}"/>
              </a:ext>
            </a:extLst>
          </p:cNvPr>
          <p:cNvSpPr>
            <a:spLocks xmlns:a="http://schemas.openxmlformats.org/drawingml/2006/main" noGrp="1"/>
          </p:cNvSpPr>
          <p:nvPr/>
        </p:nvSpPr>
        <p:spPr>
          <a:xfrm xmlns:a="http://schemas.openxmlformats.org/drawingml/2006/main">
            <a:off x="609600" y="4572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0B132B"/>
                </a:solidFill>
              </a:defRPr>
            </a:defPPr>
            <a:lvl1pPr algn="l">
              <a:defRPr sz="1350" b="1">
                <a:solidFill>
                  <a:srgbClr val="0B132B"/>
                </a:solidFill>
              </a:defRPr>
            </a:lvl1pPr>
            <a:lvl2pPr algn="l">
              <a:defRPr sz="1350" b="1">
                <a:solidFill>
                  <a:srgbClr val="0B132B"/>
                </a:solidFill>
              </a:defRPr>
            </a:lvl2pPr>
            <a:lvl3pPr algn="l">
              <a:defRPr sz="1350" b="1">
                <a:solidFill>
                  <a:srgbClr val="0B132B"/>
                </a:solidFill>
              </a:defRPr>
            </a:lvl3pPr>
            <a:lvl4pPr algn="l">
              <a:defRPr sz="1350" b="1">
                <a:solidFill>
                  <a:srgbClr val="0B132B"/>
                </a:solidFill>
              </a:defRPr>
            </a:lvl4pPr>
            <a:lvl5pPr algn="l">
              <a:defRPr sz="1350" b="1">
                <a:solidFill>
                  <a:srgbClr val="0B132B"/>
                </a:solidFill>
              </a:defRPr>
            </a:lvl5pPr>
            <a:lvl6pPr algn="l">
              <a:defRPr sz="1350" b="1">
                <a:solidFill>
                  <a:srgbClr val="0B132B"/>
                </a:solidFill>
              </a:defRPr>
            </a:lvl6pPr>
            <a:lvl7pPr algn="l">
              <a:defRPr sz="1350" b="1">
                <a:solidFill>
                  <a:srgbClr val="0B132B"/>
                </a:solidFill>
              </a:defRPr>
            </a:lvl7pPr>
            <a:lvl8pPr algn="l">
              <a:defRPr sz="1350" b="1">
                <a:solidFill>
                  <a:srgbClr val="0B132B"/>
                </a:solidFill>
              </a:defRPr>
            </a:lvl8pPr>
            <a:lvl9pPr algn="l">
              <a:defRPr sz="1350" b="1">
                <a:solidFill>
                  <a:srgbClr val="0B132B"/>
                </a:solidFill>
              </a:defRPr>
            </a:lvl9pPr>
          </a:lstStyle>
          <a:p xmlns:a="http://schemas.openxmlformats.org/drawingml/2006/main">
            <a:pPr algn="l">
              <a:defRPr sz="1350" b="1">
                <a:solidFill>
                  <a:srgbClr val="0B132B"/>
                </a:solidFill>
              </a:defRPr>
            </a:pPr>
            <a:r>
              <a:rPr sz="1350" b="1">
                <a:solidFill>
                  <a:srgbClr val="0B132B"/>
                </a:solidFill>
              </a:rPr>
              <a:t>AWS MACHINE LEARNING ENGINEER – ASSOCIATE</a:t>
            </a:r>
          </a:p>
        </p:txBody>
      </p:sp>
      <p:sp>
        <p:nvSpPr>
          <p:cNvPr id="3" name="">
            <a:extLst xmlns:a="http://schemas.openxmlformats.org/drawingml/2006/main">
              <a:ext uri="{FF2B5EF4-FFF2-40B4-BE49-F238E27FC236}">
                <a16:creationId xmlns:a16="http://schemas.microsoft.com/office/drawing/2014/main" id="{7B554725-1296-4056-AA4F-30A6DD842CB2}"/>
              </a:ext>
            </a:extLst>
          </p:cNvPr>
          <p:cNvSpPr>
            <a:spLocks xmlns:a="http://schemas.openxmlformats.org/drawingml/2006/main" noGrp="1"/>
          </p:cNvSpPr>
          <p:nvPr/>
        </p:nvSpPr>
        <p:spPr>
          <a:xfrm xmlns:a="http://schemas.openxmlformats.org/drawingml/2006/main">
            <a:off x="9810750" y="361950"/>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2250" b="1">
                <a:solidFill>
                  <a:srgbClr val="0B132B"/>
                </a:solidFill>
              </a:defRPr>
            </a:defPPr>
            <a:lvl1pPr algn="r">
              <a:defRPr sz="2250" b="1">
                <a:solidFill>
                  <a:srgbClr val="0B132B"/>
                </a:solidFill>
              </a:defRPr>
            </a:lvl1pPr>
            <a:lvl2pPr algn="r">
              <a:defRPr sz="2250" b="1">
                <a:solidFill>
                  <a:srgbClr val="0B132B"/>
                </a:solidFill>
              </a:defRPr>
            </a:lvl2pPr>
            <a:lvl3pPr algn="r">
              <a:defRPr sz="2250" b="1">
                <a:solidFill>
                  <a:srgbClr val="0B132B"/>
                </a:solidFill>
              </a:defRPr>
            </a:lvl3pPr>
            <a:lvl4pPr algn="r">
              <a:defRPr sz="2250" b="1">
                <a:solidFill>
                  <a:srgbClr val="0B132B"/>
                </a:solidFill>
              </a:defRPr>
            </a:lvl4pPr>
            <a:lvl5pPr algn="r">
              <a:defRPr sz="2250" b="1">
                <a:solidFill>
                  <a:srgbClr val="0B132B"/>
                </a:solidFill>
              </a:defRPr>
            </a:lvl5pPr>
            <a:lvl6pPr algn="r">
              <a:defRPr sz="2250" b="1">
                <a:solidFill>
                  <a:srgbClr val="0B132B"/>
                </a:solidFill>
              </a:defRPr>
            </a:lvl6pPr>
            <a:lvl7pPr algn="r">
              <a:defRPr sz="2250" b="1">
                <a:solidFill>
                  <a:srgbClr val="0B132B"/>
                </a:solidFill>
              </a:defRPr>
            </a:lvl7pPr>
            <a:lvl8pPr algn="r">
              <a:defRPr sz="2250" b="1">
                <a:solidFill>
                  <a:srgbClr val="0B132B"/>
                </a:solidFill>
              </a:defRPr>
            </a:lvl8pPr>
            <a:lvl9pPr algn="r">
              <a:defRPr sz="2250" b="1">
                <a:solidFill>
                  <a:srgbClr val="0B132B"/>
                </a:solidFill>
              </a:defRPr>
            </a:lvl9pPr>
          </a:lstStyle>
          <a:p xmlns:a="http://schemas.openxmlformats.org/drawingml/2006/main">
            <a:pPr algn="r">
              <a:defRPr sz="2250" b="1">
                <a:solidFill>
                  <a:srgbClr val="0B132B"/>
                </a:solidFill>
              </a:defRPr>
            </a:pPr>
            <a:r>
              <a:rPr sz="2250" b="1">
                <a:solidFill>
                  <a:srgbClr val="0B132B"/>
                </a:solidFill>
              </a:rPr>
              <a:t>WEEK 10</a:t>
            </a:r>
          </a:p>
        </p:txBody>
      </p:sp>
      <p:sp>
        <p:nvSpPr>
          <p:cNvPr id="4" name="">
            <a:extLst xmlns:a="http://schemas.openxmlformats.org/drawingml/2006/main">
              <a:ext uri="{FF2B5EF4-FFF2-40B4-BE49-F238E27FC236}">
                <a16:creationId xmlns:a16="http://schemas.microsoft.com/office/drawing/2014/main" id="{FC64DCF9-BDF6-4D32-A70A-326DE362509C}"/>
              </a:ext>
            </a:extLst>
          </p:cNvPr>
          <p:cNvSpPr>
            <a:spLocks xmlns:a="http://schemas.openxmlformats.org/drawingml/2006/main" noGrp="1"/>
          </p:cNvSpPr>
          <p:nvPr/>
        </p:nvSpPr>
        <p:spPr>
          <a:xfrm xmlns:a="http://schemas.openxmlformats.org/drawingml/2006/main">
            <a:off x="1143000" y="2143125"/>
            <a:ext cx="9906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4050" b="1">
                <a:solidFill>
                  <a:srgbClr val="F6F7FB"/>
                </a:solidFill>
              </a:defRPr>
            </a:defPPr>
            <a:lvl1pPr algn="ctr">
              <a:defRPr sz="4050" b="1">
                <a:solidFill>
                  <a:srgbClr val="F6F7FB"/>
                </a:solidFill>
              </a:defRPr>
            </a:lvl1pPr>
            <a:lvl2pPr algn="ctr">
              <a:defRPr sz="4050" b="1">
                <a:solidFill>
                  <a:srgbClr val="F6F7FB"/>
                </a:solidFill>
              </a:defRPr>
            </a:lvl2pPr>
            <a:lvl3pPr algn="ctr">
              <a:defRPr sz="4050" b="1">
                <a:solidFill>
                  <a:srgbClr val="F6F7FB"/>
                </a:solidFill>
              </a:defRPr>
            </a:lvl3pPr>
            <a:lvl4pPr algn="ctr">
              <a:defRPr sz="4050" b="1">
                <a:solidFill>
                  <a:srgbClr val="F6F7FB"/>
                </a:solidFill>
              </a:defRPr>
            </a:lvl4pPr>
            <a:lvl5pPr algn="ctr">
              <a:defRPr sz="4050" b="1">
                <a:solidFill>
                  <a:srgbClr val="F6F7FB"/>
                </a:solidFill>
              </a:defRPr>
            </a:lvl5pPr>
            <a:lvl6pPr algn="ctr">
              <a:defRPr sz="4050" b="1">
                <a:solidFill>
                  <a:srgbClr val="F6F7FB"/>
                </a:solidFill>
              </a:defRPr>
            </a:lvl6pPr>
            <a:lvl7pPr algn="ctr">
              <a:defRPr sz="4050" b="1">
                <a:solidFill>
                  <a:srgbClr val="F6F7FB"/>
                </a:solidFill>
              </a:defRPr>
            </a:lvl7pPr>
            <a:lvl8pPr algn="ctr">
              <a:defRPr sz="4050" b="1">
                <a:solidFill>
                  <a:srgbClr val="F6F7FB"/>
                </a:solidFill>
              </a:defRPr>
            </a:lvl8pPr>
            <a:lvl9pPr algn="ctr">
              <a:defRPr sz="4050" b="1">
                <a:solidFill>
                  <a:srgbClr val="F6F7FB"/>
                </a:solidFill>
              </a:defRPr>
            </a:lvl9pPr>
          </a:lstStyle>
          <a:p xmlns:a="http://schemas.openxmlformats.org/drawingml/2006/main">
            <a:pPr algn="ctr">
              <a:defRPr sz="4050" b="1">
                <a:solidFill>
                  <a:srgbClr val="F6F7FB"/>
                </a:solidFill>
              </a:defRPr>
            </a:pPr>
            <a:r>
              <a:rPr sz="4050" b="1">
                <a:solidFill>
                  <a:srgbClr val="F6F7FB"/>
                </a:solidFill>
              </a:rPr>
              <a:t>SageMaker Model Monitor</a:t>
            </a:r>
          </a:p>
        </p:txBody>
      </p:sp>
      <p:sp>
        <p:nvSpPr>
          <p:cNvPr id="5" name="">
            <a:extLst xmlns:a="http://schemas.openxmlformats.org/drawingml/2006/main">
              <a:ext uri="{FF2B5EF4-FFF2-40B4-BE49-F238E27FC236}">
                <a16:creationId xmlns:a16="http://schemas.microsoft.com/office/drawing/2014/main" id="{1659F4EC-3CF9-46A1-A881-9CC1C30D4129}"/>
              </a:ext>
            </a:extLst>
          </p:cNvPr>
          <p:cNvSpPr>
            <a:spLocks xmlns:a="http://schemas.openxmlformats.org/drawingml/2006/main" noGrp="1"/>
          </p:cNvSpPr>
          <p:nvPr/>
        </p:nvSpPr>
        <p:spPr>
          <a:xfrm xmlns:a="http://schemas.openxmlformats.org/drawingml/2006/main">
            <a:off x="4000500" y="3638550"/>
            <a:ext cx="4191000" cy="57150"/>
          </a:xfrm>
          <a:prstGeom xmlns:a="http://schemas.openxmlformats.org/drawingml/2006/main" prst="rect">
            <a:avLst/>
          </a:prstGeom>
          <a:solidFill xmlns:a="http://schemas.openxmlformats.org/drawingml/2006/main">
            <a:srgbClr val="FFD166"/>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9DB61E1-84DE-49A4-BF5A-BA462F42C177}"/>
              </a:ext>
            </a:extLst>
          </p:cNvPr>
          <p:cNvSpPr>
            <a:spLocks xmlns:a="http://schemas.openxmlformats.org/drawingml/2006/main" noGrp="1"/>
          </p:cNvSpPr>
          <p:nvPr/>
        </p:nvSpPr>
        <p:spPr>
          <a:xfrm xmlns:a="http://schemas.openxmlformats.org/drawingml/2006/main">
            <a:off x="2000250" y="4000500"/>
            <a:ext cx="8191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0">
                <a:solidFill>
                  <a:srgbClr val="A8B2C6"/>
                </a:solidFill>
              </a:defRPr>
            </a:defPPr>
            <a:lvl1pPr algn="ctr">
              <a:defRPr sz="1575" b="0">
                <a:solidFill>
                  <a:srgbClr val="A8B2C6"/>
                </a:solidFill>
              </a:defRPr>
            </a:lvl1pPr>
            <a:lvl2pPr algn="ctr">
              <a:defRPr sz="1575" b="0">
                <a:solidFill>
                  <a:srgbClr val="A8B2C6"/>
                </a:solidFill>
              </a:defRPr>
            </a:lvl2pPr>
            <a:lvl3pPr algn="ctr">
              <a:defRPr sz="1575" b="0">
                <a:solidFill>
                  <a:srgbClr val="A8B2C6"/>
                </a:solidFill>
              </a:defRPr>
            </a:lvl3pPr>
            <a:lvl4pPr algn="ctr">
              <a:defRPr sz="1575" b="0">
                <a:solidFill>
                  <a:srgbClr val="A8B2C6"/>
                </a:solidFill>
              </a:defRPr>
            </a:lvl4pPr>
            <a:lvl5pPr algn="ctr">
              <a:defRPr sz="1575" b="0">
                <a:solidFill>
                  <a:srgbClr val="A8B2C6"/>
                </a:solidFill>
              </a:defRPr>
            </a:lvl5pPr>
            <a:lvl6pPr algn="ctr">
              <a:defRPr sz="1575" b="0">
                <a:solidFill>
                  <a:srgbClr val="A8B2C6"/>
                </a:solidFill>
              </a:defRPr>
            </a:lvl6pPr>
            <a:lvl7pPr algn="ctr">
              <a:defRPr sz="1575" b="0">
                <a:solidFill>
                  <a:srgbClr val="A8B2C6"/>
                </a:solidFill>
              </a:defRPr>
            </a:lvl7pPr>
            <a:lvl8pPr algn="ctr">
              <a:defRPr sz="1575" b="0">
                <a:solidFill>
                  <a:srgbClr val="A8B2C6"/>
                </a:solidFill>
              </a:defRPr>
            </a:lvl8pPr>
            <a:lvl9pPr algn="ctr">
              <a:defRPr sz="1575" b="0">
                <a:solidFill>
                  <a:srgbClr val="A8B2C6"/>
                </a:solidFill>
              </a:defRPr>
            </a:lvl9pPr>
          </a:lstStyle>
          <a:p xmlns:a="http://schemas.openxmlformats.org/drawingml/2006/main">
            <a:pPr algn="ctr">
              <a:defRPr sz="1575" b="0">
                <a:solidFill>
                  <a:srgbClr val="A8B2C6"/>
                </a:solidFill>
              </a:defRPr>
            </a:pPr>
            <a:r>
              <a:rPr sz="1575" b="0">
                <a:solidFill>
                  <a:srgbClr val="A8B2C6"/>
                </a:solidFill>
              </a:rPr>
              <a:t>Production baselines, monitoring schedules, drift signals, metrics, and response decisions.</a:t>
            </a:r>
          </a:p>
        </p:txBody>
      </p:sp>
      <p:sp>
        <p:nvSpPr>
          <p:cNvPr id="7" name="">
            <a:extLst xmlns:a="http://schemas.openxmlformats.org/drawingml/2006/main">
              <a:ext uri="{FF2B5EF4-FFF2-40B4-BE49-F238E27FC236}">
                <a16:creationId xmlns:a16="http://schemas.microsoft.com/office/drawing/2014/main" id="{0DB624E9-3433-4420-8A0E-275953064FE9}"/>
              </a:ext>
            </a:extLst>
          </p:cNvPr>
          <p:cNvSpPr>
            <a:spLocks xmlns:a="http://schemas.openxmlformats.org/drawingml/2006/main" noGrp="1"/>
          </p:cNvSpPr>
          <p:nvPr/>
        </p:nvSpPr>
        <p:spPr>
          <a:xfrm xmlns:a="http://schemas.openxmlformats.org/drawingml/2006/main">
            <a:off x="5143500" y="4953000"/>
            <a:ext cx="1905000" cy="323850"/>
          </a:xfrm>
          <a:prstGeom xmlns:a="http://schemas.openxmlformats.org/drawingml/2006/main" prst="roundRect">
            <a:avLst>
              <a:gd name="adj" fmla="val 35294"/>
            </a:avLst>
          </a:prstGeom>
          <a:solidFill xmlns:a="http://schemas.openxmlformats.org/drawingml/2006/main">
            <a:srgbClr val="3A86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702D91A-F920-4C06-8687-C4CD19DBD4AD}"/>
              </a:ext>
            </a:extLst>
          </p:cNvPr>
          <p:cNvSpPr>
            <a:spLocks xmlns:a="http://schemas.openxmlformats.org/drawingml/2006/main" noGrp="1"/>
          </p:cNvSpPr>
          <p:nvPr/>
        </p:nvSpPr>
        <p:spPr>
          <a:xfrm xmlns:a="http://schemas.openxmlformats.org/drawingml/2006/main">
            <a:off x="5238750" y="4953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0B132B"/>
                </a:solidFill>
              </a:defRPr>
            </a:defPPr>
            <a:lvl1pPr algn="ctr">
              <a:defRPr sz="1050" b="1">
                <a:solidFill>
                  <a:srgbClr val="0B132B"/>
                </a:solidFill>
              </a:defRPr>
            </a:lvl1pPr>
            <a:lvl2pPr algn="ctr">
              <a:defRPr sz="1050" b="1">
                <a:solidFill>
                  <a:srgbClr val="0B132B"/>
                </a:solidFill>
              </a:defRPr>
            </a:lvl2pPr>
            <a:lvl3pPr algn="ctr">
              <a:defRPr sz="1050" b="1">
                <a:solidFill>
                  <a:srgbClr val="0B132B"/>
                </a:solidFill>
              </a:defRPr>
            </a:lvl3pPr>
            <a:lvl4pPr algn="ctr">
              <a:defRPr sz="1050" b="1">
                <a:solidFill>
                  <a:srgbClr val="0B132B"/>
                </a:solidFill>
              </a:defRPr>
            </a:lvl4pPr>
            <a:lvl5pPr algn="ctr">
              <a:defRPr sz="1050" b="1">
                <a:solidFill>
                  <a:srgbClr val="0B132B"/>
                </a:solidFill>
              </a:defRPr>
            </a:lvl5pPr>
            <a:lvl6pPr algn="ctr">
              <a:defRPr sz="1050" b="1">
                <a:solidFill>
                  <a:srgbClr val="0B132B"/>
                </a:solidFill>
              </a:defRPr>
            </a:lvl6pPr>
            <a:lvl7pPr algn="ctr">
              <a:defRPr sz="1050" b="1">
                <a:solidFill>
                  <a:srgbClr val="0B132B"/>
                </a:solidFill>
              </a:defRPr>
            </a:lvl7pPr>
            <a:lvl8pPr algn="ctr">
              <a:defRPr sz="1050" b="1">
                <a:solidFill>
                  <a:srgbClr val="0B132B"/>
                </a:solidFill>
              </a:defRPr>
            </a:lvl8pPr>
            <a:lvl9pPr algn="ctr">
              <a:defRPr sz="1050" b="1">
                <a:solidFill>
                  <a:srgbClr val="0B132B"/>
                </a:solidFill>
              </a:defRPr>
            </a:lvl9pPr>
          </a:lstStyle>
          <a:p xmlns:a="http://schemas.openxmlformats.org/drawingml/2006/main">
            <a:pPr algn="ctr">
              <a:defRPr sz="1050" b="1">
                <a:solidFill>
                  <a:srgbClr val="0B132B"/>
                </a:solidFill>
              </a:defRPr>
            </a:pPr>
            <a:r>
              <a:rPr sz="1050" b="1">
                <a:solidFill>
                  <a:srgbClr val="0B132B"/>
                </a:solidFill>
              </a:rPr>
              <a:t>PART 2</a:t>
            </a:r>
          </a:p>
        </p:txBody>
      </p:sp>
      <p:sp>
        <p:nvSpPr>
          <p:cNvPr id="9" name="">
            <a:extLst xmlns:a="http://schemas.openxmlformats.org/drawingml/2006/main">
              <a:ext uri="{FF2B5EF4-FFF2-40B4-BE49-F238E27FC236}">
                <a16:creationId xmlns:a16="http://schemas.microsoft.com/office/drawing/2014/main" id="{BA2CE5EB-F4B5-493A-AFA9-44E2C5CFAC8F}"/>
              </a:ext>
            </a:extLst>
          </p:cNvPr>
          <p:cNvSpPr>
            <a:spLocks xmlns:a="http://schemas.openxmlformats.org/drawingml/2006/main" noGrp="1"/>
          </p:cNvSpPr>
          <p:nvPr/>
        </p:nvSpPr>
        <p:spPr>
          <a:xfrm xmlns:a="http://schemas.openxmlformats.org/drawingml/2006/main">
            <a:off x="609600" y="58102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F6F7FB"/>
                </a:solidFill>
              </a:defRPr>
            </a:defPPr>
            <a:lvl1pPr algn="l">
              <a:defRPr sz="1350" b="1">
                <a:solidFill>
                  <a:srgbClr val="F6F7FB"/>
                </a:solidFill>
              </a:defRPr>
            </a:lvl1pPr>
            <a:lvl2pPr algn="l">
              <a:defRPr sz="1350" b="1">
                <a:solidFill>
                  <a:srgbClr val="F6F7FB"/>
                </a:solidFill>
              </a:defRPr>
            </a:lvl2pPr>
            <a:lvl3pPr algn="l">
              <a:defRPr sz="1350" b="1">
                <a:solidFill>
                  <a:srgbClr val="F6F7FB"/>
                </a:solidFill>
              </a:defRPr>
            </a:lvl3pPr>
            <a:lvl4pPr algn="l">
              <a:defRPr sz="1350" b="1">
                <a:solidFill>
                  <a:srgbClr val="F6F7FB"/>
                </a:solidFill>
              </a:defRPr>
            </a:lvl4pPr>
            <a:lvl5pPr algn="l">
              <a:defRPr sz="1350" b="1">
                <a:solidFill>
                  <a:srgbClr val="F6F7FB"/>
                </a:solidFill>
              </a:defRPr>
            </a:lvl5pPr>
            <a:lvl6pPr algn="l">
              <a:defRPr sz="1350" b="1">
                <a:solidFill>
                  <a:srgbClr val="F6F7FB"/>
                </a:solidFill>
              </a:defRPr>
            </a:lvl6pPr>
            <a:lvl7pPr algn="l">
              <a:defRPr sz="1350" b="1">
                <a:solidFill>
                  <a:srgbClr val="F6F7FB"/>
                </a:solidFill>
              </a:defRPr>
            </a:lvl7pPr>
            <a:lvl8pPr algn="l">
              <a:defRPr sz="1350" b="1">
                <a:solidFill>
                  <a:srgbClr val="F6F7FB"/>
                </a:solidFill>
              </a:defRPr>
            </a:lvl8pPr>
            <a:lvl9pPr algn="l">
              <a:defRPr sz="1350" b="1">
                <a:solidFill>
                  <a:srgbClr val="F6F7FB"/>
                </a:solidFill>
              </a:defRPr>
            </a:lvl9pPr>
          </a:lstStyle>
          <a:p xmlns:a="http://schemas.openxmlformats.org/drawingml/2006/main">
            <a:pPr algn="l">
              <a:defRPr sz="1350" b="1">
                <a:solidFill>
                  <a:srgbClr val="F6F7FB"/>
                </a:solidFill>
              </a:defRPr>
            </a:pPr>
            <a:r>
              <a:rPr sz="1350" b="1">
                <a:solidFill>
                  <a:srgbClr val="F6F7FB"/>
                </a:solidFill>
              </a:rPr>
              <a:t>Professor: Victor Govindaswamy</a:t>
            </a:r>
          </a:p>
        </p:txBody>
      </p:sp>
      <p:sp>
        <p:nvSpPr>
          <p:cNvPr id="10" name="">
            <a:extLst xmlns:a="http://schemas.openxmlformats.org/drawingml/2006/main">
              <a:ext uri="{FF2B5EF4-FFF2-40B4-BE49-F238E27FC236}">
                <a16:creationId xmlns:a16="http://schemas.microsoft.com/office/drawing/2014/main" id="{A0926D48-730E-4A8C-8355-F5A1642B2C32}"/>
              </a:ext>
            </a:extLst>
          </p:cNvPr>
          <p:cNvSpPr>
            <a:spLocks xmlns:a="http://schemas.openxmlformats.org/drawingml/2006/main" noGrp="1"/>
          </p:cNvSpPr>
          <p:nvPr/>
        </p:nvSpPr>
        <p:spPr>
          <a:xfrm xmlns:a="http://schemas.openxmlformats.org/drawingml/2006/main">
            <a:off x="6953250" y="581025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350" b="1">
                <a:solidFill>
                  <a:srgbClr val="FFD166"/>
                </a:solidFill>
              </a:defRPr>
            </a:defPPr>
            <a:lvl1pPr algn="r">
              <a:defRPr sz="1350" b="1">
                <a:solidFill>
                  <a:srgbClr val="FFD166"/>
                </a:solidFill>
              </a:defRPr>
            </a:lvl1pPr>
            <a:lvl2pPr algn="r">
              <a:defRPr sz="1350" b="1">
                <a:solidFill>
                  <a:srgbClr val="FFD166"/>
                </a:solidFill>
              </a:defRPr>
            </a:lvl2pPr>
            <a:lvl3pPr algn="r">
              <a:defRPr sz="1350" b="1">
                <a:solidFill>
                  <a:srgbClr val="FFD166"/>
                </a:solidFill>
              </a:defRPr>
            </a:lvl3pPr>
            <a:lvl4pPr algn="r">
              <a:defRPr sz="1350" b="1">
                <a:solidFill>
                  <a:srgbClr val="FFD166"/>
                </a:solidFill>
              </a:defRPr>
            </a:lvl4pPr>
            <a:lvl5pPr algn="r">
              <a:defRPr sz="1350" b="1">
                <a:solidFill>
                  <a:srgbClr val="FFD166"/>
                </a:solidFill>
              </a:defRPr>
            </a:lvl5pPr>
            <a:lvl6pPr algn="r">
              <a:defRPr sz="1350" b="1">
                <a:solidFill>
                  <a:srgbClr val="FFD166"/>
                </a:solidFill>
              </a:defRPr>
            </a:lvl6pPr>
            <a:lvl7pPr algn="r">
              <a:defRPr sz="1350" b="1">
                <a:solidFill>
                  <a:srgbClr val="FFD166"/>
                </a:solidFill>
              </a:defRPr>
            </a:lvl7pPr>
            <a:lvl8pPr algn="r">
              <a:defRPr sz="1350" b="1">
                <a:solidFill>
                  <a:srgbClr val="FFD166"/>
                </a:solidFill>
              </a:defRPr>
            </a:lvl8pPr>
            <a:lvl9pPr algn="r">
              <a:defRPr sz="1350" b="1">
                <a:solidFill>
                  <a:srgbClr val="FFD166"/>
                </a:solidFill>
              </a:defRPr>
            </a:lvl9pPr>
          </a:lstStyle>
          <a:p xmlns:a="http://schemas.openxmlformats.org/drawingml/2006/main">
            <a:pPr algn="r">
              <a:defRPr sz="1350" b="1">
                <a:solidFill>
                  <a:srgbClr val="FFD166"/>
                </a:solidFill>
              </a:defRPr>
            </a:pPr>
            <a:r>
              <a:rPr sz="1350" b="1">
                <a:solidFill>
                  <a:srgbClr val="FFD166"/>
                </a:solidFill>
              </a:rPr>
              <a:t>Presented by: Rushikesh Nayak</a:t>
            </a:r>
          </a:p>
        </p:txBody>
      </p:sp>
    </p:spTree>
    <p:extLst>
      <p:ext uri="{BB962C8B-B14F-4D97-AF65-F5344CB8AC3E}">
        <p14:creationId xmlns:p14="http://schemas.microsoft.com/office/powerpoint/2010/main" val="1206469052"/>
      </p:ext>
    </p:extLst>
  </p:cSld>
</p:sld>
</file>

<file path=ppt/slides/slide2.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8446842-29A2-4C51-81A7-E2F036C2289C}"/>
              </a:ext>
            </a:extLst>
          </p:cNvPr>
          <p:cNvSpPr>
            <a:spLocks xmlns:a="http://schemas.openxmlformats.org/drawingml/2006/main" noGrp="1"/>
          </p:cNvSpPr>
          <p:nvPr/>
        </p:nvSpPr>
        <p:spPr>
          <a:xfrm xmlns:a="http://schemas.openxmlformats.org/drawingml/2006/main">
            <a:off x="609600" y="28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A8B2C6"/>
                </a:solidFill>
              </a:defRPr>
            </a:defPPr>
            <a:lvl1pPr algn="l">
              <a:defRPr sz="1050" b="1">
                <a:solidFill>
                  <a:srgbClr val="A8B2C6"/>
                </a:solidFill>
              </a:defRPr>
            </a:lvl1pPr>
            <a:lvl2pPr algn="l">
              <a:defRPr sz="1050" b="1">
                <a:solidFill>
                  <a:srgbClr val="A8B2C6"/>
                </a:solidFill>
              </a:defRPr>
            </a:lvl2pPr>
            <a:lvl3pPr algn="l">
              <a:defRPr sz="1050" b="1">
                <a:solidFill>
                  <a:srgbClr val="A8B2C6"/>
                </a:solidFill>
              </a:defRPr>
            </a:lvl3pPr>
            <a:lvl4pPr algn="l">
              <a:defRPr sz="1050" b="1">
                <a:solidFill>
                  <a:srgbClr val="A8B2C6"/>
                </a:solidFill>
              </a:defRPr>
            </a:lvl4pPr>
            <a:lvl5pPr algn="l">
              <a:defRPr sz="1050" b="1">
                <a:solidFill>
                  <a:srgbClr val="A8B2C6"/>
                </a:solidFill>
              </a:defRPr>
            </a:lvl5pPr>
            <a:lvl6pPr algn="l">
              <a:defRPr sz="1050" b="1">
                <a:solidFill>
                  <a:srgbClr val="A8B2C6"/>
                </a:solidFill>
              </a:defRPr>
            </a:lvl6pPr>
            <a:lvl7pPr algn="l">
              <a:defRPr sz="1050" b="1">
                <a:solidFill>
                  <a:srgbClr val="A8B2C6"/>
                </a:solidFill>
              </a:defRPr>
            </a:lvl7pPr>
            <a:lvl8pPr algn="l">
              <a:defRPr sz="1050" b="1">
                <a:solidFill>
                  <a:srgbClr val="A8B2C6"/>
                </a:solidFill>
              </a:defRPr>
            </a:lvl8pPr>
            <a:lvl9pPr algn="l">
              <a:defRPr sz="1050" b="1">
                <a:solidFill>
                  <a:srgbClr val="A8B2C6"/>
                </a:solidFill>
              </a:defRPr>
            </a:lvl9pPr>
          </a:lstStyle>
          <a:p xmlns:a="http://schemas.openxmlformats.org/drawingml/2006/main">
            <a:pPr algn="l">
              <a:defRPr sz="1050" b="1">
                <a:solidFill>
                  <a:srgbClr val="A8B2C6"/>
                </a:solidFill>
              </a:defRPr>
            </a:pPr>
            <a:r>
              <a:rPr sz="1050" b="1">
                <a:solidFill>
                  <a:srgbClr val="A8B2C6"/>
                </a:solidFill>
              </a:rPr>
              <a:t>WEEK 10 · PART 2</a:t>
            </a:r>
          </a:p>
        </p:txBody>
      </p:sp>
      <p:sp>
        <p:nvSpPr>
          <p:cNvPr id="2" name="">
            <a:extLst xmlns:a="http://schemas.openxmlformats.org/drawingml/2006/main">
              <a:ext uri="{FF2B5EF4-FFF2-40B4-BE49-F238E27FC236}">
                <a16:creationId xmlns:a16="http://schemas.microsoft.com/office/drawing/2014/main" id="{B47C9614-527F-4703-AD7B-C9A92C3CFC9A}"/>
              </a:ext>
            </a:extLst>
          </p:cNvPr>
          <p:cNvSpPr>
            <a:spLocks xmlns:a="http://schemas.openxmlformats.org/drawingml/2006/main" noGrp="1"/>
          </p:cNvSpPr>
          <p:nvPr/>
        </p:nvSpPr>
        <p:spPr>
          <a:xfrm xmlns:a="http://schemas.openxmlformats.org/drawingml/2006/main">
            <a:off x="11049000" y="26670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350" b="1">
                <a:solidFill>
                  <a:srgbClr val="A8B2C6"/>
                </a:solidFill>
              </a:defRPr>
            </a:defPPr>
            <a:lvl1pPr algn="r">
              <a:defRPr sz="1350" b="1">
                <a:solidFill>
                  <a:srgbClr val="A8B2C6"/>
                </a:solidFill>
              </a:defRPr>
            </a:lvl1pPr>
            <a:lvl2pPr algn="r">
              <a:defRPr sz="1350" b="1">
                <a:solidFill>
                  <a:srgbClr val="A8B2C6"/>
                </a:solidFill>
              </a:defRPr>
            </a:lvl2pPr>
            <a:lvl3pPr algn="r">
              <a:defRPr sz="1350" b="1">
                <a:solidFill>
                  <a:srgbClr val="A8B2C6"/>
                </a:solidFill>
              </a:defRPr>
            </a:lvl3pPr>
            <a:lvl4pPr algn="r">
              <a:defRPr sz="1350" b="1">
                <a:solidFill>
                  <a:srgbClr val="A8B2C6"/>
                </a:solidFill>
              </a:defRPr>
            </a:lvl4pPr>
            <a:lvl5pPr algn="r">
              <a:defRPr sz="1350" b="1">
                <a:solidFill>
                  <a:srgbClr val="A8B2C6"/>
                </a:solidFill>
              </a:defRPr>
            </a:lvl5pPr>
            <a:lvl6pPr algn="r">
              <a:defRPr sz="1350" b="1">
                <a:solidFill>
                  <a:srgbClr val="A8B2C6"/>
                </a:solidFill>
              </a:defRPr>
            </a:lvl6pPr>
            <a:lvl7pPr algn="r">
              <a:defRPr sz="1350" b="1">
                <a:solidFill>
                  <a:srgbClr val="A8B2C6"/>
                </a:solidFill>
              </a:defRPr>
            </a:lvl7pPr>
            <a:lvl8pPr algn="r">
              <a:defRPr sz="1350" b="1">
                <a:solidFill>
                  <a:srgbClr val="A8B2C6"/>
                </a:solidFill>
              </a:defRPr>
            </a:lvl8pPr>
            <a:lvl9pPr algn="r">
              <a:defRPr sz="1350" b="1">
                <a:solidFill>
                  <a:srgbClr val="A8B2C6"/>
                </a:solidFill>
              </a:defRPr>
            </a:lvl9pPr>
          </a:lstStyle>
          <a:p xmlns:a="http://schemas.openxmlformats.org/drawingml/2006/main">
            <a:pPr algn="r">
              <a:defRPr sz="1350" b="1">
                <a:solidFill>
                  <a:srgbClr val="A8B2C6"/>
                </a:solidFill>
              </a:defRPr>
            </a:pPr>
            <a:r>
              <a:rPr sz="1350" b="1">
                <a:solidFill>
                  <a:srgbClr val="A8B2C6"/>
                </a:solidFill>
              </a:rPr>
              <a:t>02</a:t>
            </a:r>
          </a:p>
        </p:txBody>
      </p:sp>
      <p:sp>
        <p:nvSpPr>
          <p:cNvPr id="3" name="">
            <a:extLst xmlns:a="http://schemas.openxmlformats.org/drawingml/2006/main">
              <a:ext uri="{FF2B5EF4-FFF2-40B4-BE49-F238E27FC236}">
                <a16:creationId xmlns:a16="http://schemas.microsoft.com/office/drawing/2014/main" id="{4903B855-499F-4869-8F06-FA52BEE4BA67}"/>
              </a:ext>
            </a:extLst>
          </p:cNvPr>
          <p:cNvSpPr>
            <a:spLocks xmlns:a="http://schemas.openxmlformats.org/drawingml/2006/main" noGrp="1"/>
          </p:cNvSpPr>
          <p:nvPr/>
        </p:nvSpPr>
        <p:spPr>
          <a:xfrm xmlns:a="http://schemas.openxmlformats.org/drawingml/2006/main">
            <a:off x="609600" y="7239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F6F7FB"/>
                </a:solidFill>
              </a:defRPr>
            </a:defPPr>
            <a:lvl1pPr algn="l">
              <a:defRPr sz="2550" b="1">
                <a:solidFill>
                  <a:srgbClr val="F6F7FB"/>
                </a:solidFill>
              </a:defRPr>
            </a:lvl1pPr>
            <a:lvl2pPr algn="l">
              <a:defRPr sz="2550" b="1">
                <a:solidFill>
                  <a:srgbClr val="F6F7FB"/>
                </a:solidFill>
              </a:defRPr>
            </a:lvl2pPr>
            <a:lvl3pPr algn="l">
              <a:defRPr sz="2550" b="1">
                <a:solidFill>
                  <a:srgbClr val="F6F7FB"/>
                </a:solidFill>
              </a:defRPr>
            </a:lvl3pPr>
            <a:lvl4pPr algn="l">
              <a:defRPr sz="2550" b="1">
                <a:solidFill>
                  <a:srgbClr val="F6F7FB"/>
                </a:solidFill>
              </a:defRPr>
            </a:lvl4pPr>
            <a:lvl5pPr algn="l">
              <a:defRPr sz="2550" b="1">
                <a:solidFill>
                  <a:srgbClr val="F6F7FB"/>
                </a:solidFill>
              </a:defRPr>
            </a:lvl5pPr>
            <a:lvl6pPr algn="l">
              <a:defRPr sz="2550" b="1">
                <a:solidFill>
                  <a:srgbClr val="F6F7FB"/>
                </a:solidFill>
              </a:defRPr>
            </a:lvl6pPr>
            <a:lvl7pPr algn="l">
              <a:defRPr sz="2550" b="1">
                <a:solidFill>
                  <a:srgbClr val="F6F7FB"/>
                </a:solidFill>
              </a:defRPr>
            </a:lvl7pPr>
            <a:lvl8pPr algn="l">
              <a:defRPr sz="2550" b="1">
                <a:solidFill>
                  <a:srgbClr val="F6F7FB"/>
                </a:solidFill>
              </a:defRPr>
            </a:lvl8pPr>
            <a:lvl9pPr algn="l">
              <a:defRPr sz="2550" b="1">
                <a:solidFill>
                  <a:srgbClr val="F6F7FB"/>
                </a:solidFill>
              </a:defRPr>
            </a:lvl9pPr>
          </a:lstStyle>
          <a:p xmlns:a="http://schemas.openxmlformats.org/drawingml/2006/main">
            <a:pPr algn="l">
              <a:defRPr sz="2550" b="1">
                <a:solidFill>
                  <a:srgbClr val="F6F7FB"/>
                </a:solidFill>
              </a:defRPr>
            </a:pPr>
            <a:r>
              <a:rPr sz="2550" b="1">
                <a:solidFill>
                  <a:srgbClr val="F6F7FB"/>
                </a:solidFill>
              </a:rPr>
              <a:t>Why production performance can change</a:t>
            </a:r>
          </a:p>
        </p:txBody>
      </p:sp>
      <p:sp>
        <p:nvSpPr>
          <p:cNvPr id="4" name="">
            <a:extLst xmlns:a="http://schemas.openxmlformats.org/drawingml/2006/main">
              <a:ext uri="{FF2B5EF4-FFF2-40B4-BE49-F238E27FC236}">
                <a16:creationId xmlns:a16="http://schemas.microsoft.com/office/drawing/2014/main" id="{B5A27007-7D37-40E7-978D-E1508D6B4EC5}"/>
              </a:ext>
            </a:extLst>
          </p:cNvPr>
          <p:cNvSpPr>
            <a:spLocks xmlns:a="http://schemas.openxmlformats.org/drawingml/2006/main" noGrp="1"/>
          </p:cNvSpPr>
          <p:nvPr/>
        </p:nvSpPr>
        <p:spPr>
          <a:xfrm xmlns:a="http://schemas.openxmlformats.org/drawingml/2006/main">
            <a:off x="609600" y="65341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750" b="0">
                <a:solidFill>
                  <a:srgbClr val="A8B2C6"/>
                </a:solidFill>
              </a:defRPr>
            </a:defPPr>
            <a:lvl1pPr algn="l">
              <a:defRPr sz="750" b="0">
                <a:solidFill>
                  <a:srgbClr val="A8B2C6"/>
                </a:solidFill>
              </a:defRPr>
            </a:lvl1pPr>
            <a:lvl2pPr algn="l">
              <a:defRPr sz="750" b="0">
                <a:solidFill>
                  <a:srgbClr val="A8B2C6"/>
                </a:solidFill>
              </a:defRPr>
            </a:lvl2pPr>
            <a:lvl3pPr algn="l">
              <a:defRPr sz="750" b="0">
                <a:solidFill>
                  <a:srgbClr val="A8B2C6"/>
                </a:solidFill>
              </a:defRPr>
            </a:lvl3pPr>
            <a:lvl4pPr algn="l">
              <a:defRPr sz="750" b="0">
                <a:solidFill>
                  <a:srgbClr val="A8B2C6"/>
                </a:solidFill>
              </a:defRPr>
            </a:lvl4pPr>
            <a:lvl5pPr algn="l">
              <a:defRPr sz="750" b="0">
                <a:solidFill>
                  <a:srgbClr val="A8B2C6"/>
                </a:solidFill>
              </a:defRPr>
            </a:lvl5pPr>
            <a:lvl6pPr algn="l">
              <a:defRPr sz="750" b="0">
                <a:solidFill>
                  <a:srgbClr val="A8B2C6"/>
                </a:solidFill>
              </a:defRPr>
            </a:lvl6pPr>
            <a:lvl7pPr algn="l">
              <a:defRPr sz="750" b="0">
                <a:solidFill>
                  <a:srgbClr val="A8B2C6"/>
                </a:solidFill>
              </a:defRPr>
            </a:lvl7pPr>
            <a:lvl8pPr algn="l">
              <a:defRPr sz="750" b="0">
                <a:solidFill>
                  <a:srgbClr val="A8B2C6"/>
                </a:solidFill>
              </a:defRPr>
            </a:lvl8pPr>
            <a:lvl9pPr algn="l">
              <a:defRPr sz="750" b="0">
                <a:solidFill>
                  <a:srgbClr val="A8B2C6"/>
                </a:solidFill>
              </a:defRPr>
            </a:lvl9pPr>
          </a:lstStyle>
          <a:p xmlns:a="http://schemas.openxmlformats.org/drawingml/2006/main">
            <a:pPr algn="l">
              <a:defRPr sz="750" b="0">
                <a:solidFill>
                  <a:srgbClr val="A8B2C6"/>
                </a:solidFill>
              </a:defRPr>
            </a:pPr>
            <a:r>
              <a:rPr sz="750" b="0">
                <a:solidFill>
                  <a:srgbClr val="A8B2C6"/>
                </a:solidFill>
              </a:rPr>
              <a:t>AWS ML Engineer · Week 10 · Part 2</a:t>
            </a:r>
          </a:p>
        </p:txBody>
      </p:sp>
      <p:sp>
        <p:nvSpPr>
          <p:cNvPr id="5" name="">
            <a:extLst xmlns:a="http://schemas.openxmlformats.org/drawingml/2006/main">
              <a:ext uri="{FF2B5EF4-FFF2-40B4-BE49-F238E27FC236}">
                <a16:creationId xmlns:a16="http://schemas.microsoft.com/office/drawing/2014/main" id="{2B76F903-C457-4A15-83D3-EF267170E7E8}"/>
              </a:ext>
            </a:extLst>
          </p:cNvPr>
          <p:cNvSpPr>
            <a:spLocks xmlns:a="http://schemas.openxmlformats.org/drawingml/2006/main" noGrp="1"/>
          </p:cNvSpPr>
          <p:nvPr/>
        </p:nvSpPr>
        <p:spPr>
          <a:xfrm xmlns:a="http://schemas.openxmlformats.org/drawingml/2006/main">
            <a:off x="762000" y="2095500"/>
            <a:ext cx="10668000" cy="38100"/>
          </a:xfrm>
          <a:prstGeom xmlns:a="http://schemas.openxmlformats.org/drawingml/2006/main" prst="rect">
            <a:avLst/>
          </a:prstGeom>
          <a:solidFill xmlns:a="http://schemas.openxmlformats.org/drawingml/2006/main">
            <a:srgbClr val="3A86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E5FD4C6-EE95-4118-BC7C-F8651F3E5AE4}"/>
              </a:ext>
            </a:extLst>
          </p:cNvPr>
          <p:cNvSpPr>
            <a:spLocks xmlns:a="http://schemas.openxmlformats.org/drawingml/2006/main" noGrp="1"/>
          </p:cNvSpPr>
          <p:nvPr/>
        </p:nvSpPr>
        <p:spPr>
          <a:xfrm xmlns:a="http://schemas.openxmlformats.org/drawingml/2006/main">
            <a:off x="1143000" y="1790700"/>
            <a:ext cx="647700" cy="647700"/>
          </a:xfrm>
          <a:prstGeom xmlns:a="http://schemas.openxmlformats.org/drawingml/2006/main" prst="ellipse">
            <a:avLst/>
          </a:prstGeom>
          <a:solidFill xmlns:a="http://schemas.openxmlformats.org/drawingml/2006/main">
            <a:srgbClr val="3A86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FA20F04-728F-44D1-8DE1-C6EBDEAA54C4}"/>
              </a:ext>
            </a:extLst>
          </p:cNvPr>
          <p:cNvSpPr>
            <a:spLocks xmlns:a="http://schemas.openxmlformats.org/drawingml/2006/main" noGrp="1"/>
          </p:cNvSpPr>
          <p:nvPr/>
        </p:nvSpPr>
        <p:spPr>
          <a:xfrm xmlns:a="http://schemas.openxmlformats.org/drawingml/2006/main">
            <a:off x="857250" y="2714625"/>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F6F7FB"/>
                </a:solidFill>
              </a:defRPr>
            </a:defPPr>
            <a:lvl1pPr algn="ctr">
              <a:defRPr sz="1200" b="1">
                <a:solidFill>
                  <a:srgbClr val="F6F7FB"/>
                </a:solidFill>
              </a:defRPr>
            </a:lvl1pPr>
            <a:lvl2pPr algn="ctr">
              <a:defRPr sz="1200" b="1">
                <a:solidFill>
                  <a:srgbClr val="F6F7FB"/>
                </a:solidFill>
              </a:defRPr>
            </a:lvl2pPr>
            <a:lvl3pPr algn="ctr">
              <a:defRPr sz="1200" b="1">
                <a:solidFill>
                  <a:srgbClr val="F6F7FB"/>
                </a:solidFill>
              </a:defRPr>
            </a:lvl3pPr>
            <a:lvl4pPr algn="ctr">
              <a:defRPr sz="1200" b="1">
                <a:solidFill>
                  <a:srgbClr val="F6F7FB"/>
                </a:solidFill>
              </a:defRPr>
            </a:lvl4pPr>
            <a:lvl5pPr algn="ctr">
              <a:defRPr sz="1200" b="1">
                <a:solidFill>
                  <a:srgbClr val="F6F7FB"/>
                </a:solidFill>
              </a:defRPr>
            </a:lvl5pPr>
            <a:lvl6pPr algn="ctr">
              <a:defRPr sz="1200" b="1">
                <a:solidFill>
                  <a:srgbClr val="F6F7FB"/>
                </a:solidFill>
              </a:defRPr>
            </a:lvl6pPr>
            <a:lvl7pPr algn="ctr">
              <a:defRPr sz="1200" b="1">
                <a:solidFill>
                  <a:srgbClr val="F6F7FB"/>
                </a:solidFill>
              </a:defRPr>
            </a:lvl7pPr>
            <a:lvl8pPr algn="ctr">
              <a:defRPr sz="1200" b="1">
                <a:solidFill>
                  <a:srgbClr val="F6F7FB"/>
                </a:solidFill>
              </a:defRPr>
            </a:lvl8pPr>
            <a:lvl9pPr algn="ctr">
              <a:defRPr sz="1200" b="1">
                <a:solidFill>
                  <a:srgbClr val="F6F7FB"/>
                </a:solidFill>
              </a:defRPr>
            </a:lvl9pPr>
          </a:lstStyle>
          <a:p xmlns:a="http://schemas.openxmlformats.org/drawingml/2006/main">
            <a:pPr algn="ctr">
              <a:defRPr sz="1200" b="1">
                <a:solidFill>
                  <a:srgbClr val="F6F7FB"/>
                </a:solidFill>
              </a:defRPr>
            </a:pPr>
            <a:r>
              <a:rPr sz="1200" b="1">
                <a:solidFill>
                  <a:srgbClr val="F6F7FB"/>
                </a:solidFill>
              </a:rPr>
              <a:t>TRAIN</a:t>
            </a:r>
          </a:p>
        </p:txBody>
      </p:sp>
      <p:sp>
        <p:nvSpPr>
          <p:cNvPr id="8" name="">
            <a:extLst xmlns:a="http://schemas.openxmlformats.org/drawingml/2006/main">
              <a:ext uri="{FF2B5EF4-FFF2-40B4-BE49-F238E27FC236}">
                <a16:creationId xmlns:a16="http://schemas.microsoft.com/office/drawing/2014/main" id="{C5C62050-9A63-4C41-AC25-DB21CA3B255D}"/>
              </a:ext>
            </a:extLst>
          </p:cNvPr>
          <p:cNvSpPr>
            <a:spLocks xmlns:a="http://schemas.openxmlformats.org/drawingml/2006/main" noGrp="1"/>
          </p:cNvSpPr>
          <p:nvPr/>
        </p:nvSpPr>
        <p:spPr>
          <a:xfrm xmlns:a="http://schemas.openxmlformats.org/drawingml/2006/main">
            <a:off x="3905250" y="1790700"/>
            <a:ext cx="647700" cy="647700"/>
          </a:xfrm>
          <a:prstGeom xmlns:a="http://schemas.openxmlformats.org/drawingml/2006/main" prst="ellipse">
            <a:avLst/>
          </a:prstGeom>
          <a:solidFill xmlns:a="http://schemas.openxmlformats.org/drawingml/2006/main">
            <a:srgbClr val="FFD16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4EB6AEA-70AF-4254-BB5C-8175374E0FD7}"/>
              </a:ext>
            </a:extLst>
          </p:cNvPr>
          <p:cNvSpPr>
            <a:spLocks xmlns:a="http://schemas.openxmlformats.org/drawingml/2006/main" noGrp="1"/>
          </p:cNvSpPr>
          <p:nvPr/>
        </p:nvSpPr>
        <p:spPr>
          <a:xfrm xmlns:a="http://schemas.openxmlformats.org/drawingml/2006/main">
            <a:off x="3619500" y="2714625"/>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F6F7FB"/>
                </a:solidFill>
              </a:defRPr>
            </a:defPPr>
            <a:lvl1pPr algn="ctr">
              <a:defRPr sz="1200" b="1">
                <a:solidFill>
                  <a:srgbClr val="F6F7FB"/>
                </a:solidFill>
              </a:defRPr>
            </a:lvl1pPr>
            <a:lvl2pPr algn="ctr">
              <a:defRPr sz="1200" b="1">
                <a:solidFill>
                  <a:srgbClr val="F6F7FB"/>
                </a:solidFill>
              </a:defRPr>
            </a:lvl2pPr>
            <a:lvl3pPr algn="ctr">
              <a:defRPr sz="1200" b="1">
                <a:solidFill>
                  <a:srgbClr val="F6F7FB"/>
                </a:solidFill>
              </a:defRPr>
            </a:lvl3pPr>
            <a:lvl4pPr algn="ctr">
              <a:defRPr sz="1200" b="1">
                <a:solidFill>
                  <a:srgbClr val="F6F7FB"/>
                </a:solidFill>
              </a:defRPr>
            </a:lvl4pPr>
            <a:lvl5pPr algn="ctr">
              <a:defRPr sz="1200" b="1">
                <a:solidFill>
                  <a:srgbClr val="F6F7FB"/>
                </a:solidFill>
              </a:defRPr>
            </a:lvl5pPr>
            <a:lvl6pPr algn="ctr">
              <a:defRPr sz="1200" b="1">
                <a:solidFill>
                  <a:srgbClr val="F6F7FB"/>
                </a:solidFill>
              </a:defRPr>
            </a:lvl6pPr>
            <a:lvl7pPr algn="ctr">
              <a:defRPr sz="1200" b="1">
                <a:solidFill>
                  <a:srgbClr val="F6F7FB"/>
                </a:solidFill>
              </a:defRPr>
            </a:lvl7pPr>
            <a:lvl8pPr algn="ctr">
              <a:defRPr sz="1200" b="1">
                <a:solidFill>
                  <a:srgbClr val="F6F7FB"/>
                </a:solidFill>
              </a:defRPr>
            </a:lvl8pPr>
            <a:lvl9pPr algn="ctr">
              <a:defRPr sz="1200" b="1">
                <a:solidFill>
                  <a:srgbClr val="F6F7FB"/>
                </a:solidFill>
              </a:defRPr>
            </a:lvl9pPr>
          </a:lstStyle>
          <a:p xmlns:a="http://schemas.openxmlformats.org/drawingml/2006/main">
            <a:pPr algn="ctr">
              <a:defRPr sz="1200" b="1">
                <a:solidFill>
                  <a:srgbClr val="F6F7FB"/>
                </a:solidFill>
              </a:defRPr>
            </a:pPr>
            <a:r>
              <a:rPr sz="1200" b="1">
                <a:solidFill>
                  <a:srgbClr val="F6F7FB"/>
                </a:solidFill>
              </a:rPr>
              <a:t>DEPLOY</a:t>
            </a:r>
          </a:p>
        </p:txBody>
      </p:sp>
      <p:sp>
        <p:nvSpPr>
          <p:cNvPr id="10" name="">
            <a:extLst xmlns:a="http://schemas.openxmlformats.org/drawingml/2006/main">
              <a:ext uri="{FF2B5EF4-FFF2-40B4-BE49-F238E27FC236}">
                <a16:creationId xmlns:a16="http://schemas.microsoft.com/office/drawing/2014/main" id="{E8AF501A-CB5B-4461-BF97-678607179E4F}"/>
              </a:ext>
            </a:extLst>
          </p:cNvPr>
          <p:cNvSpPr>
            <a:spLocks xmlns:a="http://schemas.openxmlformats.org/drawingml/2006/main" noGrp="1"/>
          </p:cNvSpPr>
          <p:nvPr/>
        </p:nvSpPr>
        <p:spPr>
          <a:xfrm xmlns:a="http://schemas.openxmlformats.org/drawingml/2006/main">
            <a:off x="6667500" y="1790700"/>
            <a:ext cx="647700" cy="647700"/>
          </a:xfrm>
          <a:prstGeom xmlns:a="http://schemas.openxmlformats.org/drawingml/2006/main" prst="ellipse">
            <a:avLst/>
          </a:prstGeom>
          <a:solidFill xmlns:a="http://schemas.openxmlformats.org/drawingml/2006/main">
            <a:srgbClr val="FF7A0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A008404-9E3A-4CFF-9975-1C1A82B0B0D5}"/>
              </a:ext>
            </a:extLst>
          </p:cNvPr>
          <p:cNvSpPr>
            <a:spLocks xmlns:a="http://schemas.openxmlformats.org/drawingml/2006/main" noGrp="1"/>
          </p:cNvSpPr>
          <p:nvPr/>
        </p:nvSpPr>
        <p:spPr>
          <a:xfrm xmlns:a="http://schemas.openxmlformats.org/drawingml/2006/main">
            <a:off x="6381750" y="2714625"/>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F6F7FB"/>
                </a:solidFill>
              </a:defRPr>
            </a:defPPr>
            <a:lvl1pPr algn="ctr">
              <a:defRPr sz="1200" b="1">
                <a:solidFill>
                  <a:srgbClr val="F6F7FB"/>
                </a:solidFill>
              </a:defRPr>
            </a:lvl1pPr>
            <a:lvl2pPr algn="ctr">
              <a:defRPr sz="1200" b="1">
                <a:solidFill>
                  <a:srgbClr val="F6F7FB"/>
                </a:solidFill>
              </a:defRPr>
            </a:lvl2pPr>
            <a:lvl3pPr algn="ctr">
              <a:defRPr sz="1200" b="1">
                <a:solidFill>
                  <a:srgbClr val="F6F7FB"/>
                </a:solidFill>
              </a:defRPr>
            </a:lvl3pPr>
            <a:lvl4pPr algn="ctr">
              <a:defRPr sz="1200" b="1">
                <a:solidFill>
                  <a:srgbClr val="F6F7FB"/>
                </a:solidFill>
              </a:defRPr>
            </a:lvl4pPr>
            <a:lvl5pPr algn="ctr">
              <a:defRPr sz="1200" b="1">
                <a:solidFill>
                  <a:srgbClr val="F6F7FB"/>
                </a:solidFill>
              </a:defRPr>
            </a:lvl5pPr>
            <a:lvl6pPr algn="ctr">
              <a:defRPr sz="1200" b="1">
                <a:solidFill>
                  <a:srgbClr val="F6F7FB"/>
                </a:solidFill>
              </a:defRPr>
            </a:lvl6pPr>
            <a:lvl7pPr algn="ctr">
              <a:defRPr sz="1200" b="1">
                <a:solidFill>
                  <a:srgbClr val="F6F7FB"/>
                </a:solidFill>
              </a:defRPr>
            </a:lvl7pPr>
            <a:lvl8pPr algn="ctr">
              <a:defRPr sz="1200" b="1">
                <a:solidFill>
                  <a:srgbClr val="F6F7FB"/>
                </a:solidFill>
              </a:defRPr>
            </a:lvl8pPr>
            <a:lvl9pPr algn="ctr">
              <a:defRPr sz="1200" b="1">
                <a:solidFill>
                  <a:srgbClr val="F6F7FB"/>
                </a:solidFill>
              </a:defRPr>
            </a:lvl9pPr>
          </a:lstStyle>
          <a:p xmlns:a="http://schemas.openxmlformats.org/drawingml/2006/main">
            <a:pPr algn="ctr">
              <a:defRPr sz="1200" b="1">
                <a:solidFill>
                  <a:srgbClr val="F6F7FB"/>
                </a:solidFill>
              </a:defRPr>
            </a:pPr>
            <a:r>
              <a:rPr sz="1200" b="1">
                <a:solidFill>
                  <a:srgbClr val="F6F7FB"/>
                </a:solidFill>
              </a:rPr>
              <a:t>CHANGE</a:t>
            </a:r>
          </a:p>
        </p:txBody>
      </p:sp>
      <p:sp>
        <p:nvSpPr>
          <p:cNvPr id="12" name="">
            <a:extLst xmlns:a="http://schemas.openxmlformats.org/drawingml/2006/main">
              <a:ext uri="{FF2B5EF4-FFF2-40B4-BE49-F238E27FC236}">
                <a16:creationId xmlns:a16="http://schemas.microsoft.com/office/drawing/2014/main" id="{FDF2B53B-A846-4926-964A-DEF8EE890B81}"/>
              </a:ext>
            </a:extLst>
          </p:cNvPr>
          <p:cNvSpPr>
            <a:spLocks xmlns:a="http://schemas.openxmlformats.org/drawingml/2006/main" noGrp="1"/>
          </p:cNvSpPr>
          <p:nvPr/>
        </p:nvSpPr>
        <p:spPr>
          <a:xfrm xmlns:a="http://schemas.openxmlformats.org/drawingml/2006/main">
            <a:off x="9429750" y="1790700"/>
            <a:ext cx="647700" cy="647700"/>
          </a:xfrm>
          <a:prstGeom xmlns:a="http://schemas.openxmlformats.org/drawingml/2006/main" prst="ellipse">
            <a:avLst/>
          </a:prstGeom>
          <a:solidFill xmlns:a="http://schemas.openxmlformats.org/drawingml/2006/main">
            <a:srgbClr val="E6394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8E69EBA-6F3B-4676-8F2A-A7D655F7C071}"/>
              </a:ext>
            </a:extLst>
          </p:cNvPr>
          <p:cNvSpPr>
            <a:spLocks xmlns:a="http://schemas.openxmlformats.org/drawingml/2006/main" noGrp="1"/>
          </p:cNvSpPr>
          <p:nvPr/>
        </p:nvSpPr>
        <p:spPr>
          <a:xfrm xmlns:a="http://schemas.openxmlformats.org/drawingml/2006/main">
            <a:off x="9144000" y="2714625"/>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F6F7FB"/>
                </a:solidFill>
              </a:defRPr>
            </a:defPPr>
            <a:lvl1pPr algn="ctr">
              <a:defRPr sz="1200" b="1">
                <a:solidFill>
                  <a:srgbClr val="F6F7FB"/>
                </a:solidFill>
              </a:defRPr>
            </a:lvl1pPr>
            <a:lvl2pPr algn="ctr">
              <a:defRPr sz="1200" b="1">
                <a:solidFill>
                  <a:srgbClr val="F6F7FB"/>
                </a:solidFill>
              </a:defRPr>
            </a:lvl2pPr>
            <a:lvl3pPr algn="ctr">
              <a:defRPr sz="1200" b="1">
                <a:solidFill>
                  <a:srgbClr val="F6F7FB"/>
                </a:solidFill>
              </a:defRPr>
            </a:lvl3pPr>
            <a:lvl4pPr algn="ctr">
              <a:defRPr sz="1200" b="1">
                <a:solidFill>
                  <a:srgbClr val="F6F7FB"/>
                </a:solidFill>
              </a:defRPr>
            </a:lvl4pPr>
            <a:lvl5pPr algn="ctr">
              <a:defRPr sz="1200" b="1">
                <a:solidFill>
                  <a:srgbClr val="F6F7FB"/>
                </a:solidFill>
              </a:defRPr>
            </a:lvl5pPr>
            <a:lvl6pPr algn="ctr">
              <a:defRPr sz="1200" b="1">
                <a:solidFill>
                  <a:srgbClr val="F6F7FB"/>
                </a:solidFill>
              </a:defRPr>
            </a:lvl6pPr>
            <a:lvl7pPr algn="ctr">
              <a:defRPr sz="1200" b="1">
                <a:solidFill>
                  <a:srgbClr val="F6F7FB"/>
                </a:solidFill>
              </a:defRPr>
            </a:lvl7pPr>
            <a:lvl8pPr algn="ctr">
              <a:defRPr sz="1200" b="1">
                <a:solidFill>
                  <a:srgbClr val="F6F7FB"/>
                </a:solidFill>
              </a:defRPr>
            </a:lvl8pPr>
            <a:lvl9pPr algn="ctr">
              <a:defRPr sz="1200" b="1">
                <a:solidFill>
                  <a:srgbClr val="F6F7FB"/>
                </a:solidFill>
              </a:defRPr>
            </a:lvl9pPr>
          </a:lstStyle>
          <a:p xmlns:a="http://schemas.openxmlformats.org/drawingml/2006/main">
            <a:pPr algn="ctr">
              <a:defRPr sz="1200" b="1">
                <a:solidFill>
                  <a:srgbClr val="F6F7FB"/>
                </a:solidFill>
              </a:defRPr>
            </a:pPr>
            <a:r>
              <a:rPr sz="1200" b="1">
                <a:solidFill>
                  <a:srgbClr val="F6F7FB"/>
                </a:solidFill>
              </a:rPr>
              <a:t>DEGRADE</a:t>
            </a:r>
          </a:p>
        </p:txBody>
      </p:sp>
      <p:sp>
        <p:nvSpPr>
          <p:cNvPr id="14" name="">
            <a:extLst xmlns:a="http://schemas.openxmlformats.org/drawingml/2006/main">
              <a:ext uri="{FF2B5EF4-FFF2-40B4-BE49-F238E27FC236}">
                <a16:creationId xmlns:a16="http://schemas.microsoft.com/office/drawing/2014/main" id="{D29582B7-A33C-488C-89EA-37FB2E29CA2B}"/>
              </a:ext>
            </a:extLst>
          </p:cNvPr>
          <p:cNvSpPr>
            <a:spLocks xmlns:a="http://schemas.openxmlformats.org/drawingml/2006/main" noGrp="1"/>
          </p:cNvSpPr>
          <p:nvPr/>
        </p:nvSpPr>
        <p:spPr>
          <a:xfrm xmlns:a="http://schemas.openxmlformats.org/drawingml/2006/main">
            <a:off x="2000250" y="3714750"/>
            <a:ext cx="8191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A8B2C6"/>
                </a:solidFill>
              </a:defRPr>
            </a:defPPr>
            <a:lvl1pPr algn="ctr">
              <a:defRPr sz="1500" b="0">
                <a:solidFill>
                  <a:srgbClr val="A8B2C6"/>
                </a:solidFill>
              </a:defRPr>
            </a:lvl1pPr>
            <a:lvl2pPr algn="ctr">
              <a:defRPr sz="1500" b="0">
                <a:solidFill>
                  <a:srgbClr val="A8B2C6"/>
                </a:solidFill>
              </a:defRPr>
            </a:lvl2pPr>
            <a:lvl3pPr algn="ctr">
              <a:defRPr sz="1500" b="0">
                <a:solidFill>
                  <a:srgbClr val="A8B2C6"/>
                </a:solidFill>
              </a:defRPr>
            </a:lvl3pPr>
            <a:lvl4pPr algn="ctr">
              <a:defRPr sz="1500" b="0">
                <a:solidFill>
                  <a:srgbClr val="A8B2C6"/>
                </a:solidFill>
              </a:defRPr>
            </a:lvl4pPr>
            <a:lvl5pPr algn="ctr">
              <a:defRPr sz="1500" b="0">
                <a:solidFill>
                  <a:srgbClr val="A8B2C6"/>
                </a:solidFill>
              </a:defRPr>
            </a:lvl5pPr>
            <a:lvl6pPr algn="ctr">
              <a:defRPr sz="1500" b="0">
                <a:solidFill>
                  <a:srgbClr val="A8B2C6"/>
                </a:solidFill>
              </a:defRPr>
            </a:lvl6pPr>
            <a:lvl7pPr algn="ctr">
              <a:defRPr sz="1500" b="0">
                <a:solidFill>
                  <a:srgbClr val="A8B2C6"/>
                </a:solidFill>
              </a:defRPr>
            </a:lvl7pPr>
            <a:lvl8pPr algn="ctr">
              <a:defRPr sz="1500" b="0">
                <a:solidFill>
                  <a:srgbClr val="A8B2C6"/>
                </a:solidFill>
              </a:defRPr>
            </a:lvl8pPr>
            <a:lvl9pPr algn="ctr">
              <a:defRPr sz="1500" b="0">
                <a:solidFill>
                  <a:srgbClr val="A8B2C6"/>
                </a:solidFill>
              </a:defRPr>
            </a:lvl9pPr>
          </a:lstStyle>
          <a:p xmlns:a="http://schemas.openxmlformats.org/drawingml/2006/main">
            <a:pPr algn="ctr">
              <a:defRPr sz="1500" b="0">
                <a:solidFill>
                  <a:srgbClr val="A8B2C6"/>
                </a:solidFill>
              </a:defRPr>
            </a:pPr>
            <a:r>
              <a:rPr sz="1500" b="0">
                <a:solidFill>
                  <a:srgbClr val="A8B2C6"/>
                </a:solidFill>
              </a:rPr>
              <a:t>Training metrics describe performance on historical evaluation data.</a:t>
            </a:r>
          </a:p>
          <a:p xmlns:a="http://schemas.openxmlformats.org/drawingml/2006/main">
            <a:r>
              <a:t/>
            </a:r>
          </a:p>
          <a:p xmlns:a="http://schemas.openxmlformats.org/drawingml/2006/main">
            <a:pPr algn="ctr">
              <a:defRPr sz="1500" b="0">
                <a:solidFill>
                  <a:srgbClr val="A8B2C6"/>
                </a:solidFill>
              </a:defRPr>
            </a:pPr>
            <a:r>
              <a:rPr sz="1500" b="0">
                <a:solidFill>
                  <a:srgbClr val="A8B2C6"/>
                </a:solidFill>
              </a:rPr>
              <a:t>Live feature distributions can shift after deployment.</a:t>
            </a:r>
          </a:p>
          <a:p xmlns:a="http://schemas.openxmlformats.org/drawingml/2006/main">
            <a:r>
              <a:t/>
            </a:r>
          </a:p>
          <a:p xmlns:a="http://schemas.openxmlformats.org/drawingml/2006/main">
            <a:pPr algn="ctr">
              <a:defRPr sz="1500" b="0">
                <a:solidFill>
                  <a:srgbClr val="A8B2C6"/>
                </a:solidFill>
              </a:defRPr>
            </a:pPr>
            <a:r>
              <a:rPr sz="1500" b="0">
                <a:solidFill>
                  <a:srgbClr val="A8B2C6"/>
                </a:solidFill>
              </a:rPr>
              <a:t>Missing values, anomalies, and outliers can change model behavior.</a:t>
            </a:r>
          </a:p>
        </p:txBody>
      </p:sp>
    </p:spTree>
    <p:extLst>
      <p:ext uri="{BB962C8B-B14F-4D97-AF65-F5344CB8AC3E}">
        <p14:creationId xmlns:p14="http://schemas.microsoft.com/office/powerpoint/2010/main" val="1739195116"/>
      </p:ext>
    </p:extLst>
  </p:cSld>
</p:sld>
</file>

<file path=ppt/slides/slide3.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BD110ED-DFAE-4929-9AD4-73B962023F2E}"/>
              </a:ext>
            </a:extLst>
          </p:cNvPr>
          <p:cNvSpPr>
            <a:spLocks xmlns:a="http://schemas.openxmlformats.org/drawingml/2006/main" noGrp="1"/>
          </p:cNvSpPr>
          <p:nvPr/>
        </p:nvSpPr>
        <p:spPr>
          <a:xfrm xmlns:a="http://schemas.openxmlformats.org/drawingml/2006/main">
            <a:off x="609600" y="28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A8B2C6"/>
                </a:solidFill>
              </a:defRPr>
            </a:defPPr>
            <a:lvl1pPr algn="l">
              <a:defRPr sz="1050" b="1">
                <a:solidFill>
                  <a:srgbClr val="A8B2C6"/>
                </a:solidFill>
              </a:defRPr>
            </a:lvl1pPr>
            <a:lvl2pPr algn="l">
              <a:defRPr sz="1050" b="1">
                <a:solidFill>
                  <a:srgbClr val="A8B2C6"/>
                </a:solidFill>
              </a:defRPr>
            </a:lvl2pPr>
            <a:lvl3pPr algn="l">
              <a:defRPr sz="1050" b="1">
                <a:solidFill>
                  <a:srgbClr val="A8B2C6"/>
                </a:solidFill>
              </a:defRPr>
            </a:lvl3pPr>
            <a:lvl4pPr algn="l">
              <a:defRPr sz="1050" b="1">
                <a:solidFill>
                  <a:srgbClr val="A8B2C6"/>
                </a:solidFill>
              </a:defRPr>
            </a:lvl4pPr>
            <a:lvl5pPr algn="l">
              <a:defRPr sz="1050" b="1">
                <a:solidFill>
                  <a:srgbClr val="A8B2C6"/>
                </a:solidFill>
              </a:defRPr>
            </a:lvl5pPr>
            <a:lvl6pPr algn="l">
              <a:defRPr sz="1050" b="1">
                <a:solidFill>
                  <a:srgbClr val="A8B2C6"/>
                </a:solidFill>
              </a:defRPr>
            </a:lvl6pPr>
            <a:lvl7pPr algn="l">
              <a:defRPr sz="1050" b="1">
                <a:solidFill>
                  <a:srgbClr val="A8B2C6"/>
                </a:solidFill>
              </a:defRPr>
            </a:lvl7pPr>
            <a:lvl8pPr algn="l">
              <a:defRPr sz="1050" b="1">
                <a:solidFill>
                  <a:srgbClr val="A8B2C6"/>
                </a:solidFill>
              </a:defRPr>
            </a:lvl8pPr>
            <a:lvl9pPr algn="l">
              <a:defRPr sz="1050" b="1">
                <a:solidFill>
                  <a:srgbClr val="A8B2C6"/>
                </a:solidFill>
              </a:defRPr>
            </a:lvl9pPr>
          </a:lstStyle>
          <a:p xmlns:a="http://schemas.openxmlformats.org/drawingml/2006/main">
            <a:pPr algn="l">
              <a:defRPr sz="1050" b="1">
                <a:solidFill>
                  <a:srgbClr val="A8B2C6"/>
                </a:solidFill>
              </a:defRPr>
            </a:pPr>
            <a:r>
              <a:rPr sz="1050" b="1">
                <a:solidFill>
                  <a:srgbClr val="A8B2C6"/>
                </a:solidFill>
              </a:rPr>
              <a:t>WEEK 10 · PART 2</a:t>
            </a:r>
          </a:p>
        </p:txBody>
      </p:sp>
      <p:sp>
        <p:nvSpPr>
          <p:cNvPr id="2" name="">
            <a:extLst xmlns:a="http://schemas.openxmlformats.org/drawingml/2006/main">
              <a:ext uri="{FF2B5EF4-FFF2-40B4-BE49-F238E27FC236}">
                <a16:creationId xmlns:a16="http://schemas.microsoft.com/office/drawing/2014/main" id="{72211723-3C59-488E-BAF1-CF158E3F4725}"/>
              </a:ext>
            </a:extLst>
          </p:cNvPr>
          <p:cNvSpPr>
            <a:spLocks xmlns:a="http://schemas.openxmlformats.org/drawingml/2006/main" noGrp="1"/>
          </p:cNvSpPr>
          <p:nvPr/>
        </p:nvSpPr>
        <p:spPr>
          <a:xfrm xmlns:a="http://schemas.openxmlformats.org/drawingml/2006/main">
            <a:off x="11049000" y="26670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350" b="1">
                <a:solidFill>
                  <a:srgbClr val="A8B2C6"/>
                </a:solidFill>
              </a:defRPr>
            </a:defPPr>
            <a:lvl1pPr algn="r">
              <a:defRPr sz="1350" b="1">
                <a:solidFill>
                  <a:srgbClr val="A8B2C6"/>
                </a:solidFill>
              </a:defRPr>
            </a:lvl1pPr>
            <a:lvl2pPr algn="r">
              <a:defRPr sz="1350" b="1">
                <a:solidFill>
                  <a:srgbClr val="A8B2C6"/>
                </a:solidFill>
              </a:defRPr>
            </a:lvl2pPr>
            <a:lvl3pPr algn="r">
              <a:defRPr sz="1350" b="1">
                <a:solidFill>
                  <a:srgbClr val="A8B2C6"/>
                </a:solidFill>
              </a:defRPr>
            </a:lvl3pPr>
            <a:lvl4pPr algn="r">
              <a:defRPr sz="1350" b="1">
                <a:solidFill>
                  <a:srgbClr val="A8B2C6"/>
                </a:solidFill>
              </a:defRPr>
            </a:lvl4pPr>
            <a:lvl5pPr algn="r">
              <a:defRPr sz="1350" b="1">
                <a:solidFill>
                  <a:srgbClr val="A8B2C6"/>
                </a:solidFill>
              </a:defRPr>
            </a:lvl5pPr>
            <a:lvl6pPr algn="r">
              <a:defRPr sz="1350" b="1">
                <a:solidFill>
                  <a:srgbClr val="A8B2C6"/>
                </a:solidFill>
              </a:defRPr>
            </a:lvl6pPr>
            <a:lvl7pPr algn="r">
              <a:defRPr sz="1350" b="1">
                <a:solidFill>
                  <a:srgbClr val="A8B2C6"/>
                </a:solidFill>
              </a:defRPr>
            </a:lvl7pPr>
            <a:lvl8pPr algn="r">
              <a:defRPr sz="1350" b="1">
                <a:solidFill>
                  <a:srgbClr val="A8B2C6"/>
                </a:solidFill>
              </a:defRPr>
            </a:lvl8pPr>
            <a:lvl9pPr algn="r">
              <a:defRPr sz="1350" b="1">
                <a:solidFill>
                  <a:srgbClr val="A8B2C6"/>
                </a:solidFill>
              </a:defRPr>
            </a:lvl9pPr>
          </a:lstStyle>
          <a:p xmlns:a="http://schemas.openxmlformats.org/drawingml/2006/main">
            <a:pPr algn="r">
              <a:defRPr sz="1350" b="1">
                <a:solidFill>
                  <a:srgbClr val="A8B2C6"/>
                </a:solidFill>
              </a:defRPr>
            </a:pPr>
            <a:r>
              <a:rPr sz="1350" b="1">
                <a:solidFill>
                  <a:srgbClr val="A8B2C6"/>
                </a:solidFill>
              </a:rPr>
              <a:t>03</a:t>
            </a:r>
          </a:p>
        </p:txBody>
      </p:sp>
      <p:sp>
        <p:nvSpPr>
          <p:cNvPr id="3" name="">
            <a:extLst xmlns:a="http://schemas.openxmlformats.org/drawingml/2006/main">
              <a:ext uri="{FF2B5EF4-FFF2-40B4-BE49-F238E27FC236}">
                <a16:creationId xmlns:a16="http://schemas.microsoft.com/office/drawing/2014/main" id="{8D8E822F-5264-4841-B06F-E2722AABA32A}"/>
              </a:ext>
            </a:extLst>
          </p:cNvPr>
          <p:cNvSpPr>
            <a:spLocks xmlns:a="http://schemas.openxmlformats.org/drawingml/2006/main" noGrp="1"/>
          </p:cNvSpPr>
          <p:nvPr/>
        </p:nvSpPr>
        <p:spPr>
          <a:xfrm xmlns:a="http://schemas.openxmlformats.org/drawingml/2006/main">
            <a:off x="609600" y="7239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F6F7FB"/>
                </a:solidFill>
              </a:defRPr>
            </a:defPPr>
            <a:lvl1pPr algn="l">
              <a:defRPr sz="2550" b="1">
                <a:solidFill>
                  <a:srgbClr val="F6F7FB"/>
                </a:solidFill>
              </a:defRPr>
            </a:lvl1pPr>
            <a:lvl2pPr algn="l">
              <a:defRPr sz="2550" b="1">
                <a:solidFill>
                  <a:srgbClr val="F6F7FB"/>
                </a:solidFill>
              </a:defRPr>
            </a:lvl2pPr>
            <a:lvl3pPr algn="l">
              <a:defRPr sz="2550" b="1">
                <a:solidFill>
                  <a:srgbClr val="F6F7FB"/>
                </a:solidFill>
              </a:defRPr>
            </a:lvl3pPr>
            <a:lvl4pPr algn="l">
              <a:defRPr sz="2550" b="1">
                <a:solidFill>
                  <a:srgbClr val="F6F7FB"/>
                </a:solidFill>
              </a:defRPr>
            </a:lvl4pPr>
            <a:lvl5pPr algn="l">
              <a:defRPr sz="2550" b="1">
                <a:solidFill>
                  <a:srgbClr val="F6F7FB"/>
                </a:solidFill>
              </a:defRPr>
            </a:lvl5pPr>
            <a:lvl6pPr algn="l">
              <a:defRPr sz="2550" b="1">
                <a:solidFill>
                  <a:srgbClr val="F6F7FB"/>
                </a:solidFill>
              </a:defRPr>
            </a:lvl6pPr>
            <a:lvl7pPr algn="l">
              <a:defRPr sz="2550" b="1">
                <a:solidFill>
                  <a:srgbClr val="F6F7FB"/>
                </a:solidFill>
              </a:defRPr>
            </a:lvl7pPr>
            <a:lvl8pPr algn="l">
              <a:defRPr sz="2550" b="1">
                <a:solidFill>
                  <a:srgbClr val="F6F7FB"/>
                </a:solidFill>
              </a:defRPr>
            </a:lvl8pPr>
            <a:lvl9pPr algn="l">
              <a:defRPr sz="2550" b="1">
                <a:solidFill>
                  <a:srgbClr val="F6F7FB"/>
                </a:solidFill>
              </a:defRPr>
            </a:lvl9pPr>
          </a:lstStyle>
          <a:p xmlns:a="http://schemas.openxmlformats.org/drawingml/2006/main">
            <a:pPr algn="l">
              <a:defRPr sz="2550" b="1">
                <a:solidFill>
                  <a:srgbClr val="F6F7FB"/>
                </a:solidFill>
              </a:defRPr>
            </a:pPr>
            <a:r>
              <a:rPr sz="2550" b="1">
                <a:solidFill>
                  <a:srgbClr val="F6F7FB"/>
                </a:solidFill>
              </a:rPr>
              <a:t>Baseline statistics define expected behavior</a:t>
            </a:r>
          </a:p>
        </p:txBody>
      </p:sp>
      <p:sp>
        <p:nvSpPr>
          <p:cNvPr id="4" name="">
            <a:extLst xmlns:a="http://schemas.openxmlformats.org/drawingml/2006/main">
              <a:ext uri="{FF2B5EF4-FFF2-40B4-BE49-F238E27FC236}">
                <a16:creationId xmlns:a16="http://schemas.microsoft.com/office/drawing/2014/main" id="{3A6EF6D8-1C2D-46BE-A064-C0E2C110B3AC}"/>
              </a:ext>
            </a:extLst>
          </p:cNvPr>
          <p:cNvSpPr>
            <a:spLocks xmlns:a="http://schemas.openxmlformats.org/drawingml/2006/main" noGrp="1"/>
          </p:cNvSpPr>
          <p:nvPr/>
        </p:nvSpPr>
        <p:spPr>
          <a:xfrm xmlns:a="http://schemas.openxmlformats.org/drawingml/2006/main">
            <a:off x="609600" y="65341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750" b="0">
                <a:solidFill>
                  <a:srgbClr val="A8B2C6"/>
                </a:solidFill>
              </a:defRPr>
            </a:defPPr>
            <a:lvl1pPr algn="l">
              <a:defRPr sz="750" b="0">
                <a:solidFill>
                  <a:srgbClr val="A8B2C6"/>
                </a:solidFill>
              </a:defRPr>
            </a:lvl1pPr>
            <a:lvl2pPr algn="l">
              <a:defRPr sz="750" b="0">
                <a:solidFill>
                  <a:srgbClr val="A8B2C6"/>
                </a:solidFill>
              </a:defRPr>
            </a:lvl2pPr>
            <a:lvl3pPr algn="l">
              <a:defRPr sz="750" b="0">
                <a:solidFill>
                  <a:srgbClr val="A8B2C6"/>
                </a:solidFill>
              </a:defRPr>
            </a:lvl3pPr>
            <a:lvl4pPr algn="l">
              <a:defRPr sz="750" b="0">
                <a:solidFill>
                  <a:srgbClr val="A8B2C6"/>
                </a:solidFill>
              </a:defRPr>
            </a:lvl4pPr>
            <a:lvl5pPr algn="l">
              <a:defRPr sz="750" b="0">
                <a:solidFill>
                  <a:srgbClr val="A8B2C6"/>
                </a:solidFill>
              </a:defRPr>
            </a:lvl5pPr>
            <a:lvl6pPr algn="l">
              <a:defRPr sz="750" b="0">
                <a:solidFill>
                  <a:srgbClr val="A8B2C6"/>
                </a:solidFill>
              </a:defRPr>
            </a:lvl6pPr>
            <a:lvl7pPr algn="l">
              <a:defRPr sz="750" b="0">
                <a:solidFill>
                  <a:srgbClr val="A8B2C6"/>
                </a:solidFill>
              </a:defRPr>
            </a:lvl7pPr>
            <a:lvl8pPr algn="l">
              <a:defRPr sz="750" b="0">
                <a:solidFill>
                  <a:srgbClr val="A8B2C6"/>
                </a:solidFill>
              </a:defRPr>
            </a:lvl8pPr>
            <a:lvl9pPr algn="l">
              <a:defRPr sz="750" b="0">
                <a:solidFill>
                  <a:srgbClr val="A8B2C6"/>
                </a:solidFill>
              </a:defRPr>
            </a:lvl9pPr>
          </a:lstStyle>
          <a:p xmlns:a="http://schemas.openxmlformats.org/drawingml/2006/main">
            <a:pPr algn="l">
              <a:defRPr sz="750" b="0">
                <a:solidFill>
                  <a:srgbClr val="A8B2C6"/>
                </a:solidFill>
              </a:defRPr>
            </a:pPr>
            <a:r>
              <a:rPr sz="750" b="0">
                <a:solidFill>
                  <a:srgbClr val="A8B2C6"/>
                </a:solidFill>
              </a:rPr>
              <a:t>AWS ML Engineer · Week 10 · Part 2</a:t>
            </a:r>
          </a:p>
        </p:txBody>
      </p:sp>
      <p:sp>
        <p:nvSpPr>
          <p:cNvPr id="5" name="">
            <a:extLst xmlns:a="http://schemas.openxmlformats.org/drawingml/2006/main">
              <a:ext uri="{FF2B5EF4-FFF2-40B4-BE49-F238E27FC236}">
                <a16:creationId xmlns:a16="http://schemas.microsoft.com/office/drawing/2014/main" id="{8CA2A693-36B1-4406-9811-6A3ED4CB22A2}"/>
              </a:ext>
            </a:extLst>
          </p:cNvPr>
          <p:cNvSpPr>
            <a:spLocks xmlns:a="http://schemas.openxmlformats.org/drawingml/2006/main" noGrp="1"/>
          </p:cNvSpPr>
          <p:nvPr/>
        </p:nvSpPr>
        <p:spPr>
          <a:xfrm xmlns:a="http://schemas.openxmlformats.org/drawingml/2006/main">
            <a:off x="1143000" y="2000250"/>
            <a:ext cx="3143250" cy="3143250"/>
          </a:xfrm>
          <a:prstGeom xmlns:a="http://schemas.openxmlformats.org/drawingml/2006/main" prst="ellipse">
            <a:avLst/>
          </a:prstGeom>
          <a:solidFill xmlns:a="http://schemas.openxmlformats.org/drawingml/2006/main">
            <a:srgbClr val="17213D"/>
          </a:solidFill>
          <a:ln xmlns:a="http://schemas.openxmlformats.org/drawingml/2006/main" w="19050">
            <a:solidFill>
              <a:srgbClr val="3A86FF"/>
            </a:solidFill>
            <a:prstDash val="solid"/>
          </a:ln>
        </p:spPr>
      </p:sp>
      <p:sp>
        <p:nvSpPr>
          <p:cNvPr id="6" name="">
            <a:extLst xmlns:a="http://schemas.openxmlformats.org/drawingml/2006/main">
              <a:ext uri="{FF2B5EF4-FFF2-40B4-BE49-F238E27FC236}">
                <a16:creationId xmlns:a16="http://schemas.microsoft.com/office/drawing/2014/main" id="{57F109B0-57C7-497C-84A2-9C713B64F5CC}"/>
              </a:ext>
            </a:extLst>
          </p:cNvPr>
          <p:cNvSpPr>
            <a:spLocks xmlns:a="http://schemas.openxmlformats.org/drawingml/2006/main" noGrp="1"/>
          </p:cNvSpPr>
          <p:nvPr/>
        </p:nvSpPr>
        <p:spPr>
          <a:xfrm xmlns:a="http://schemas.openxmlformats.org/drawingml/2006/main">
            <a:off x="7905750" y="2000250"/>
            <a:ext cx="3143250" cy="3143250"/>
          </a:xfrm>
          <a:prstGeom xmlns:a="http://schemas.openxmlformats.org/drawingml/2006/main" prst="ellipse">
            <a:avLst/>
          </a:prstGeom>
          <a:solidFill xmlns:a="http://schemas.openxmlformats.org/drawingml/2006/main">
            <a:srgbClr val="17213D"/>
          </a:solidFill>
          <a:ln xmlns:a="http://schemas.openxmlformats.org/drawingml/2006/main" w="19050">
            <a:solidFill>
              <a:srgbClr val="FF7A00"/>
            </a:solidFill>
            <a:prstDash val="solid"/>
          </a:ln>
        </p:spPr>
      </p:sp>
      <p:sp>
        <p:nvSpPr>
          <p:cNvPr id="7" name="">
            <a:extLst xmlns:a="http://schemas.openxmlformats.org/drawingml/2006/main">
              <a:ext uri="{FF2B5EF4-FFF2-40B4-BE49-F238E27FC236}">
                <a16:creationId xmlns:a16="http://schemas.microsoft.com/office/drawing/2014/main" id="{C70C9742-B7BF-4394-82F9-3308498F367F}"/>
              </a:ext>
            </a:extLst>
          </p:cNvPr>
          <p:cNvSpPr>
            <a:spLocks xmlns:a="http://schemas.openxmlformats.org/drawingml/2006/main" noGrp="1"/>
          </p:cNvSpPr>
          <p:nvPr/>
        </p:nvSpPr>
        <p:spPr>
          <a:xfrm xmlns:a="http://schemas.openxmlformats.org/drawingml/2006/main">
            <a:off x="1619250" y="3048000"/>
            <a:ext cx="2190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100" b="1">
                <a:solidFill>
                  <a:srgbClr val="3A86FF"/>
                </a:solidFill>
              </a:defRPr>
            </a:defPPr>
            <a:lvl1pPr algn="ctr">
              <a:defRPr sz="2100" b="1">
                <a:solidFill>
                  <a:srgbClr val="3A86FF"/>
                </a:solidFill>
              </a:defRPr>
            </a:lvl1pPr>
            <a:lvl2pPr algn="ctr">
              <a:defRPr sz="2100" b="1">
                <a:solidFill>
                  <a:srgbClr val="3A86FF"/>
                </a:solidFill>
              </a:defRPr>
            </a:lvl2pPr>
            <a:lvl3pPr algn="ctr">
              <a:defRPr sz="2100" b="1">
                <a:solidFill>
                  <a:srgbClr val="3A86FF"/>
                </a:solidFill>
              </a:defRPr>
            </a:lvl3pPr>
            <a:lvl4pPr algn="ctr">
              <a:defRPr sz="2100" b="1">
                <a:solidFill>
                  <a:srgbClr val="3A86FF"/>
                </a:solidFill>
              </a:defRPr>
            </a:lvl4pPr>
            <a:lvl5pPr algn="ctr">
              <a:defRPr sz="2100" b="1">
                <a:solidFill>
                  <a:srgbClr val="3A86FF"/>
                </a:solidFill>
              </a:defRPr>
            </a:lvl5pPr>
            <a:lvl6pPr algn="ctr">
              <a:defRPr sz="2100" b="1">
                <a:solidFill>
                  <a:srgbClr val="3A86FF"/>
                </a:solidFill>
              </a:defRPr>
            </a:lvl6pPr>
            <a:lvl7pPr algn="ctr">
              <a:defRPr sz="2100" b="1">
                <a:solidFill>
                  <a:srgbClr val="3A86FF"/>
                </a:solidFill>
              </a:defRPr>
            </a:lvl7pPr>
            <a:lvl8pPr algn="ctr">
              <a:defRPr sz="2100" b="1">
                <a:solidFill>
                  <a:srgbClr val="3A86FF"/>
                </a:solidFill>
              </a:defRPr>
            </a:lvl8pPr>
            <a:lvl9pPr algn="ctr">
              <a:defRPr sz="2100" b="1">
                <a:solidFill>
                  <a:srgbClr val="3A86FF"/>
                </a:solidFill>
              </a:defRPr>
            </a:lvl9pPr>
          </a:lstStyle>
          <a:p xmlns:a="http://schemas.openxmlformats.org/drawingml/2006/main">
            <a:pPr algn="ctr">
              <a:defRPr sz="2100" b="1">
                <a:solidFill>
                  <a:srgbClr val="3A86FF"/>
                </a:solidFill>
              </a:defRPr>
            </a:pPr>
            <a:r>
              <a:rPr sz="2100" b="1">
                <a:solidFill>
                  <a:srgbClr val="3A86FF"/>
                </a:solidFill>
              </a:rPr>
              <a:t>BASELINE</a:t>
            </a:r>
          </a:p>
        </p:txBody>
      </p:sp>
      <p:sp>
        <p:nvSpPr>
          <p:cNvPr id="8" name="">
            <a:extLst xmlns:a="http://schemas.openxmlformats.org/drawingml/2006/main">
              <a:ext uri="{FF2B5EF4-FFF2-40B4-BE49-F238E27FC236}">
                <a16:creationId xmlns:a16="http://schemas.microsoft.com/office/drawing/2014/main" id="{2A97E7F3-0C1A-47ED-99FA-6920C4579E18}"/>
              </a:ext>
            </a:extLst>
          </p:cNvPr>
          <p:cNvSpPr>
            <a:spLocks xmlns:a="http://schemas.openxmlformats.org/drawingml/2006/main" noGrp="1"/>
          </p:cNvSpPr>
          <p:nvPr/>
        </p:nvSpPr>
        <p:spPr>
          <a:xfrm xmlns:a="http://schemas.openxmlformats.org/drawingml/2006/main">
            <a:off x="8382000" y="3048000"/>
            <a:ext cx="2190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100" b="1">
                <a:solidFill>
                  <a:srgbClr val="FF7A00"/>
                </a:solidFill>
              </a:defRPr>
            </a:defPPr>
            <a:lvl1pPr algn="ctr">
              <a:defRPr sz="2100" b="1">
                <a:solidFill>
                  <a:srgbClr val="FF7A00"/>
                </a:solidFill>
              </a:defRPr>
            </a:lvl1pPr>
            <a:lvl2pPr algn="ctr">
              <a:defRPr sz="2100" b="1">
                <a:solidFill>
                  <a:srgbClr val="FF7A00"/>
                </a:solidFill>
              </a:defRPr>
            </a:lvl2pPr>
            <a:lvl3pPr algn="ctr">
              <a:defRPr sz="2100" b="1">
                <a:solidFill>
                  <a:srgbClr val="FF7A00"/>
                </a:solidFill>
              </a:defRPr>
            </a:lvl3pPr>
            <a:lvl4pPr algn="ctr">
              <a:defRPr sz="2100" b="1">
                <a:solidFill>
                  <a:srgbClr val="FF7A00"/>
                </a:solidFill>
              </a:defRPr>
            </a:lvl4pPr>
            <a:lvl5pPr algn="ctr">
              <a:defRPr sz="2100" b="1">
                <a:solidFill>
                  <a:srgbClr val="FF7A00"/>
                </a:solidFill>
              </a:defRPr>
            </a:lvl5pPr>
            <a:lvl6pPr algn="ctr">
              <a:defRPr sz="2100" b="1">
                <a:solidFill>
                  <a:srgbClr val="FF7A00"/>
                </a:solidFill>
              </a:defRPr>
            </a:lvl6pPr>
            <a:lvl7pPr algn="ctr">
              <a:defRPr sz="2100" b="1">
                <a:solidFill>
                  <a:srgbClr val="FF7A00"/>
                </a:solidFill>
              </a:defRPr>
            </a:lvl7pPr>
            <a:lvl8pPr algn="ctr">
              <a:defRPr sz="2100" b="1">
                <a:solidFill>
                  <a:srgbClr val="FF7A00"/>
                </a:solidFill>
              </a:defRPr>
            </a:lvl8pPr>
            <a:lvl9pPr algn="ctr">
              <a:defRPr sz="2100" b="1">
                <a:solidFill>
                  <a:srgbClr val="FF7A00"/>
                </a:solidFill>
              </a:defRPr>
            </a:lvl9pPr>
          </a:lstStyle>
          <a:p xmlns:a="http://schemas.openxmlformats.org/drawingml/2006/main">
            <a:pPr algn="ctr">
              <a:defRPr sz="2100" b="1">
                <a:solidFill>
                  <a:srgbClr val="FF7A00"/>
                </a:solidFill>
              </a:defRPr>
            </a:pPr>
            <a:r>
              <a:rPr sz="2100" b="1">
                <a:solidFill>
                  <a:srgbClr val="FF7A00"/>
                </a:solidFill>
              </a:rPr>
              <a:t>LIVE DATA</a:t>
            </a:r>
          </a:p>
        </p:txBody>
      </p:sp>
      <p:sp>
        <p:nvSpPr>
          <p:cNvPr id="9" name="">
            <a:extLst xmlns:a="http://schemas.openxmlformats.org/drawingml/2006/main">
              <a:ext uri="{FF2B5EF4-FFF2-40B4-BE49-F238E27FC236}">
                <a16:creationId xmlns:a16="http://schemas.microsoft.com/office/drawing/2014/main" id="{4F3528C7-202E-41E7-81E6-E9769D024D34}"/>
              </a:ext>
            </a:extLst>
          </p:cNvPr>
          <p:cNvSpPr>
            <a:spLocks xmlns:a="http://schemas.openxmlformats.org/drawingml/2006/main" noGrp="1"/>
          </p:cNvSpPr>
          <p:nvPr/>
        </p:nvSpPr>
        <p:spPr>
          <a:xfrm xmlns:a="http://schemas.openxmlformats.org/drawingml/2006/main">
            <a:off x="5095875" y="2667000"/>
            <a:ext cx="2000250" cy="2000250"/>
          </a:xfrm>
          <a:prstGeom xmlns:a="http://schemas.openxmlformats.org/drawingml/2006/main" prst="diamond">
            <a:avLst/>
          </a:prstGeom>
          <a:solidFill xmlns:a="http://schemas.openxmlformats.org/drawingml/2006/main">
            <a:srgbClr val="FFD16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CAAF734-0B14-4EC7-A791-645047B78DDF}"/>
              </a:ext>
            </a:extLst>
          </p:cNvPr>
          <p:cNvSpPr>
            <a:spLocks xmlns:a="http://schemas.openxmlformats.org/drawingml/2006/main" noGrp="1"/>
          </p:cNvSpPr>
          <p:nvPr/>
        </p:nvSpPr>
        <p:spPr>
          <a:xfrm xmlns:a="http://schemas.openxmlformats.org/drawingml/2006/main">
            <a:off x="5334000" y="3286125"/>
            <a:ext cx="1524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0B132B"/>
                </a:solidFill>
              </a:defRPr>
            </a:defPPr>
            <a:lvl1pPr algn="ctr">
              <a:defRPr sz="1725" b="1">
                <a:solidFill>
                  <a:srgbClr val="0B132B"/>
                </a:solidFill>
              </a:defRPr>
            </a:lvl1pPr>
            <a:lvl2pPr algn="ctr">
              <a:defRPr sz="1725" b="1">
                <a:solidFill>
                  <a:srgbClr val="0B132B"/>
                </a:solidFill>
              </a:defRPr>
            </a:lvl2pPr>
            <a:lvl3pPr algn="ctr">
              <a:defRPr sz="1725" b="1">
                <a:solidFill>
                  <a:srgbClr val="0B132B"/>
                </a:solidFill>
              </a:defRPr>
            </a:lvl3pPr>
            <a:lvl4pPr algn="ctr">
              <a:defRPr sz="1725" b="1">
                <a:solidFill>
                  <a:srgbClr val="0B132B"/>
                </a:solidFill>
              </a:defRPr>
            </a:lvl4pPr>
            <a:lvl5pPr algn="ctr">
              <a:defRPr sz="1725" b="1">
                <a:solidFill>
                  <a:srgbClr val="0B132B"/>
                </a:solidFill>
              </a:defRPr>
            </a:lvl5pPr>
            <a:lvl6pPr algn="ctr">
              <a:defRPr sz="1725" b="1">
                <a:solidFill>
                  <a:srgbClr val="0B132B"/>
                </a:solidFill>
              </a:defRPr>
            </a:lvl6pPr>
            <a:lvl7pPr algn="ctr">
              <a:defRPr sz="1725" b="1">
                <a:solidFill>
                  <a:srgbClr val="0B132B"/>
                </a:solidFill>
              </a:defRPr>
            </a:lvl7pPr>
            <a:lvl8pPr algn="ctr">
              <a:defRPr sz="1725" b="1">
                <a:solidFill>
                  <a:srgbClr val="0B132B"/>
                </a:solidFill>
              </a:defRPr>
            </a:lvl8pPr>
            <a:lvl9pPr algn="ctr">
              <a:defRPr sz="1725" b="1">
                <a:solidFill>
                  <a:srgbClr val="0B132B"/>
                </a:solidFill>
              </a:defRPr>
            </a:lvl9pPr>
          </a:lstStyle>
          <a:p xmlns:a="http://schemas.openxmlformats.org/drawingml/2006/main">
            <a:pPr algn="ctr">
              <a:defRPr sz="1725" b="1">
                <a:solidFill>
                  <a:srgbClr val="0B132B"/>
                </a:solidFill>
              </a:defRPr>
            </a:pPr>
            <a:r>
              <a:rPr sz="1725" b="1">
                <a:solidFill>
                  <a:srgbClr val="0B132B"/>
                </a:solidFill>
              </a:rPr>
              <a:t>COMPARE</a:t>
            </a:r>
          </a:p>
        </p:txBody>
      </p:sp>
      <p:sp>
        <p:nvSpPr>
          <p:cNvPr id="11" name="">
            <a:extLst xmlns:a="http://schemas.openxmlformats.org/drawingml/2006/main">
              <a:ext uri="{FF2B5EF4-FFF2-40B4-BE49-F238E27FC236}">
                <a16:creationId xmlns:a16="http://schemas.microsoft.com/office/drawing/2014/main" id="{EF4158BC-9AEA-4831-8B47-C75C50ACC756}"/>
              </a:ext>
            </a:extLst>
          </p:cNvPr>
          <p:cNvSpPr>
            <a:spLocks xmlns:a="http://schemas.openxmlformats.org/drawingml/2006/main" noGrp="1"/>
          </p:cNvSpPr>
          <p:nvPr/>
        </p:nvSpPr>
        <p:spPr>
          <a:xfrm xmlns:a="http://schemas.openxmlformats.org/drawingml/2006/main">
            <a:off x="1381125" y="47625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0">
                <a:solidFill>
                  <a:srgbClr val="A8B2C6"/>
                </a:solidFill>
              </a:defRPr>
            </a:defPPr>
            <a:lvl1pPr algn="ctr">
              <a:defRPr sz="1275" b="0">
                <a:solidFill>
                  <a:srgbClr val="A8B2C6"/>
                </a:solidFill>
              </a:defRPr>
            </a:lvl1pPr>
            <a:lvl2pPr algn="ctr">
              <a:defRPr sz="1275" b="0">
                <a:solidFill>
                  <a:srgbClr val="A8B2C6"/>
                </a:solidFill>
              </a:defRPr>
            </a:lvl2pPr>
            <a:lvl3pPr algn="ctr">
              <a:defRPr sz="1275" b="0">
                <a:solidFill>
                  <a:srgbClr val="A8B2C6"/>
                </a:solidFill>
              </a:defRPr>
            </a:lvl3pPr>
            <a:lvl4pPr algn="ctr">
              <a:defRPr sz="1275" b="0">
                <a:solidFill>
                  <a:srgbClr val="A8B2C6"/>
                </a:solidFill>
              </a:defRPr>
            </a:lvl4pPr>
            <a:lvl5pPr algn="ctr">
              <a:defRPr sz="1275" b="0">
                <a:solidFill>
                  <a:srgbClr val="A8B2C6"/>
                </a:solidFill>
              </a:defRPr>
            </a:lvl5pPr>
            <a:lvl6pPr algn="ctr">
              <a:defRPr sz="1275" b="0">
                <a:solidFill>
                  <a:srgbClr val="A8B2C6"/>
                </a:solidFill>
              </a:defRPr>
            </a:lvl6pPr>
            <a:lvl7pPr algn="ctr">
              <a:defRPr sz="1275" b="0">
                <a:solidFill>
                  <a:srgbClr val="A8B2C6"/>
                </a:solidFill>
              </a:defRPr>
            </a:lvl7pPr>
            <a:lvl8pPr algn="ctr">
              <a:defRPr sz="1275" b="0">
                <a:solidFill>
                  <a:srgbClr val="A8B2C6"/>
                </a:solidFill>
              </a:defRPr>
            </a:lvl8pPr>
            <a:lvl9pPr algn="ctr">
              <a:defRPr sz="1275" b="0">
                <a:solidFill>
                  <a:srgbClr val="A8B2C6"/>
                </a:solidFill>
              </a:defRPr>
            </a:lvl9pPr>
          </a:lstStyle>
          <a:p xmlns:a="http://schemas.openxmlformats.org/drawingml/2006/main">
            <a:pPr algn="ctr">
              <a:defRPr sz="1275" b="0">
                <a:solidFill>
                  <a:srgbClr val="A8B2C6"/>
                </a:solidFill>
              </a:defRPr>
            </a:pPr>
            <a:r>
              <a:rPr sz="1275" b="0">
                <a:solidFill>
                  <a:srgbClr val="A8B2C6"/>
                </a:solidFill>
              </a:rPr>
              <a:t>Expected statistics</a:t>
            </a:r>
          </a:p>
        </p:txBody>
      </p:sp>
      <p:sp>
        <p:nvSpPr>
          <p:cNvPr id="12" name="">
            <a:extLst xmlns:a="http://schemas.openxmlformats.org/drawingml/2006/main">
              <a:ext uri="{FF2B5EF4-FFF2-40B4-BE49-F238E27FC236}">
                <a16:creationId xmlns:a16="http://schemas.microsoft.com/office/drawing/2014/main" id="{AAEC501A-E512-46D1-8559-EC8BA9AC8ED9}"/>
              </a:ext>
            </a:extLst>
          </p:cNvPr>
          <p:cNvSpPr>
            <a:spLocks xmlns:a="http://schemas.openxmlformats.org/drawingml/2006/main" noGrp="1"/>
          </p:cNvSpPr>
          <p:nvPr/>
        </p:nvSpPr>
        <p:spPr>
          <a:xfrm xmlns:a="http://schemas.openxmlformats.org/drawingml/2006/main">
            <a:off x="8143875" y="47625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0">
                <a:solidFill>
                  <a:srgbClr val="A8B2C6"/>
                </a:solidFill>
              </a:defRPr>
            </a:defPPr>
            <a:lvl1pPr algn="ctr">
              <a:defRPr sz="1275" b="0">
                <a:solidFill>
                  <a:srgbClr val="A8B2C6"/>
                </a:solidFill>
              </a:defRPr>
            </a:lvl1pPr>
            <a:lvl2pPr algn="ctr">
              <a:defRPr sz="1275" b="0">
                <a:solidFill>
                  <a:srgbClr val="A8B2C6"/>
                </a:solidFill>
              </a:defRPr>
            </a:lvl2pPr>
            <a:lvl3pPr algn="ctr">
              <a:defRPr sz="1275" b="0">
                <a:solidFill>
                  <a:srgbClr val="A8B2C6"/>
                </a:solidFill>
              </a:defRPr>
            </a:lvl3pPr>
            <a:lvl4pPr algn="ctr">
              <a:defRPr sz="1275" b="0">
                <a:solidFill>
                  <a:srgbClr val="A8B2C6"/>
                </a:solidFill>
              </a:defRPr>
            </a:lvl4pPr>
            <a:lvl5pPr algn="ctr">
              <a:defRPr sz="1275" b="0">
                <a:solidFill>
                  <a:srgbClr val="A8B2C6"/>
                </a:solidFill>
              </a:defRPr>
            </a:lvl5pPr>
            <a:lvl6pPr algn="ctr">
              <a:defRPr sz="1275" b="0">
                <a:solidFill>
                  <a:srgbClr val="A8B2C6"/>
                </a:solidFill>
              </a:defRPr>
            </a:lvl6pPr>
            <a:lvl7pPr algn="ctr">
              <a:defRPr sz="1275" b="0">
                <a:solidFill>
                  <a:srgbClr val="A8B2C6"/>
                </a:solidFill>
              </a:defRPr>
            </a:lvl7pPr>
            <a:lvl8pPr algn="ctr">
              <a:defRPr sz="1275" b="0">
                <a:solidFill>
                  <a:srgbClr val="A8B2C6"/>
                </a:solidFill>
              </a:defRPr>
            </a:lvl8pPr>
            <a:lvl9pPr algn="ctr">
              <a:defRPr sz="1275" b="0">
                <a:solidFill>
                  <a:srgbClr val="A8B2C6"/>
                </a:solidFill>
              </a:defRPr>
            </a:lvl9pPr>
          </a:lstStyle>
          <a:p xmlns:a="http://schemas.openxmlformats.org/drawingml/2006/main">
            <a:pPr algn="ctr">
              <a:defRPr sz="1275" b="0">
                <a:solidFill>
                  <a:srgbClr val="A8B2C6"/>
                </a:solidFill>
              </a:defRPr>
            </a:pPr>
            <a:r>
              <a:rPr sz="1275" b="0">
                <a:solidFill>
                  <a:srgbClr val="A8B2C6"/>
                </a:solidFill>
              </a:rPr>
              <a:t>Observed statistics</a:t>
            </a:r>
          </a:p>
        </p:txBody>
      </p:sp>
    </p:spTree>
    <p:extLst>
      <p:ext uri="{BB962C8B-B14F-4D97-AF65-F5344CB8AC3E}">
        <p14:creationId xmlns:p14="http://schemas.microsoft.com/office/powerpoint/2010/main" val="2121916603"/>
      </p:ext>
    </p:extLst>
  </p:cSld>
</p:sld>
</file>

<file path=ppt/slides/slide4.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C1BFF91-13A0-474D-97E4-9045A6FE48A3}"/>
              </a:ext>
            </a:extLst>
          </p:cNvPr>
          <p:cNvSpPr>
            <a:spLocks xmlns:a="http://schemas.openxmlformats.org/drawingml/2006/main" noGrp="1"/>
          </p:cNvSpPr>
          <p:nvPr/>
        </p:nvSpPr>
        <p:spPr>
          <a:xfrm xmlns:a="http://schemas.openxmlformats.org/drawingml/2006/main">
            <a:off x="609600" y="28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A8B2C6"/>
                </a:solidFill>
              </a:defRPr>
            </a:defPPr>
            <a:lvl1pPr algn="l">
              <a:defRPr sz="1050" b="1">
                <a:solidFill>
                  <a:srgbClr val="A8B2C6"/>
                </a:solidFill>
              </a:defRPr>
            </a:lvl1pPr>
            <a:lvl2pPr algn="l">
              <a:defRPr sz="1050" b="1">
                <a:solidFill>
                  <a:srgbClr val="A8B2C6"/>
                </a:solidFill>
              </a:defRPr>
            </a:lvl2pPr>
            <a:lvl3pPr algn="l">
              <a:defRPr sz="1050" b="1">
                <a:solidFill>
                  <a:srgbClr val="A8B2C6"/>
                </a:solidFill>
              </a:defRPr>
            </a:lvl3pPr>
            <a:lvl4pPr algn="l">
              <a:defRPr sz="1050" b="1">
                <a:solidFill>
                  <a:srgbClr val="A8B2C6"/>
                </a:solidFill>
              </a:defRPr>
            </a:lvl4pPr>
            <a:lvl5pPr algn="l">
              <a:defRPr sz="1050" b="1">
                <a:solidFill>
                  <a:srgbClr val="A8B2C6"/>
                </a:solidFill>
              </a:defRPr>
            </a:lvl5pPr>
            <a:lvl6pPr algn="l">
              <a:defRPr sz="1050" b="1">
                <a:solidFill>
                  <a:srgbClr val="A8B2C6"/>
                </a:solidFill>
              </a:defRPr>
            </a:lvl6pPr>
            <a:lvl7pPr algn="l">
              <a:defRPr sz="1050" b="1">
                <a:solidFill>
                  <a:srgbClr val="A8B2C6"/>
                </a:solidFill>
              </a:defRPr>
            </a:lvl7pPr>
            <a:lvl8pPr algn="l">
              <a:defRPr sz="1050" b="1">
                <a:solidFill>
                  <a:srgbClr val="A8B2C6"/>
                </a:solidFill>
              </a:defRPr>
            </a:lvl8pPr>
            <a:lvl9pPr algn="l">
              <a:defRPr sz="1050" b="1">
                <a:solidFill>
                  <a:srgbClr val="A8B2C6"/>
                </a:solidFill>
              </a:defRPr>
            </a:lvl9pPr>
          </a:lstStyle>
          <a:p xmlns:a="http://schemas.openxmlformats.org/drawingml/2006/main">
            <a:pPr algn="l">
              <a:defRPr sz="1050" b="1">
                <a:solidFill>
                  <a:srgbClr val="A8B2C6"/>
                </a:solidFill>
              </a:defRPr>
            </a:pPr>
            <a:r>
              <a:rPr sz="1050" b="1">
                <a:solidFill>
                  <a:srgbClr val="A8B2C6"/>
                </a:solidFill>
              </a:rPr>
              <a:t>WEEK 10 · PART 2</a:t>
            </a:r>
          </a:p>
        </p:txBody>
      </p:sp>
      <p:sp>
        <p:nvSpPr>
          <p:cNvPr id="2" name="">
            <a:extLst xmlns:a="http://schemas.openxmlformats.org/drawingml/2006/main">
              <a:ext uri="{FF2B5EF4-FFF2-40B4-BE49-F238E27FC236}">
                <a16:creationId xmlns:a16="http://schemas.microsoft.com/office/drawing/2014/main" id="{872758FC-13F9-4EE0-8A3C-C619931190BF}"/>
              </a:ext>
            </a:extLst>
          </p:cNvPr>
          <p:cNvSpPr>
            <a:spLocks xmlns:a="http://schemas.openxmlformats.org/drawingml/2006/main" noGrp="1"/>
          </p:cNvSpPr>
          <p:nvPr/>
        </p:nvSpPr>
        <p:spPr>
          <a:xfrm xmlns:a="http://schemas.openxmlformats.org/drawingml/2006/main">
            <a:off x="11049000" y="26670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350" b="1">
                <a:solidFill>
                  <a:srgbClr val="A8B2C6"/>
                </a:solidFill>
              </a:defRPr>
            </a:defPPr>
            <a:lvl1pPr algn="r">
              <a:defRPr sz="1350" b="1">
                <a:solidFill>
                  <a:srgbClr val="A8B2C6"/>
                </a:solidFill>
              </a:defRPr>
            </a:lvl1pPr>
            <a:lvl2pPr algn="r">
              <a:defRPr sz="1350" b="1">
                <a:solidFill>
                  <a:srgbClr val="A8B2C6"/>
                </a:solidFill>
              </a:defRPr>
            </a:lvl2pPr>
            <a:lvl3pPr algn="r">
              <a:defRPr sz="1350" b="1">
                <a:solidFill>
                  <a:srgbClr val="A8B2C6"/>
                </a:solidFill>
              </a:defRPr>
            </a:lvl3pPr>
            <a:lvl4pPr algn="r">
              <a:defRPr sz="1350" b="1">
                <a:solidFill>
                  <a:srgbClr val="A8B2C6"/>
                </a:solidFill>
              </a:defRPr>
            </a:lvl4pPr>
            <a:lvl5pPr algn="r">
              <a:defRPr sz="1350" b="1">
                <a:solidFill>
                  <a:srgbClr val="A8B2C6"/>
                </a:solidFill>
              </a:defRPr>
            </a:lvl5pPr>
            <a:lvl6pPr algn="r">
              <a:defRPr sz="1350" b="1">
                <a:solidFill>
                  <a:srgbClr val="A8B2C6"/>
                </a:solidFill>
              </a:defRPr>
            </a:lvl6pPr>
            <a:lvl7pPr algn="r">
              <a:defRPr sz="1350" b="1">
                <a:solidFill>
                  <a:srgbClr val="A8B2C6"/>
                </a:solidFill>
              </a:defRPr>
            </a:lvl7pPr>
            <a:lvl8pPr algn="r">
              <a:defRPr sz="1350" b="1">
                <a:solidFill>
                  <a:srgbClr val="A8B2C6"/>
                </a:solidFill>
              </a:defRPr>
            </a:lvl8pPr>
            <a:lvl9pPr algn="r">
              <a:defRPr sz="1350" b="1">
                <a:solidFill>
                  <a:srgbClr val="A8B2C6"/>
                </a:solidFill>
              </a:defRPr>
            </a:lvl9pPr>
          </a:lstStyle>
          <a:p xmlns:a="http://schemas.openxmlformats.org/drawingml/2006/main">
            <a:pPr algn="r">
              <a:defRPr sz="1350" b="1">
                <a:solidFill>
                  <a:srgbClr val="A8B2C6"/>
                </a:solidFill>
              </a:defRPr>
            </a:pPr>
            <a:r>
              <a:rPr sz="1350" b="1">
                <a:solidFill>
                  <a:srgbClr val="A8B2C6"/>
                </a:solidFill>
              </a:rPr>
              <a:t>04</a:t>
            </a:r>
          </a:p>
        </p:txBody>
      </p:sp>
      <p:sp>
        <p:nvSpPr>
          <p:cNvPr id="3" name="">
            <a:extLst xmlns:a="http://schemas.openxmlformats.org/drawingml/2006/main">
              <a:ext uri="{FF2B5EF4-FFF2-40B4-BE49-F238E27FC236}">
                <a16:creationId xmlns:a16="http://schemas.microsoft.com/office/drawing/2014/main" id="{7AA438CD-BE92-4C64-ACE5-202F0A6BFF28}"/>
              </a:ext>
            </a:extLst>
          </p:cNvPr>
          <p:cNvSpPr>
            <a:spLocks xmlns:a="http://schemas.openxmlformats.org/drawingml/2006/main" noGrp="1"/>
          </p:cNvSpPr>
          <p:nvPr/>
        </p:nvSpPr>
        <p:spPr>
          <a:xfrm xmlns:a="http://schemas.openxmlformats.org/drawingml/2006/main">
            <a:off x="609600" y="7239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F6F7FB"/>
                </a:solidFill>
              </a:defRPr>
            </a:defPPr>
            <a:lvl1pPr algn="l">
              <a:defRPr sz="2550" b="1">
                <a:solidFill>
                  <a:srgbClr val="F6F7FB"/>
                </a:solidFill>
              </a:defRPr>
            </a:lvl1pPr>
            <a:lvl2pPr algn="l">
              <a:defRPr sz="2550" b="1">
                <a:solidFill>
                  <a:srgbClr val="F6F7FB"/>
                </a:solidFill>
              </a:defRPr>
            </a:lvl2pPr>
            <a:lvl3pPr algn="l">
              <a:defRPr sz="2550" b="1">
                <a:solidFill>
                  <a:srgbClr val="F6F7FB"/>
                </a:solidFill>
              </a:defRPr>
            </a:lvl3pPr>
            <a:lvl4pPr algn="l">
              <a:defRPr sz="2550" b="1">
                <a:solidFill>
                  <a:srgbClr val="F6F7FB"/>
                </a:solidFill>
              </a:defRPr>
            </a:lvl4pPr>
            <a:lvl5pPr algn="l">
              <a:defRPr sz="2550" b="1">
                <a:solidFill>
                  <a:srgbClr val="F6F7FB"/>
                </a:solidFill>
              </a:defRPr>
            </a:lvl5pPr>
            <a:lvl6pPr algn="l">
              <a:defRPr sz="2550" b="1">
                <a:solidFill>
                  <a:srgbClr val="F6F7FB"/>
                </a:solidFill>
              </a:defRPr>
            </a:lvl6pPr>
            <a:lvl7pPr algn="l">
              <a:defRPr sz="2550" b="1">
                <a:solidFill>
                  <a:srgbClr val="F6F7FB"/>
                </a:solidFill>
              </a:defRPr>
            </a:lvl7pPr>
            <a:lvl8pPr algn="l">
              <a:defRPr sz="2550" b="1">
                <a:solidFill>
                  <a:srgbClr val="F6F7FB"/>
                </a:solidFill>
              </a:defRPr>
            </a:lvl8pPr>
            <a:lvl9pPr algn="l">
              <a:defRPr sz="2550" b="1">
                <a:solidFill>
                  <a:srgbClr val="F6F7FB"/>
                </a:solidFill>
              </a:defRPr>
            </a:lvl9pPr>
          </a:lstStyle>
          <a:p xmlns:a="http://schemas.openxmlformats.org/drawingml/2006/main">
            <a:pPr algn="l">
              <a:defRPr sz="2550" b="1">
                <a:solidFill>
                  <a:srgbClr val="F6F7FB"/>
                </a:solidFill>
              </a:defRPr>
            </a:pPr>
            <a:r>
              <a:rPr sz="2550" b="1">
                <a:solidFill>
                  <a:srgbClr val="F6F7FB"/>
                </a:solidFill>
              </a:rPr>
              <a:t>Monitoring schedules and stored results</a:t>
            </a:r>
          </a:p>
        </p:txBody>
      </p:sp>
      <p:sp>
        <p:nvSpPr>
          <p:cNvPr id="4" name="">
            <a:extLst xmlns:a="http://schemas.openxmlformats.org/drawingml/2006/main">
              <a:ext uri="{FF2B5EF4-FFF2-40B4-BE49-F238E27FC236}">
                <a16:creationId xmlns:a16="http://schemas.microsoft.com/office/drawing/2014/main" id="{6857ED07-CB8E-43B0-8732-A69DA4196853}"/>
              </a:ext>
            </a:extLst>
          </p:cNvPr>
          <p:cNvSpPr>
            <a:spLocks xmlns:a="http://schemas.openxmlformats.org/drawingml/2006/main" noGrp="1"/>
          </p:cNvSpPr>
          <p:nvPr/>
        </p:nvSpPr>
        <p:spPr>
          <a:xfrm xmlns:a="http://schemas.openxmlformats.org/drawingml/2006/main">
            <a:off x="609600" y="65341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750" b="0">
                <a:solidFill>
                  <a:srgbClr val="A8B2C6"/>
                </a:solidFill>
              </a:defRPr>
            </a:defPPr>
            <a:lvl1pPr algn="l">
              <a:defRPr sz="750" b="0">
                <a:solidFill>
                  <a:srgbClr val="A8B2C6"/>
                </a:solidFill>
              </a:defRPr>
            </a:lvl1pPr>
            <a:lvl2pPr algn="l">
              <a:defRPr sz="750" b="0">
                <a:solidFill>
                  <a:srgbClr val="A8B2C6"/>
                </a:solidFill>
              </a:defRPr>
            </a:lvl2pPr>
            <a:lvl3pPr algn="l">
              <a:defRPr sz="750" b="0">
                <a:solidFill>
                  <a:srgbClr val="A8B2C6"/>
                </a:solidFill>
              </a:defRPr>
            </a:lvl3pPr>
            <a:lvl4pPr algn="l">
              <a:defRPr sz="750" b="0">
                <a:solidFill>
                  <a:srgbClr val="A8B2C6"/>
                </a:solidFill>
              </a:defRPr>
            </a:lvl4pPr>
            <a:lvl5pPr algn="l">
              <a:defRPr sz="750" b="0">
                <a:solidFill>
                  <a:srgbClr val="A8B2C6"/>
                </a:solidFill>
              </a:defRPr>
            </a:lvl5pPr>
            <a:lvl6pPr algn="l">
              <a:defRPr sz="750" b="0">
                <a:solidFill>
                  <a:srgbClr val="A8B2C6"/>
                </a:solidFill>
              </a:defRPr>
            </a:lvl6pPr>
            <a:lvl7pPr algn="l">
              <a:defRPr sz="750" b="0">
                <a:solidFill>
                  <a:srgbClr val="A8B2C6"/>
                </a:solidFill>
              </a:defRPr>
            </a:lvl7pPr>
            <a:lvl8pPr algn="l">
              <a:defRPr sz="750" b="0">
                <a:solidFill>
                  <a:srgbClr val="A8B2C6"/>
                </a:solidFill>
              </a:defRPr>
            </a:lvl8pPr>
            <a:lvl9pPr algn="l">
              <a:defRPr sz="750" b="0">
                <a:solidFill>
                  <a:srgbClr val="A8B2C6"/>
                </a:solidFill>
              </a:defRPr>
            </a:lvl9pPr>
          </a:lstStyle>
          <a:p xmlns:a="http://schemas.openxmlformats.org/drawingml/2006/main">
            <a:pPr algn="l">
              <a:defRPr sz="750" b="0">
                <a:solidFill>
                  <a:srgbClr val="A8B2C6"/>
                </a:solidFill>
              </a:defRPr>
            </a:pPr>
            <a:r>
              <a:rPr sz="750" b="0">
                <a:solidFill>
                  <a:srgbClr val="A8B2C6"/>
                </a:solidFill>
              </a:rPr>
              <a:t>AWS ML Engineer · Week 10 · Part 2</a:t>
            </a:r>
          </a:p>
        </p:txBody>
      </p:sp>
      <p:sp>
        <p:nvSpPr>
          <p:cNvPr id="5" name="">
            <a:extLst xmlns:a="http://schemas.openxmlformats.org/drawingml/2006/main">
              <a:ext uri="{FF2B5EF4-FFF2-40B4-BE49-F238E27FC236}">
                <a16:creationId xmlns:a16="http://schemas.microsoft.com/office/drawing/2014/main" id="{1881E9C7-D2BE-4360-8337-BC4425E9780B}"/>
              </a:ext>
            </a:extLst>
          </p:cNvPr>
          <p:cNvSpPr>
            <a:spLocks xmlns:a="http://schemas.openxmlformats.org/drawingml/2006/main" noGrp="1"/>
          </p:cNvSpPr>
          <p:nvPr/>
        </p:nvSpPr>
        <p:spPr>
          <a:xfrm xmlns:a="http://schemas.openxmlformats.org/drawingml/2006/main">
            <a:off x="857250" y="2095500"/>
            <a:ext cx="2286000" cy="1619250"/>
          </a:xfrm>
          <a:prstGeom xmlns:a="http://schemas.openxmlformats.org/drawingml/2006/main" prst="roundRect">
            <a:avLst>
              <a:gd name="adj" fmla="val 7059"/>
            </a:avLst>
          </a:prstGeom>
          <a:solidFill xmlns:a="http://schemas.openxmlformats.org/drawingml/2006/main">
            <a:srgbClr val="FF7A0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1BAC7B5-D810-41E4-9FB6-DD525448A40C}"/>
              </a:ext>
            </a:extLst>
          </p:cNvPr>
          <p:cNvSpPr>
            <a:spLocks xmlns:a="http://schemas.openxmlformats.org/drawingml/2006/main" noGrp="1"/>
          </p:cNvSpPr>
          <p:nvPr/>
        </p:nvSpPr>
        <p:spPr>
          <a:xfrm xmlns:a="http://schemas.openxmlformats.org/drawingml/2006/main">
            <a:off x="1047750" y="2524125"/>
            <a:ext cx="1905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6F7FB"/>
                </a:solidFill>
              </a:defRPr>
            </a:defPPr>
            <a:lvl1pPr algn="ctr">
              <a:defRPr sz="1500" b="1">
                <a:solidFill>
                  <a:srgbClr val="F6F7FB"/>
                </a:solidFill>
              </a:defRPr>
            </a:lvl1pPr>
            <a:lvl2pPr algn="ctr">
              <a:defRPr sz="1500" b="1">
                <a:solidFill>
                  <a:srgbClr val="F6F7FB"/>
                </a:solidFill>
              </a:defRPr>
            </a:lvl2pPr>
            <a:lvl3pPr algn="ctr">
              <a:defRPr sz="1500" b="1">
                <a:solidFill>
                  <a:srgbClr val="F6F7FB"/>
                </a:solidFill>
              </a:defRPr>
            </a:lvl3pPr>
            <a:lvl4pPr algn="ctr">
              <a:defRPr sz="1500" b="1">
                <a:solidFill>
                  <a:srgbClr val="F6F7FB"/>
                </a:solidFill>
              </a:defRPr>
            </a:lvl4pPr>
            <a:lvl5pPr algn="ctr">
              <a:defRPr sz="1500" b="1">
                <a:solidFill>
                  <a:srgbClr val="F6F7FB"/>
                </a:solidFill>
              </a:defRPr>
            </a:lvl5pPr>
            <a:lvl6pPr algn="ctr">
              <a:defRPr sz="1500" b="1">
                <a:solidFill>
                  <a:srgbClr val="F6F7FB"/>
                </a:solidFill>
              </a:defRPr>
            </a:lvl6pPr>
            <a:lvl7pPr algn="ctr">
              <a:defRPr sz="1500" b="1">
                <a:solidFill>
                  <a:srgbClr val="F6F7FB"/>
                </a:solidFill>
              </a:defRPr>
            </a:lvl7pPr>
            <a:lvl8pPr algn="ctr">
              <a:defRPr sz="1500" b="1">
                <a:solidFill>
                  <a:srgbClr val="F6F7FB"/>
                </a:solidFill>
              </a:defRPr>
            </a:lvl8pPr>
            <a:lvl9pPr algn="ctr">
              <a:defRPr sz="1500" b="1">
                <a:solidFill>
                  <a:srgbClr val="F6F7FB"/>
                </a:solidFill>
              </a:defRPr>
            </a:lvl9pPr>
          </a:lstStyle>
          <a:p xmlns:a="http://schemas.openxmlformats.org/drawingml/2006/main">
            <a:pPr algn="ctr">
              <a:defRPr sz="1500" b="1">
                <a:solidFill>
                  <a:srgbClr val="F6F7FB"/>
                </a:solidFill>
              </a:defRPr>
            </a:pPr>
            <a:r>
              <a:rPr sz="1500" b="1">
                <a:solidFill>
                  <a:srgbClr val="F6F7FB"/>
                </a:solidFill>
              </a:rPr>
              <a:t>SCHEDULE</a:t>
            </a:r>
          </a:p>
        </p:txBody>
      </p:sp>
      <p:sp>
        <p:nvSpPr>
          <p:cNvPr id="7" name="">
            <a:extLst xmlns:a="http://schemas.openxmlformats.org/drawingml/2006/main">
              <a:ext uri="{FF2B5EF4-FFF2-40B4-BE49-F238E27FC236}">
                <a16:creationId xmlns:a16="http://schemas.microsoft.com/office/drawing/2014/main" id="{2650858D-C020-4699-8D55-C99FA350BD01}"/>
              </a:ext>
            </a:extLst>
          </p:cNvPr>
          <p:cNvSpPr>
            <a:spLocks xmlns:a="http://schemas.openxmlformats.org/drawingml/2006/main" noGrp="1"/>
          </p:cNvSpPr>
          <p:nvPr/>
        </p:nvSpPr>
        <p:spPr>
          <a:xfrm xmlns:a="http://schemas.openxmlformats.org/drawingml/2006/main">
            <a:off x="2952750" y="2619375"/>
            <a:ext cx="857250" cy="476250"/>
          </a:xfrm>
          <a:prstGeom xmlns:a="http://schemas.openxmlformats.org/drawingml/2006/main" prst="rightArrow">
            <a:avLst/>
          </a:prstGeom>
          <a:solidFill xmlns:a="http://schemas.openxmlformats.org/drawingml/2006/main">
            <a:srgbClr val="F6F7F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766E8AD-4596-48F6-9CA7-B26874036DBC}"/>
              </a:ext>
            </a:extLst>
          </p:cNvPr>
          <p:cNvSpPr>
            <a:spLocks xmlns:a="http://schemas.openxmlformats.org/drawingml/2006/main" noGrp="1"/>
          </p:cNvSpPr>
          <p:nvPr/>
        </p:nvSpPr>
        <p:spPr>
          <a:xfrm xmlns:a="http://schemas.openxmlformats.org/drawingml/2006/main">
            <a:off x="3619500" y="2095500"/>
            <a:ext cx="2286000" cy="1619250"/>
          </a:xfrm>
          <a:prstGeom xmlns:a="http://schemas.openxmlformats.org/drawingml/2006/main" prst="roundRect">
            <a:avLst>
              <a:gd name="adj" fmla="val 7059"/>
            </a:avLst>
          </a:prstGeom>
          <a:solidFill xmlns:a="http://schemas.openxmlformats.org/drawingml/2006/main">
            <a:srgbClr val="3A86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D5A0B4B-2A87-4E6E-B913-5E4E191FFF91}"/>
              </a:ext>
            </a:extLst>
          </p:cNvPr>
          <p:cNvSpPr>
            <a:spLocks xmlns:a="http://schemas.openxmlformats.org/drawingml/2006/main" noGrp="1"/>
          </p:cNvSpPr>
          <p:nvPr/>
        </p:nvSpPr>
        <p:spPr>
          <a:xfrm xmlns:a="http://schemas.openxmlformats.org/drawingml/2006/main">
            <a:off x="3810000" y="2524125"/>
            <a:ext cx="1905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6F7FB"/>
                </a:solidFill>
              </a:defRPr>
            </a:defPPr>
            <a:lvl1pPr algn="ctr">
              <a:defRPr sz="1500" b="1">
                <a:solidFill>
                  <a:srgbClr val="F6F7FB"/>
                </a:solidFill>
              </a:defRPr>
            </a:lvl1pPr>
            <a:lvl2pPr algn="ctr">
              <a:defRPr sz="1500" b="1">
                <a:solidFill>
                  <a:srgbClr val="F6F7FB"/>
                </a:solidFill>
              </a:defRPr>
            </a:lvl2pPr>
            <a:lvl3pPr algn="ctr">
              <a:defRPr sz="1500" b="1">
                <a:solidFill>
                  <a:srgbClr val="F6F7FB"/>
                </a:solidFill>
              </a:defRPr>
            </a:lvl3pPr>
            <a:lvl4pPr algn="ctr">
              <a:defRPr sz="1500" b="1">
                <a:solidFill>
                  <a:srgbClr val="F6F7FB"/>
                </a:solidFill>
              </a:defRPr>
            </a:lvl4pPr>
            <a:lvl5pPr algn="ctr">
              <a:defRPr sz="1500" b="1">
                <a:solidFill>
                  <a:srgbClr val="F6F7FB"/>
                </a:solidFill>
              </a:defRPr>
            </a:lvl5pPr>
            <a:lvl6pPr algn="ctr">
              <a:defRPr sz="1500" b="1">
                <a:solidFill>
                  <a:srgbClr val="F6F7FB"/>
                </a:solidFill>
              </a:defRPr>
            </a:lvl6pPr>
            <a:lvl7pPr algn="ctr">
              <a:defRPr sz="1500" b="1">
                <a:solidFill>
                  <a:srgbClr val="F6F7FB"/>
                </a:solidFill>
              </a:defRPr>
            </a:lvl7pPr>
            <a:lvl8pPr algn="ctr">
              <a:defRPr sz="1500" b="1">
                <a:solidFill>
                  <a:srgbClr val="F6F7FB"/>
                </a:solidFill>
              </a:defRPr>
            </a:lvl8pPr>
            <a:lvl9pPr algn="ctr">
              <a:defRPr sz="1500" b="1">
                <a:solidFill>
                  <a:srgbClr val="F6F7FB"/>
                </a:solidFill>
              </a:defRPr>
            </a:lvl9pPr>
          </a:lstStyle>
          <a:p xmlns:a="http://schemas.openxmlformats.org/drawingml/2006/main">
            <a:pPr algn="ctr">
              <a:defRPr sz="1500" b="1">
                <a:solidFill>
                  <a:srgbClr val="F6F7FB"/>
                </a:solidFill>
              </a:defRPr>
            </a:pPr>
            <a:r>
              <a:rPr sz="1500" b="1">
                <a:solidFill>
                  <a:srgbClr val="F6F7FB"/>
                </a:solidFill>
              </a:rPr>
              <a:t>MONITORING JOB</a:t>
            </a:r>
          </a:p>
        </p:txBody>
      </p:sp>
      <p:sp>
        <p:nvSpPr>
          <p:cNvPr id="10" name="">
            <a:extLst xmlns:a="http://schemas.openxmlformats.org/drawingml/2006/main">
              <a:ext uri="{FF2B5EF4-FFF2-40B4-BE49-F238E27FC236}">
                <a16:creationId xmlns:a16="http://schemas.microsoft.com/office/drawing/2014/main" id="{7D7F19AD-E8C4-496E-84A1-D882FA6EB808}"/>
              </a:ext>
            </a:extLst>
          </p:cNvPr>
          <p:cNvSpPr>
            <a:spLocks xmlns:a="http://schemas.openxmlformats.org/drawingml/2006/main" noGrp="1"/>
          </p:cNvSpPr>
          <p:nvPr/>
        </p:nvSpPr>
        <p:spPr>
          <a:xfrm xmlns:a="http://schemas.openxmlformats.org/drawingml/2006/main">
            <a:off x="5715000" y="2619375"/>
            <a:ext cx="857250" cy="476250"/>
          </a:xfrm>
          <a:prstGeom xmlns:a="http://schemas.openxmlformats.org/drawingml/2006/main" prst="rightArrow">
            <a:avLst/>
          </a:prstGeom>
          <a:solidFill xmlns:a="http://schemas.openxmlformats.org/drawingml/2006/main">
            <a:srgbClr val="F6F7F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95EC0DD-3B4F-41DD-B619-9CB06B7BF61E}"/>
              </a:ext>
            </a:extLst>
          </p:cNvPr>
          <p:cNvSpPr>
            <a:spLocks xmlns:a="http://schemas.openxmlformats.org/drawingml/2006/main" noGrp="1"/>
          </p:cNvSpPr>
          <p:nvPr/>
        </p:nvSpPr>
        <p:spPr>
          <a:xfrm xmlns:a="http://schemas.openxmlformats.org/drawingml/2006/main">
            <a:off x="6381750" y="2095500"/>
            <a:ext cx="2286000" cy="1619250"/>
          </a:xfrm>
          <a:prstGeom xmlns:a="http://schemas.openxmlformats.org/drawingml/2006/main" prst="roundRect">
            <a:avLst>
              <a:gd name="adj" fmla="val 7059"/>
            </a:avLst>
          </a:prstGeom>
          <a:solidFill xmlns:a="http://schemas.openxmlformats.org/drawingml/2006/main">
            <a:srgbClr val="FFD16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E1E82E5-91A7-4FB4-BEDE-C4243A0B16D3}"/>
              </a:ext>
            </a:extLst>
          </p:cNvPr>
          <p:cNvSpPr>
            <a:spLocks xmlns:a="http://schemas.openxmlformats.org/drawingml/2006/main" noGrp="1"/>
          </p:cNvSpPr>
          <p:nvPr/>
        </p:nvSpPr>
        <p:spPr>
          <a:xfrm xmlns:a="http://schemas.openxmlformats.org/drawingml/2006/main">
            <a:off x="6572250" y="2524125"/>
            <a:ext cx="1905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0B132B"/>
                </a:solidFill>
              </a:defRPr>
            </a:defPPr>
            <a:lvl1pPr algn="ctr">
              <a:defRPr sz="1500" b="1">
                <a:solidFill>
                  <a:srgbClr val="0B132B"/>
                </a:solidFill>
              </a:defRPr>
            </a:lvl1pPr>
            <a:lvl2pPr algn="ctr">
              <a:defRPr sz="1500" b="1">
                <a:solidFill>
                  <a:srgbClr val="0B132B"/>
                </a:solidFill>
              </a:defRPr>
            </a:lvl2pPr>
            <a:lvl3pPr algn="ctr">
              <a:defRPr sz="1500" b="1">
                <a:solidFill>
                  <a:srgbClr val="0B132B"/>
                </a:solidFill>
              </a:defRPr>
            </a:lvl3pPr>
            <a:lvl4pPr algn="ctr">
              <a:defRPr sz="1500" b="1">
                <a:solidFill>
                  <a:srgbClr val="0B132B"/>
                </a:solidFill>
              </a:defRPr>
            </a:lvl4pPr>
            <a:lvl5pPr algn="ctr">
              <a:defRPr sz="1500" b="1">
                <a:solidFill>
                  <a:srgbClr val="0B132B"/>
                </a:solidFill>
              </a:defRPr>
            </a:lvl5pPr>
            <a:lvl6pPr algn="ctr">
              <a:defRPr sz="1500" b="1">
                <a:solidFill>
                  <a:srgbClr val="0B132B"/>
                </a:solidFill>
              </a:defRPr>
            </a:lvl6pPr>
            <a:lvl7pPr algn="ctr">
              <a:defRPr sz="1500" b="1">
                <a:solidFill>
                  <a:srgbClr val="0B132B"/>
                </a:solidFill>
              </a:defRPr>
            </a:lvl7pPr>
            <a:lvl8pPr algn="ctr">
              <a:defRPr sz="1500" b="1">
                <a:solidFill>
                  <a:srgbClr val="0B132B"/>
                </a:solidFill>
              </a:defRPr>
            </a:lvl8pPr>
            <a:lvl9pPr algn="ctr">
              <a:defRPr sz="1500" b="1">
                <a:solidFill>
                  <a:srgbClr val="0B132B"/>
                </a:solidFill>
              </a:defRPr>
            </a:lvl9pPr>
          </a:lstStyle>
          <a:p xmlns:a="http://schemas.openxmlformats.org/drawingml/2006/main">
            <a:pPr algn="ctr">
              <a:defRPr sz="1500" b="1">
                <a:solidFill>
                  <a:srgbClr val="0B132B"/>
                </a:solidFill>
              </a:defRPr>
            </a:pPr>
            <a:r>
              <a:rPr sz="1500" b="1">
                <a:solidFill>
                  <a:srgbClr val="0B132B"/>
                </a:solidFill>
              </a:rPr>
              <a:t>S3 OUTPUT</a:t>
            </a:r>
          </a:p>
        </p:txBody>
      </p:sp>
      <p:sp>
        <p:nvSpPr>
          <p:cNvPr id="13" name="">
            <a:extLst xmlns:a="http://schemas.openxmlformats.org/drawingml/2006/main">
              <a:ext uri="{FF2B5EF4-FFF2-40B4-BE49-F238E27FC236}">
                <a16:creationId xmlns:a16="http://schemas.microsoft.com/office/drawing/2014/main" id="{15E57202-71CA-40E9-AECF-3F0E14F8A6D1}"/>
              </a:ext>
            </a:extLst>
          </p:cNvPr>
          <p:cNvSpPr>
            <a:spLocks xmlns:a="http://schemas.openxmlformats.org/drawingml/2006/main" noGrp="1"/>
          </p:cNvSpPr>
          <p:nvPr/>
        </p:nvSpPr>
        <p:spPr>
          <a:xfrm xmlns:a="http://schemas.openxmlformats.org/drawingml/2006/main">
            <a:off x="8477250" y="2619375"/>
            <a:ext cx="857250" cy="476250"/>
          </a:xfrm>
          <a:prstGeom xmlns:a="http://schemas.openxmlformats.org/drawingml/2006/main" prst="rightArrow">
            <a:avLst/>
          </a:prstGeom>
          <a:solidFill xmlns:a="http://schemas.openxmlformats.org/drawingml/2006/main">
            <a:srgbClr val="F6F7F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387A50E-65E0-46C0-BF04-C666AE0813D9}"/>
              </a:ext>
            </a:extLst>
          </p:cNvPr>
          <p:cNvSpPr>
            <a:spLocks xmlns:a="http://schemas.openxmlformats.org/drawingml/2006/main" noGrp="1"/>
          </p:cNvSpPr>
          <p:nvPr/>
        </p:nvSpPr>
        <p:spPr>
          <a:xfrm xmlns:a="http://schemas.openxmlformats.org/drawingml/2006/main">
            <a:off x="9144000" y="2095500"/>
            <a:ext cx="2286000" cy="1619250"/>
          </a:xfrm>
          <a:prstGeom xmlns:a="http://schemas.openxmlformats.org/drawingml/2006/main" prst="roundRect">
            <a:avLst>
              <a:gd name="adj" fmla="val 7059"/>
            </a:avLst>
          </a:prstGeom>
          <a:solidFill xmlns:a="http://schemas.openxmlformats.org/drawingml/2006/main">
            <a:srgbClr val="17213D"/>
          </a:solidFill>
          <a:ln xmlns:a="http://schemas.openxmlformats.org/drawingml/2006/main" w="19050">
            <a:solidFill>
              <a:srgbClr val="3A86FF"/>
            </a:solidFill>
            <a:prstDash val="solid"/>
          </a:ln>
        </p:spPr>
      </p:sp>
      <p:sp>
        <p:nvSpPr>
          <p:cNvPr id="15" name="">
            <a:extLst xmlns:a="http://schemas.openxmlformats.org/drawingml/2006/main">
              <a:ext uri="{FF2B5EF4-FFF2-40B4-BE49-F238E27FC236}">
                <a16:creationId xmlns:a16="http://schemas.microsoft.com/office/drawing/2014/main" id="{7ADAC06B-BFD5-4F05-B3CA-8E518398E163}"/>
              </a:ext>
            </a:extLst>
          </p:cNvPr>
          <p:cNvSpPr>
            <a:spLocks xmlns:a="http://schemas.openxmlformats.org/drawingml/2006/main" noGrp="1"/>
          </p:cNvSpPr>
          <p:nvPr/>
        </p:nvSpPr>
        <p:spPr>
          <a:xfrm xmlns:a="http://schemas.openxmlformats.org/drawingml/2006/main">
            <a:off x="9334500" y="2524125"/>
            <a:ext cx="1905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6F7FB"/>
                </a:solidFill>
              </a:defRPr>
            </a:defPPr>
            <a:lvl1pPr algn="ctr">
              <a:defRPr sz="1500" b="1">
                <a:solidFill>
                  <a:srgbClr val="F6F7FB"/>
                </a:solidFill>
              </a:defRPr>
            </a:lvl1pPr>
            <a:lvl2pPr algn="ctr">
              <a:defRPr sz="1500" b="1">
                <a:solidFill>
                  <a:srgbClr val="F6F7FB"/>
                </a:solidFill>
              </a:defRPr>
            </a:lvl2pPr>
            <a:lvl3pPr algn="ctr">
              <a:defRPr sz="1500" b="1">
                <a:solidFill>
                  <a:srgbClr val="F6F7FB"/>
                </a:solidFill>
              </a:defRPr>
            </a:lvl3pPr>
            <a:lvl4pPr algn="ctr">
              <a:defRPr sz="1500" b="1">
                <a:solidFill>
                  <a:srgbClr val="F6F7FB"/>
                </a:solidFill>
              </a:defRPr>
            </a:lvl4pPr>
            <a:lvl5pPr algn="ctr">
              <a:defRPr sz="1500" b="1">
                <a:solidFill>
                  <a:srgbClr val="F6F7FB"/>
                </a:solidFill>
              </a:defRPr>
            </a:lvl5pPr>
            <a:lvl6pPr algn="ctr">
              <a:defRPr sz="1500" b="1">
                <a:solidFill>
                  <a:srgbClr val="F6F7FB"/>
                </a:solidFill>
              </a:defRPr>
            </a:lvl6pPr>
            <a:lvl7pPr algn="ctr">
              <a:defRPr sz="1500" b="1">
                <a:solidFill>
                  <a:srgbClr val="F6F7FB"/>
                </a:solidFill>
              </a:defRPr>
            </a:lvl7pPr>
            <a:lvl8pPr algn="ctr">
              <a:defRPr sz="1500" b="1">
                <a:solidFill>
                  <a:srgbClr val="F6F7FB"/>
                </a:solidFill>
              </a:defRPr>
            </a:lvl8pPr>
            <a:lvl9pPr algn="ctr">
              <a:defRPr sz="1500" b="1">
                <a:solidFill>
                  <a:srgbClr val="F6F7FB"/>
                </a:solidFill>
              </a:defRPr>
            </a:lvl9pPr>
          </a:lstStyle>
          <a:p xmlns:a="http://schemas.openxmlformats.org/drawingml/2006/main">
            <a:pPr algn="ctr">
              <a:defRPr sz="1500" b="1">
                <a:solidFill>
                  <a:srgbClr val="F6F7FB"/>
                </a:solidFill>
              </a:defRPr>
            </a:pPr>
            <a:r>
              <a:rPr sz="1500" b="1">
                <a:solidFill>
                  <a:srgbClr val="F6F7FB"/>
                </a:solidFill>
              </a:rPr>
              <a:t>CLOUDWATCH</a:t>
            </a:r>
          </a:p>
        </p:txBody>
      </p:sp>
      <p:sp>
        <p:nvSpPr>
          <p:cNvPr id="16" name="">
            <a:extLst xmlns:a="http://schemas.openxmlformats.org/drawingml/2006/main">
              <a:ext uri="{FF2B5EF4-FFF2-40B4-BE49-F238E27FC236}">
                <a16:creationId xmlns:a16="http://schemas.microsoft.com/office/drawing/2014/main" id="{582D4AA9-9AAD-4230-A803-1F8D6BE4C38B}"/>
              </a:ext>
            </a:extLst>
          </p:cNvPr>
          <p:cNvSpPr>
            <a:spLocks xmlns:a="http://schemas.openxmlformats.org/drawingml/2006/main" noGrp="1"/>
          </p:cNvSpPr>
          <p:nvPr/>
        </p:nvSpPr>
        <p:spPr>
          <a:xfrm xmlns:a="http://schemas.openxmlformats.org/drawingml/2006/main">
            <a:off x="1619250" y="4762500"/>
            <a:ext cx="8953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A8B2C6"/>
                </a:solidFill>
              </a:defRPr>
            </a:defPPr>
            <a:lvl1pPr algn="ctr">
              <a:defRPr sz="1500" b="0">
                <a:solidFill>
                  <a:srgbClr val="A8B2C6"/>
                </a:solidFill>
              </a:defRPr>
            </a:lvl1pPr>
            <a:lvl2pPr algn="ctr">
              <a:defRPr sz="1500" b="0">
                <a:solidFill>
                  <a:srgbClr val="A8B2C6"/>
                </a:solidFill>
              </a:defRPr>
            </a:lvl2pPr>
            <a:lvl3pPr algn="ctr">
              <a:defRPr sz="1500" b="0">
                <a:solidFill>
                  <a:srgbClr val="A8B2C6"/>
                </a:solidFill>
              </a:defRPr>
            </a:lvl3pPr>
            <a:lvl4pPr algn="ctr">
              <a:defRPr sz="1500" b="0">
                <a:solidFill>
                  <a:srgbClr val="A8B2C6"/>
                </a:solidFill>
              </a:defRPr>
            </a:lvl4pPr>
            <a:lvl5pPr algn="ctr">
              <a:defRPr sz="1500" b="0">
                <a:solidFill>
                  <a:srgbClr val="A8B2C6"/>
                </a:solidFill>
              </a:defRPr>
            </a:lvl5pPr>
            <a:lvl6pPr algn="ctr">
              <a:defRPr sz="1500" b="0">
                <a:solidFill>
                  <a:srgbClr val="A8B2C6"/>
                </a:solidFill>
              </a:defRPr>
            </a:lvl6pPr>
            <a:lvl7pPr algn="ctr">
              <a:defRPr sz="1500" b="0">
                <a:solidFill>
                  <a:srgbClr val="A8B2C6"/>
                </a:solidFill>
              </a:defRPr>
            </a:lvl7pPr>
            <a:lvl8pPr algn="ctr">
              <a:defRPr sz="1500" b="0">
                <a:solidFill>
                  <a:srgbClr val="A8B2C6"/>
                </a:solidFill>
              </a:defRPr>
            </a:lvl8pPr>
            <a:lvl9pPr algn="ctr">
              <a:defRPr sz="1500" b="0">
                <a:solidFill>
                  <a:srgbClr val="A8B2C6"/>
                </a:solidFill>
              </a:defRPr>
            </a:lvl9pPr>
          </a:lstStyle>
          <a:p xmlns:a="http://schemas.openxmlformats.org/drawingml/2006/main">
            <a:pPr algn="ctr">
              <a:defRPr sz="1500" b="0">
                <a:solidFill>
                  <a:srgbClr val="A8B2C6"/>
                </a:solidFill>
              </a:defRPr>
            </a:pPr>
            <a:r>
              <a:rPr sz="1500" b="0">
                <a:solidFill>
                  <a:srgbClr val="A8B2C6"/>
                </a:solidFill>
              </a:rPr>
              <a:t>The monitoring interval should match the speed of risk and the amount of data needed for comparison</a:t>
            </a:r>
          </a:p>
        </p:txBody>
      </p:sp>
    </p:spTree>
    <p:extLst>
      <p:ext uri="{BB962C8B-B14F-4D97-AF65-F5344CB8AC3E}">
        <p14:creationId xmlns:p14="http://schemas.microsoft.com/office/powerpoint/2010/main" val="1299623336"/>
      </p:ext>
    </p:extLst>
  </p:cSld>
</p:sld>
</file>

<file path=ppt/slides/slide5.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9FED95B-B14A-4C00-BD62-3701C50412C7}"/>
              </a:ext>
            </a:extLst>
          </p:cNvPr>
          <p:cNvSpPr>
            <a:spLocks xmlns:a="http://schemas.openxmlformats.org/drawingml/2006/main" noGrp="1"/>
          </p:cNvSpPr>
          <p:nvPr/>
        </p:nvSpPr>
        <p:spPr>
          <a:xfrm xmlns:a="http://schemas.openxmlformats.org/drawingml/2006/main">
            <a:off x="609600" y="28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A8B2C6"/>
                </a:solidFill>
              </a:defRPr>
            </a:defPPr>
            <a:lvl1pPr algn="l">
              <a:defRPr sz="1050" b="1">
                <a:solidFill>
                  <a:srgbClr val="A8B2C6"/>
                </a:solidFill>
              </a:defRPr>
            </a:lvl1pPr>
            <a:lvl2pPr algn="l">
              <a:defRPr sz="1050" b="1">
                <a:solidFill>
                  <a:srgbClr val="A8B2C6"/>
                </a:solidFill>
              </a:defRPr>
            </a:lvl2pPr>
            <a:lvl3pPr algn="l">
              <a:defRPr sz="1050" b="1">
                <a:solidFill>
                  <a:srgbClr val="A8B2C6"/>
                </a:solidFill>
              </a:defRPr>
            </a:lvl3pPr>
            <a:lvl4pPr algn="l">
              <a:defRPr sz="1050" b="1">
                <a:solidFill>
                  <a:srgbClr val="A8B2C6"/>
                </a:solidFill>
              </a:defRPr>
            </a:lvl4pPr>
            <a:lvl5pPr algn="l">
              <a:defRPr sz="1050" b="1">
                <a:solidFill>
                  <a:srgbClr val="A8B2C6"/>
                </a:solidFill>
              </a:defRPr>
            </a:lvl5pPr>
            <a:lvl6pPr algn="l">
              <a:defRPr sz="1050" b="1">
                <a:solidFill>
                  <a:srgbClr val="A8B2C6"/>
                </a:solidFill>
              </a:defRPr>
            </a:lvl6pPr>
            <a:lvl7pPr algn="l">
              <a:defRPr sz="1050" b="1">
                <a:solidFill>
                  <a:srgbClr val="A8B2C6"/>
                </a:solidFill>
              </a:defRPr>
            </a:lvl7pPr>
            <a:lvl8pPr algn="l">
              <a:defRPr sz="1050" b="1">
                <a:solidFill>
                  <a:srgbClr val="A8B2C6"/>
                </a:solidFill>
              </a:defRPr>
            </a:lvl8pPr>
            <a:lvl9pPr algn="l">
              <a:defRPr sz="1050" b="1">
                <a:solidFill>
                  <a:srgbClr val="A8B2C6"/>
                </a:solidFill>
              </a:defRPr>
            </a:lvl9pPr>
          </a:lstStyle>
          <a:p xmlns:a="http://schemas.openxmlformats.org/drawingml/2006/main">
            <a:pPr algn="l">
              <a:defRPr sz="1050" b="1">
                <a:solidFill>
                  <a:srgbClr val="A8B2C6"/>
                </a:solidFill>
              </a:defRPr>
            </a:pPr>
            <a:r>
              <a:rPr sz="1050" b="1">
                <a:solidFill>
                  <a:srgbClr val="A8B2C6"/>
                </a:solidFill>
              </a:rPr>
              <a:t>WEEK 10 · PART 2</a:t>
            </a:r>
          </a:p>
        </p:txBody>
      </p:sp>
      <p:sp>
        <p:nvSpPr>
          <p:cNvPr id="2" name="">
            <a:extLst xmlns:a="http://schemas.openxmlformats.org/drawingml/2006/main">
              <a:ext uri="{FF2B5EF4-FFF2-40B4-BE49-F238E27FC236}">
                <a16:creationId xmlns:a16="http://schemas.microsoft.com/office/drawing/2014/main" id="{4059A44A-55CD-463D-99D0-FCCBB146D1A1}"/>
              </a:ext>
            </a:extLst>
          </p:cNvPr>
          <p:cNvSpPr>
            <a:spLocks xmlns:a="http://schemas.openxmlformats.org/drawingml/2006/main" noGrp="1"/>
          </p:cNvSpPr>
          <p:nvPr/>
        </p:nvSpPr>
        <p:spPr>
          <a:xfrm xmlns:a="http://schemas.openxmlformats.org/drawingml/2006/main">
            <a:off x="11049000" y="26670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350" b="1">
                <a:solidFill>
                  <a:srgbClr val="A8B2C6"/>
                </a:solidFill>
              </a:defRPr>
            </a:defPPr>
            <a:lvl1pPr algn="r">
              <a:defRPr sz="1350" b="1">
                <a:solidFill>
                  <a:srgbClr val="A8B2C6"/>
                </a:solidFill>
              </a:defRPr>
            </a:lvl1pPr>
            <a:lvl2pPr algn="r">
              <a:defRPr sz="1350" b="1">
                <a:solidFill>
                  <a:srgbClr val="A8B2C6"/>
                </a:solidFill>
              </a:defRPr>
            </a:lvl2pPr>
            <a:lvl3pPr algn="r">
              <a:defRPr sz="1350" b="1">
                <a:solidFill>
                  <a:srgbClr val="A8B2C6"/>
                </a:solidFill>
              </a:defRPr>
            </a:lvl3pPr>
            <a:lvl4pPr algn="r">
              <a:defRPr sz="1350" b="1">
                <a:solidFill>
                  <a:srgbClr val="A8B2C6"/>
                </a:solidFill>
              </a:defRPr>
            </a:lvl4pPr>
            <a:lvl5pPr algn="r">
              <a:defRPr sz="1350" b="1">
                <a:solidFill>
                  <a:srgbClr val="A8B2C6"/>
                </a:solidFill>
              </a:defRPr>
            </a:lvl5pPr>
            <a:lvl6pPr algn="r">
              <a:defRPr sz="1350" b="1">
                <a:solidFill>
                  <a:srgbClr val="A8B2C6"/>
                </a:solidFill>
              </a:defRPr>
            </a:lvl6pPr>
            <a:lvl7pPr algn="r">
              <a:defRPr sz="1350" b="1">
                <a:solidFill>
                  <a:srgbClr val="A8B2C6"/>
                </a:solidFill>
              </a:defRPr>
            </a:lvl7pPr>
            <a:lvl8pPr algn="r">
              <a:defRPr sz="1350" b="1">
                <a:solidFill>
                  <a:srgbClr val="A8B2C6"/>
                </a:solidFill>
              </a:defRPr>
            </a:lvl8pPr>
            <a:lvl9pPr algn="r">
              <a:defRPr sz="1350" b="1">
                <a:solidFill>
                  <a:srgbClr val="A8B2C6"/>
                </a:solidFill>
              </a:defRPr>
            </a:lvl9pPr>
          </a:lstStyle>
          <a:p xmlns:a="http://schemas.openxmlformats.org/drawingml/2006/main">
            <a:pPr algn="r">
              <a:defRPr sz="1350" b="1">
                <a:solidFill>
                  <a:srgbClr val="A8B2C6"/>
                </a:solidFill>
              </a:defRPr>
            </a:pPr>
            <a:r>
              <a:rPr sz="1350" b="1">
                <a:solidFill>
                  <a:srgbClr val="A8B2C6"/>
                </a:solidFill>
              </a:rPr>
              <a:t>05</a:t>
            </a:r>
          </a:p>
        </p:txBody>
      </p:sp>
      <p:sp>
        <p:nvSpPr>
          <p:cNvPr id="3" name="">
            <a:extLst xmlns:a="http://schemas.openxmlformats.org/drawingml/2006/main">
              <a:ext uri="{FF2B5EF4-FFF2-40B4-BE49-F238E27FC236}">
                <a16:creationId xmlns:a16="http://schemas.microsoft.com/office/drawing/2014/main" id="{3052CD3F-C087-4D44-90F1-A36F6CA792AB}"/>
              </a:ext>
            </a:extLst>
          </p:cNvPr>
          <p:cNvSpPr>
            <a:spLocks xmlns:a="http://schemas.openxmlformats.org/drawingml/2006/main" noGrp="1"/>
          </p:cNvSpPr>
          <p:nvPr/>
        </p:nvSpPr>
        <p:spPr>
          <a:xfrm xmlns:a="http://schemas.openxmlformats.org/drawingml/2006/main">
            <a:off x="609600" y="7239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F6F7FB"/>
                </a:solidFill>
              </a:defRPr>
            </a:defPPr>
            <a:lvl1pPr algn="l">
              <a:defRPr sz="2550" b="1">
                <a:solidFill>
                  <a:srgbClr val="F6F7FB"/>
                </a:solidFill>
              </a:defRPr>
            </a:lvl1pPr>
            <a:lvl2pPr algn="l">
              <a:defRPr sz="2550" b="1">
                <a:solidFill>
                  <a:srgbClr val="F6F7FB"/>
                </a:solidFill>
              </a:defRPr>
            </a:lvl2pPr>
            <a:lvl3pPr algn="l">
              <a:defRPr sz="2550" b="1">
                <a:solidFill>
                  <a:srgbClr val="F6F7FB"/>
                </a:solidFill>
              </a:defRPr>
            </a:lvl3pPr>
            <a:lvl4pPr algn="l">
              <a:defRPr sz="2550" b="1">
                <a:solidFill>
                  <a:srgbClr val="F6F7FB"/>
                </a:solidFill>
              </a:defRPr>
            </a:lvl4pPr>
            <a:lvl5pPr algn="l">
              <a:defRPr sz="2550" b="1">
                <a:solidFill>
                  <a:srgbClr val="F6F7FB"/>
                </a:solidFill>
              </a:defRPr>
            </a:lvl5pPr>
            <a:lvl6pPr algn="l">
              <a:defRPr sz="2550" b="1">
                <a:solidFill>
                  <a:srgbClr val="F6F7FB"/>
                </a:solidFill>
              </a:defRPr>
            </a:lvl6pPr>
            <a:lvl7pPr algn="l">
              <a:defRPr sz="2550" b="1">
                <a:solidFill>
                  <a:srgbClr val="F6F7FB"/>
                </a:solidFill>
              </a:defRPr>
            </a:lvl7pPr>
            <a:lvl8pPr algn="l">
              <a:defRPr sz="2550" b="1">
                <a:solidFill>
                  <a:srgbClr val="F6F7FB"/>
                </a:solidFill>
              </a:defRPr>
            </a:lvl8pPr>
            <a:lvl9pPr algn="l">
              <a:defRPr sz="2550" b="1">
                <a:solidFill>
                  <a:srgbClr val="F6F7FB"/>
                </a:solidFill>
              </a:defRPr>
            </a:lvl9pPr>
          </a:lstStyle>
          <a:p xmlns:a="http://schemas.openxmlformats.org/drawingml/2006/main">
            <a:pPr algn="l">
              <a:defRPr sz="2550" b="1">
                <a:solidFill>
                  <a:srgbClr val="F6F7FB"/>
                </a:solidFill>
              </a:defRPr>
            </a:pPr>
            <a:r>
              <a:rPr sz="2550" b="1">
                <a:solidFill>
                  <a:srgbClr val="F6F7FB"/>
                </a:solidFill>
              </a:rPr>
              <a:t>Data quality monitoring</a:t>
            </a:r>
          </a:p>
        </p:txBody>
      </p:sp>
      <p:sp>
        <p:nvSpPr>
          <p:cNvPr id="4" name="">
            <a:extLst xmlns:a="http://schemas.openxmlformats.org/drawingml/2006/main">
              <a:ext uri="{FF2B5EF4-FFF2-40B4-BE49-F238E27FC236}">
                <a16:creationId xmlns:a16="http://schemas.microsoft.com/office/drawing/2014/main" id="{11BD2F45-8D13-4EDF-B6F9-04953651693C}"/>
              </a:ext>
            </a:extLst>
          </p:cNvPr>
          <p:cNvSpPr>
            <a:spLocks xmlns:a="http://schemas.openxmlformats.org/drawingml/2006/main" noGrp="1"/>
          </p:cNvSpPr>
          <p:nvPr/>
        </p:nvSpPr>
        <p:spPr>
          <a:xfrm xmlns:a="http://schemas.openxmlformats.org/drawingml/2006/main">
            <a:off x="609600" y="65341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750" b="0">
                <a:solidFill>
                  <a:srgbClr val="A8B2C6"/>
                </a:solidFill>
              </a:defRPr>
            </a:defPPr>
            <a:lvl1pPr algn="l">
              <a:defRPr sz="750" b="0">
                <a:solidFill>
                  <a:srgbClr val="A8B2C6"/>
                </a:solidFill>
              </a:defRPr>
            </a:lvl1pPr>
            <a:lvl2pPr algn="l">
              <a:defRPr sz="750" b="0">
                <a:solidFill>
                  <a:srgbClr val="A8B2C6"/>
                </a:solidFill>
              </a:defRPr>
            </a:lvl2pPr>
            <a:lvl3pPr algn="l">
              <a:defRPr sz="750" b="0">
                <a:solidFill>
                  <a:srgbClr val="A8B2C6"/>
                </a:solidFill>
              </a:defRPr>
            </a:lvl3pPr>
            <a:lvl4pPr algn="l">
              <a:defRPr sz="750" b="0">
                <a:solidFill>
                  <a:srgbClr val="A8B2C6"/>
                </a:solidFill>
              </a:defRPr>
            </a:lvl4pPr>
            <a:lvl5pPr algn="l">
              <a:defRPr sz="750" b="0">
                <a:solidFill>
                  <a:srgbClr val="A8B2C6"/>
                </a:solidFill>
              </a:defRPr>
            </a:lvl5pPr>
            <a:lvl6pPr algn="l">
              <a:defRPr sz="750" b="0">
                <a:solidFill>
                  <a:srgbClr val="A8B2C6"/>
                </a:solidFill>
              </a:defRPr>
            </a:lvl6pPr>
            <a:lvl7pPr algn="l">
              <a:defRPr sz="750" b="0">
                <a:solidFill>
                  <a:srgbClr val="A8B2C6"/>
                </a:solidFill>
              </a:defRPr>
            </a:lvl7pPr>
            <a:lvl8pPr algn="l">
              <a:defRPr sz="750" b="0">
                <a:solidFill>
                  <a:srgbClr val="A8B2C6"/>
                </a:solidFill>
              </a:defRPr>
            </a:lvl8pPr>
            <a:lvl9pPr algn="l">
              <a:defRPr sz="750" b="0">
                <a:solidFill>
                  <a:srgbClr val="A8B2C6"/>
                </a:solidFill>
              </a:defRPr>
            </a:lvl9pPr>
          </a:lstStyle>
          <a:p xmlns:a="http://schemas.openxmlformats.org/drawingml/2006/main">
            <a:pPr algn="l">
              <a:defRPr sz="750" b="0">
                <a:solidFill>
                  <a:srgbClr val="A8B2C6"/>
                </a:solidFill>
              </a:defRPr>
            </a:pPr>
            <a:r>
              <a:rPr sz="750" b="0">
                <a:solidFill>
                  <a:srgbClr val="A8B2C6"/>
                </a:solidFill>
              </a:rPr>
              <a:t>AWS ML Engineer · Week 10 · Part 2</a:t>
            </a:r>
          </a:p>
        </p:txBody>
      </p:sp>
      <p:sp>
        <p:nvSpPr>
          <p:cNvPr id="5" name="">
            <a:extLst xmlns:a="http://schemas.openxmlformats.org/drawingml/2006/main">
              <a:ext uri="{FF2B5EF4-FFF2-40B4-BE49-F238E27FC236}">
                <a16:creationId xmlns:a16="http://schemas.microsoft.com/office/drawing/2014/main" id="{3AF5026F-DA9B-4EF0-8A95-DB0CDCAA8345}"/>
              </a:ext>
            </a:extLst>
          </p:cNvPr>
          <p:cNvSpPr>
            <a:spLocks xmlns:a="http://schemas.openxmlformats.org/drawingml/2006/main" noGrp="1"/>
          </p:cNvSpPr>
          <p:nvPr/>
        </p:nvSpPr>
        <p:spPr>
          <a:xfrm xmlns:a="http://schemas.openxmlformats.org/drawingml/2006/main">
            <a:off x="1000125" y="1762125"/>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3A86FF"/>
                </a:solidFill>
              </a:defRPr>
            </a:defPPr>
            <a:lvl1pPr algn="ctr">
              <a:defRPr sz="1500" b="1">
                <a:solidFill>
                  <a:srgbClr val="3A86FF"/>
                </a:solidFill>
              </a:defRPr>
            </a:lvl1pPr>
            <a:lvl2pPr algn="ctr">
              <a:defRPr sz="1500" b="1">
                <a:solidFill>
                  <a:srgbClr val="3A86FF"/>
                </a:solidFill>
              </a:defRPr>
            </a:lvl2pPr>
            <a:lvl3pPr algn="ctr">
              <a:defRPr sz="1500" b="1">
                <a:solidFill>
                  <a:srgbClr val="3A86FF"/>
                </a:solidFill>
              </a:defRPr>
            </a:lvl3pPr>
            <a:lvl4pPr algn="ctr">
              <a:defRPr sz="1500" b="1">
                <a:solidFill>
                  <a:srgbClr val="3A86FF"/>
                </a:solidFill>
              </a:defRPr>
            </a:lvl4pPr>
            <a:lvl5pPr algn="ctr">
              <a:defRPr sz="1500" b="1">
                <a:solidFill>
                  <a:srgbClr val="3A86FF"/>
                </a:solidFill>
              </a:defRPr>
            </a:lvl5pPr>
            <a:lvl6pPr algn="ctr">
              <a:defRPr sz="1500" b="1">
                <a:solidFill>
                  <a:srgbClr val="3A86FF"/>
                </a:solidFill>
              </a:defRPr>
            </a:lvl6pPr>
            <a:lvl7pPr algn="ctr">
              <a:defRPr sz="1500" b="1">
                <a:solidFill>
                  <a:srgbClr val="3A86FF"/>
                </a:solidFill>
              </a:defRPr>
            </a:lvl7pPr>
            <a:lvl8pPr algn="ctr">
              <a:defRPr sz="1500" b="1">
                <a:solidFill>
                  <a:srgbClr val="3A86FF"/>
                </a:solidFill>
              </a:defRPr>
            </a:lvl8pPr>
            <a:lvl9pPr algn="ctr">
              <a:defRPr sz="1500" b="1">
                <a:solidFill>
                  <a:srgbClr val="3A86FF"/>
                </a:solidFill>
              </a:defRPr>
            </a:lvl9pPr>
          </a:lstStyle>
          <a:p xmlns:a="http://schemas.openxmlformats.org/drawingml/2006/main">
            <a:pPr algn="ctr">
              <a:defRPr sz="1500" b="1">
                <a:solidFill>
                  <a:srgbClr val="3A86FF"/>
                </a:solidFill>
              </a:defRPr>
            </a:pPr>
            <a:r>
              <a:rPr sz="1500" b="1">
                <a:solidFill>
                  <a:srgbClr val="3A86FF"/>
                </a:solidFill>
              </a:rPr>
              <a:t>BASELINE</a:t>
            </a:r>
          </a:p>
        </p:txBody>
      </p:sp>
      <p:sp>
        <p:nvSpPr>
          <p:cNvPr id="6" name="">
            <a:extLst xmlns:a="http://schemas.openxmlformats.org/drawingml/2006/main">
              <a:ext uri="{FF2B5EF4-FFF2-40B4-BE49-F238E27FC236}">
                <a16:creationId xmlns:a16="http://schemas.microsoft.com/office/drawing/2014/main" id="{EC87F084-3FC9-4443-B140-813C3C5CA5A7}"/>
              </a:ext>
            </a:extLst>
          </p:cNvPr>
          <p:cNvSpPr>
            <a:spLocks xmlns:a="http://schemas.openxmlformats.org/drawingml/2006/main" noGrp="1"/>
          </p:cNvSpPr>
          <p:nvPr/>
        </p:nvSpPr>
        <p:spPr>
          <a:xfrm xmlns:a="http://schemas.openxmlformats.org/drawingml/2006/main">
            <a:off x="7858125" y="1762125"/>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7A00"/>
                </a:solidFill>
              </a:defRPr>
            </a:defPPr>
            <a:lvl1pPr algn="ctr">
              <a:defRPr sz="1500" b="1">
                <a:solidFill>
                  <a:srgbClr val="FF7A00"/>
                </a:solidFill>
              </a:defRPr>
            </a:lvl1pPr>
            <a:lvl2pPr algn="ctr">
              <a:defRPr sz="1500" b="1">
                <a:solidFill>
                  <a:srgbClr val="FF7A00"/>
                </a:solidFill>
              </a:defRPr>
            </a:lvl2pPr>
            <a:lvl3pPr algn="ctr">
              <a:defRPr sz="1500" b="1">
                <a:solidFill>
                  <a:srgbClr val="FF7A00"/>
                </a:solidFill>
              </a:defRPr>
            </a:lvl3pPr>
            <a:lvl4pPr algn="ctr">
              <a:defRPr sz="1500" b="1">
                <a:solidFill>
                  <a:srgbClr val="FF7A00"/>
                </a:solidFill>
              </a:defRPr>
            </a:lvl4pPr>
            <a:lvl5pPr algn="ctr">
              <a:defRPr sz="1500" b="1">
                <a:solidFill>
                  <a:srgbClr val="FF7A00"/>
                </a:solidFill>
              </a:defRPr>
            </a:lvl5pPr>
            <a:lvl6pPr algn="ctr">
              <a:defRPr sz="1500" b="1">
                <a:solidFill>
                  <a:srgbClr val="FF7A00"/>
                </a:solidFill>
              </a:defRPr>
            </a:lvl6pPr>
            <a:lvl7pPr algn="ctr">
              <a:defRPr sz="1500" b="1">
                <a:solidFill>
                  <a:srgbClr val="FF7A00"/>
                </a:solidFill>
              </a:defRPr>
            </a:lvl7pPr>
            <a:lvl8pPr algn="ctr">
              <a:defRPr sz="1500" b="1">
                <a:solidFill>
                  <a:srgbClr val="FF7A00"/>
                </a:solidFill>
              </a:defRPr>
            </a:lvl8pPr>
            <a:lvl9pPr algn="ctr">
              <a:defRPr sz="1500" b="1">
                <a:solidFill>
                  <a:srgbClr val="FF7A00"/>
                </a:solidFill>
              </a:defRPr>
            </a:lvl9pPr>
          </a:lstStyle>
          <a:p xmlns:a="http://schemas.openxmlformats.org/drawingml/2006/main">
            <a:pPr algn="ctr">
              <a:defRPr sz="1500" b="1">
                <a:solidFill>
                  <a:srgbClr val="FF7A00"/>
                </a:solidFill>
              </a:defRPr>
            </a:pPr>
            <a:r>
              <a:rPr sz="1500" b="1">
                <a:solidFill>
                  <a:srgbClr val="FF7A00"/>
                </a:solidFill>
              </a:rPr>
              <a:t>PRODUCTION</a:t>
            </a:r>
          </a:p>
        </p:txBody>
      </p:sp>
      <p:sp>
        <p:nvSpPr>
          <p:cNvPr id="7" name="">
            <a:extLst xmlns:a="http://schemas.openxmlformats.org/drawingml/2006/main">
              <a:ext uri="{FF2B5EF4-FFF2-40B4-BE49-F238E27FC236}">
                <a16:creationId xmlns:a16="http://schemas.microsoft.com/office/drawing/2014/main" id="{012D8C4F-DBAF-40CF-AB9E-DB744F132EFB}"/>
              </a:ext>
            </a:extLst>
          </p:cNvPr>
          <p:cNvSpPr>
            <a:spLocks xmlns:a="http://schemas.openxmlformats.org/drawingml/2006/main" noGrp="1"/>
          </p:cNvSpPr>
          <p:nvPr/>
        </p:nvSpPr>
        <p:spPr>
          <a:xfrm xmlns:a="http://schemas.openxmlformats.org/drawingml/2006/main">
            <a:off x="1143000" y="4857750"/>
            <a:ext cx="304800" cy="428625"/>
          </a:xfrm>
          <a:prstGeom xmlns:a="http://schemas.openxmlformats.org/drawingml/2006/main" prst="rect">
            <a:avLst/>
          </a:prstGeom>
          <a:solidFill xmlns:a="http://schemas.openxmlformats.org/drawingml/2006/main">
            <a:srgbClr val="3A86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E12E5DA-BC29-4DE9-8296-DC42EAADB527}"/>
              </a:ext>
            </a:extLst>
          </p:cNvPr>
          <p:cNvSpPr>
            <a:spLocks xmlns:a="http://schemas.openxmlformats.org/drawingml/2006/main" noGrp="1"/>
          </p:cNvSpPr>
          <p:nvPr/>
        </p:nvSpPr>
        <p:spPr>
          <a:xfrm xmlns:a="http://schemas.openxmlformats.org/drawingml/2006/main">
            <a:off x="1600200" y="4619625"/>
            <a:ext cx="304800" cy="666750"/>
          </a:xfrm>
          <a:prstGeom xmlns:a="http://schemas.openxmlformats.org/drawingml/2006/main" prst="rect">
            <a:avLst/>
          </a:prstGeom>
          <a:solidFill xmlns:a="http://schemas.openxmlformats.org/drawingml/2006/main">
            <a:srgbClr val="3A86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5672282-1ECD-4555-8763-C3CC62859113}"/>
              </a:ext>
            </a:extLst>
          </p:cNvPr>
          <p:cNvSpPr>
            <a:spLocks xmlns:a="http://schemas.openxmlformats.org/drawingml/2006/main" noGrp="1"/>
          </p:cNvSpPr>
          <p:nvPr/>
        </p:nvSpPr>
        <p:spPr>
          <a:xfrm xmlns:a="http://schemas.openxmlformats.org/drawingml/2006/main">
            <a:off x="2057400" y="4762500"/>
            <a:ext cx="304800" cy="523875"/>
          </a:xfrm>
          <a:prstGeom xmlns:a="http://schemas.openxmlformats.org/drawingml/2006/main" prst="rect">
            <a:avLst/>
          </a:prstGeom>
          <a:solidFill xmlns:a="http://schemas.openxmlformats.org/drawingml/2006/main">
            <a:srgbClr val="3A86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AA09AB5-2D02-442C-B6B5-AF9E8DAB675D}"/>
              </a:ext>
            </a:extLst>
          </p:cNvPr>
          <p:cNvSpPr>
            <a:spLocks xmlns:a="http://schemas.openxmlformats.org/drawingml/2006/main" noGrp="1"/>
          </p:cNvSpPr>
          <p:nvPr/>
        </p:nvSpPr>
        <p:spPr>
          <a:xfrm xmlns:a="http://schemas.openxmlformats.org/drawingml/2006/main">
            <a:off x="2514600" y="4429125"/>
            <a:ext cx="304800" cy="857250"/>
          </a:xfrm>
          <a:prstGeom xmlns:a="http://schemas.openxmlformats.org/drawingml/2006/main" prst="rect">
            <a:avLst/>
          </a:prstGeom>
          <a:solidFill xmlns:a="http://schemas.openxmlformats.org/drawingml/2006/main">
            <a:srgbClr val="3A86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649BB22-9DCE-44E2-976B-4A2FE76FADFC}"/>
              </a:ext>
            </a:extLst>
          </p:cNvPr>
          <p:cNvSpPr>
            <a:spLocks xmlns:a="http://schemas.openxmlformats.org/drawingml/2006/main" noGrp="1"/>
          </p:cNvSpPr>
          <p:nvPr/>
        </p:nvSpPr>
        <p:spPr>
          <a:xfrm xmlns:a="http://schemas.openxmlformats.org/drawingml/2006/main">
            <a:off x="2971800" y="4714875"/>
            <a:ext cx="304800" cy="571500"/>
          </a:xfrm>
          <a:prstGeom xmlns:a="http://schemas.openxmlformats.org/drawingml/2006/main" prst="rect">
            <a:avLst/>
          </a:prstGeom>
          <a:solidFill xmlns:a="http://schemas.openxmlformats.org/drawingml/2006/main">
            <a:srgbClr val="3A86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889A4EE-F742-4D18-B7FF-B5EDE50BF19F}"/>
              </a:ext>
            </a:extLst>
          </p:cNvPr>
          <p:cNvSpPr>
            <a:spLocks xmlns:a="http://schemas.openxmlformats.org/drawingml/2006/main" noGrp="1"/>
          </p:cNvSpPr>
          <p:nvPr/>
        </p:nvSpPr>
        <p:spPr>
          <a:xfrm xmlns:a="http://schemas.openxmlformats.org/drawingml/2006/main">
            <a:off x="3429000" y="4524375"/>
            <a:ext cx="304800" cy="762000"/>
          </a:xfrm>
          <a:prstGeom xmlns:a="http://schemas.openxmlformats.org/drawingml/2006/main" prst="rect">
            <a:avLst/>
          </a:prstGeom>
          <a:solidFill xmlns:a="http://schemas.openxmlformats.org/drawingml/2006/main">
            <a:srgbClr val="3A86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8323B1C-D105-48D1-A758-46307F8F9466}"/>
              </a:ext>
            </a:extLst>
          </p:cNvPr>
          <p:cNvSpPr>
            <a:spLocks xmlns:a="http://schemas.openxmlformats.org/drawingml/2006/main" noGrp="1"/>
          </p:cNvSpPr>
          <p:nvPr/>
        </p:nvSpPr>
        <p:spPr>
          <a:xfrm xmlns:a="http://schemas.openxmlformats.org/drawingml/2006/main">
            <a:off x="8001000" y="4886325"/>
            <a:ext cx="304800" cy="400050"/>
          </a:xfrm>
          <a:prstGeom xmlns:a="http://schemas.openxmlformats.org/drawingml/2006/main" prst="rect">
            <a:avLst/>
          </a:prstGeom>
          <a:solidFill xmlns:a="http://schemas.openxmlformats.org/drawingml/2006/main">
            <a:srgbClr val="FF7A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4D85EBD-27A1-46B4-BF92-2B79B1EC5559}"/>
              </a:ext>
            </a:extLst>
          </p:cNvPr>
          <p:cNvSpPr>
            <a:spLocks xmlns:a="http://schemas.openxmlformats.org/drawingml/2006/main" noGrp="1"/>
          </p:cNvSpPr>
          <p:nvPr/>
        </p:nvSpPr>
        <p:spPr>
          <a:xfrm xmlns:a="http://schemas.openxmlformats.org/drawingml/2006/main">
            <a:off x="8458200" y="4762500"/>
            <a:ext cx="304800" cy="523875"/>
          </a:xfrm>
          <a:prstGeom xmlns:a="http://schemas.openxmlformats.org/drawingml/2006/main" prst="rect">
            <a:avLst/>
          </a:prstGeom>
          <a:solidFill xmlns:a="http://schemas.openxmlformats.org/drawingml/2006/main">
            <a:srgbClr val="FF7A0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CE9FCD8-75E2-4757-8A31-A477DBCF8546}"/>
              </a:ext>
            </a:extLst>
          </p:cNvPr>
          <p:cNvSpPr>
            <a:spLocks xmlns:a="http://schemas.openxmlformats.org/drawingml/2006/main" noGrp="1"/>
          </p:cNvSpPr>
          <p:nvPr/>
        </p:nvSpPr>
        <p:spPr>
          <a:xfrm xmlns:a="http://schemas.openxmlformats.org/drawingml/2006/main">
            <a:off x="8915400" y="4448175"/>
            <a:ext cx="304800" cy="838200"/>
          </a:xfrm>
          <a:prstGeom xmlns:a="http://schemas.openxmlformats.org/drawingml/2006/main" prst="rect">
            <a:avLst/>
          </a:prstGeom>
          <a:solidFill xmlns:a="http://schemas.openxmlformats.org/drawingml/2006/main">
            <a:srgbClr val="FF7A0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2EC0A70-2555-4858-A282-829E0C0E0651}"/>
              </a:ext>
            </a:extLst>
          </p:cNvPr>
          <p:cNvSpPr>
            <a:spLocks xmlns:a="http://schemas.openxmlformats.org/drawingml/2006/main" noGrp="1"/>
          </p:cNvSpPr>
          <p:nvPr/>
        </p:nvSpPr>
        <p:spPr>
          <a:xfrm xmlns:a="http://schemas.openxmlformats.org/drawingml/2006/main">
            <a:off x="9372600" y="4238625"/>
            <a:ext cx="304800" cy="1047750"/>
          </a:xfrm>
          <a:prstGeom xmlns:a="http://schemas.openxmlformats.org/drawingml/2006/main" prst="rect">
            <a:avLst/>
          </a:prstGeom>
          <a:solidFill xmlns:a="http://schemas.openxmlformats.org/drawingml/2006/main">
            <a:srgbClr val="FF7A0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7CAB2E4-D9F9-4B9D-8D7F-FF42F2BC24BF}"/>
              </a:ext>
            </a:extLst>
          </p:cNvPr>
          <p:cNvSpPr>
            <a:spLocks xmlns:a="http://schemas.openxmlformats.org/drawingml/2006/main" noGrp="1"/>
          </p:cNvSpPr>
          <p:nvPr/>
        </p:nvSpPr>
        <p:spPr>
          <a:xfrm xmlns:a="http://schemas.openxmlformats.org/drawingml/2006/main">
            <a:off x="9829800" y="4371975"/>
            <a:ext cx="304800" cy="914400"/>
          </a:xfrm>
          <a:prstGeom xmlns:a="http://schemas.openxmlformats.org/drawingml/2006/main" prst="rect">
            <a:avLst/>
          </a:prstGeom>
          <a:solidFill xmlns:a="http://schemas.openxmlformats.org/drawingml/2006/main">
            <a:srgbClr val="FF7A0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50CC6BD-366D-4164-BA0C-2F1F21A309BD}"/>
              </a:ext>
            </a:extLst>
          </p:cNvPr>
          <p:cNvSpPr>
            <a:spLocks xmlns:a="http://schemas.openxmlformats.org/drawingml/2006/main" noGrp="1"/>
          </p:cNvSpPr>
          <p:nvPr/>
        </p:nvSpPr>
        <p:spPr>
          <a:xfrm xmlns:a="http://schemas.openxmlformats.org/drawingml/2006/main">
            <a:off x="10287000" y="4048125"/>
            <a:ext cx="304800" cy="1238250"/>
          </a:xfrm>
          <a:prstGeom xmlns:a="http://schemas.openxmlformats.org/drawingml/2006/main" prst="rect">
            <a:avLst/>
          </a:prstGeom>
          <a:solidFill xmlns:a="http://schemas.openxmlformats.org/drawingml/2006/main">
            <a:srgbClr val="FF7A0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6CE09CB-DA94-47AF-BB24-EAC3AA85FA90}"/>
              </a:ext>
            </a:extLst>
          </p:cNvPr>
          <p:cNvSpPr>
            <a:spLocks xmlns:a="http://schemas.openxmlformats.org/drawingml/2006/main" noGrp="1"/>
          </p:cNvSpPr>
          <p:nvPr/>
        </p:nvSpPr>
        <p:spPr>
          <a:xfrm xmlns:a="http://schemas.openxmlformats.org/drawingml/2006/main">
            <a:off x="5095875" y="2619375"/>
            <a:ext cx="2000250" cy="2000250"/>
          </a:xfrm>
          <a:prstGeom xmlns:a="http://schemas.openxmlformats.org/drawingml/2006/main" prst="ellipse">
            <a:avLst/>
          </a:prstGeom>
          <a:solidFill xmlns:a="http://schemas.openxmlformats.org/drawingml/2006/main">
            <a:srgbClr val="E6394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F7AC0A8-A0B3-4B9A-AECF-4D449ECE8681}"/>
              </a:ext>
            </a:extLst>
          </p:cNvPr>
          <p:cNvSpPr>
            <a:spLocks xmlns:a="http://schemas.openxmlformats.org/drawingml/2006/main" noGrp="1"/>
          </p:cNvSpPr>
          <p:nvPr/>
        </p:nvSpPr>
        <p:spPr>
          <a:xfrm xmlns:a="http://schemas.openxmlformats.org/drawingml/2006/main">
            <a:off x="5429250" y="3238500"/>
            <a:ext cx="1333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250" b="1">
                <a:solidFill>
                  <a:srgbClr val="FFFFFF"/>
                </a:solidFill>
              </a:defRPr>
            </a:defPPr>
            <a:lvl1pPr algn="ctr">
              <a:defRPr sz="2250" b="1">
                <a:solidFill>
                  <a:srgbClr val="FFFFFF"/>
                </a:solidFill>
              </a:defRPr>
            </a:lvl1pPr>
            <a:lvl2pPr algn="ctr">
              <a:defRPr sz="2250" b="1">
                <a:solidFill>
                  <a:srgbClr val="FFFFFF"/>
                </a:solidFill>
              </a:defRPr>
            </a:lvl2pPr>
            <a:lvl3pPr algn="ctr">
              <a:defRPr sz="2250" b="1">
                <a:solidFill>
                  <a:srgbClr val="FFFFFF"/>
                </a:solidFill>
              </a:defRPr>
            </a:lvl3pPr>
            <a:lvl4pPr algn="ctr">
              <a:defRPr sz="2250" b="1">
                <a:solidFill>
                  <a:srgbClr val="FFFFFF"/>
                </a:solidFill>
              </a:defRPr>
            </a:lvl4pPr>
            <a:lvl5pPr algn="ctr">
              <a:defRPr sz="2250" b="1">
                <a:solidFill>
                  <a:srgbClr val="FFFFFF"/>
                </a:solidFill>
              </a:defRPr>
            </a:lvl5pPr>
            <a:lvl6pPr algn="ctr">
              <a:defRPr sz="2250" b="1">
                <a:solidFill>
                  <a:srgbClr val="FFFFFF"/>
                </a:solidFill>
              </a:defRPr>
            </a:lvl6pPr>
            <a:lvl7pPr algn="ctr">
              <a:defRPr sz="2250" b="1">
                <a:solidFill>
                  <a:srgbClr val="FFFFFF"/>
                </a:solidFill>
              </a:defRPr>
            </a:lvl7pPr>
            <a:lvl8pPr algn="ctr">
              <a:defRPr sz="2250" b="1">
                <a:solidFill>
                  <a:srgbClr val="FFFFFF"/>
                </a:solidFill>
              </a:defRPr>
            </a:lvl8pPr>
            <a:lvl9pPr algn="ctr">
              <a:defRPr sz="2250" b="1">
                <a:solidFill>
                  <a:srgbClr val="FFFFFF"/>
                </a:solidFill>
              </a:defRPr>
            </a:lvl9pPr>
          </a:lstStyle>
          <a:p xmlns:a="http://schemas.openxmlformats.org/drawingml/2006/main">
            <a:pPr algn="ctr">
              <a:defRPr sz="2250" b="1">
                <a:solidFill>
                  <a:srgbClr val="FFFFFF"/>
                </a:solidFill>
              </a:defRPr>
            </a:pPr>
            <a:r>
              <a:rPr sz="2250" b="1">
                <a:solidFill>
                  <a:srgbClr val="FFFFFF"/>
                </a:solidFill>
              </a:rPr>
              <a:t>DRIFT</a:t>
            </a:r>
          </a:p>
        </p:txBody>
      </p:sp>
      <p:sp>
        <p:nvSpPr>
          <p:cNvPr id="21" name="">
            <a:extLst xmlns:a="http://schemas.openxmlformats.org/drawingml/2006/main">
              <a:ext uri="{FF2B5EF4-FFF2-40B4-BE49-F238E27FC236}">
                <a16:creationId xmlns:a16="http://schemas.microsoft.com/office/drawing/2014/main" id="{784E47EC-92E0-4952-99CC-107F591EA419}"/>
              </a:ext>
            </a:extLst>
          </p:cNvPr>
          <p:cNvSpPr>
            <a:spLocks xmlns:a="http://schemas.openxmlformats.org/drawingml/2006/main" noGrp="1"/>
          </p:cNvSpPr>
          <p:nvPr/>
        </p:nvSpPr>
        <p:spPr>
          <a:xfrm xmlns:a="http://schemas.openxmlformats.org/drawingml/2006/main">
            <a:off x="1666875" y="55721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0">
                <a:solidFill>
                  <a:srgbClr val="A8B2C6"/>
                </a:solidFill>
              </a:defRPr>
            </a:defPPr>
            <a:lvl1pPr algn="ctr">
              <a:defRPr sz="1275" b="0">
                <a:solidFill>
                  <a:srgbClr val="A8B2C6"/>
                </a:solidFill>
              </a:defRPr>
            </a:lvl1pPr>
            <a:lvl2pPr algn="ctr">
              <a:defRPr sz="1275" b="0">
                <a:solidFill>
                  <a:srgbClr val="A8B2C6"/>
                </a:solidFill>
              </a:defRPr>
            </a:lvl2pPr>
            <a:lvl3pPr algn="ctr">
              <a:defRPr sz="1275" b="0">
                <a:solidFill>
                  <a:srgbClr val="A8B2C6"/>
                </a:solidFill>
              </a:defRPr>
            </a:lvl3pPr>
            <a:lvl4pPr algn="ctr">
              <a:defRPr sz="1275" b="0">
                <a:solidFill>
                  <a:srgbClr val="A8B2C6"/>
                </a:solidFill>
              </a:defRPr>
            </a:lvl4pPr>
            <a:lvl5pPr algn="ctr">
              <a:defRPr sz="1275" b="0">
                <a:solidFill>
                  <a:srgbClr val="A8B2C6"/>
                </a:solidFill>
              </a:defRPr>
            </a:lvl5pPr>
            <a:lvl6pPr algn="ctr">
              <a:defRPr sz="1275" b="0">
                <a:solidFill>
                  <a:srgbClr val="A8B2C6"/>
                </a:solidFill>
              </a:defRPr>
            </a:lvl6pPr>
            <a:lvl7pPr algn="ctr">
              <a:defRPr sz="1275" b="0">
                <a:solidFill>
                  <a:srgbClr val="A8B2C6"/>
                </a:solidFill>
              </a:defRPr>
            </a:lvl7pPr>
            <a:lvl8pPr algn="ctr">
              <a:defRPr sz="1275" b="0">
                <a:solidFill>
                  <a:srgbClr val="A8B2C6"/>
                </a:solidFill>
              </a:defRPr>
            </a:lvl8pPr>
            <a:lvl9pPr algn="ctr">
              <a:defRPr sz="1275" b="0">
                <a:solidFill>
                  <a:srgbClr val="A8B2C6"/>
                </a:solidFill>
              </a:defRPr>
            </a:lvl9pPr>
          </a:lstStyle>
          <a:p xmlns:a="http://schemas.openxmlformats.org/drawingml/2006/main">
            <a:pPr algn="ctr">
              <a:defRPr sz="1275" b="0">
                <a:solidFill>
                  <a:srgbClr val="A8B2C6"/>
                </a:solidFill>
              </a:defRPr>
            </a:pPr>
            <a:r>
              <a:rPr sz="1275" b="0">
                <a:solidFill>
                  <a:srgbClr val="A8B2C6"/>
                </a:solidFill>
              </a:rPr>
              <a:t>Inputs changed</a:t>
            </a:r>
          </a:p>
        </p:txBody>
      </p:sp>
      <p:sp>
        <p:nvSpPr>
          <p:cNvPr id="22" name="">
            <a:extLst xmlns:a="http://schemas.openxmlformats.org/drawingml/2006/main">
              <a:ext uri="{FF2B5EF4-FFF2-40B4-BE49-F238E27FC236}">
                <a16:creationId xmlns:a16="http://schemas.microsoft.com/office/drawing/2014/main" id="{E2F920CE-F460-4575-BFA4-6D0714C72579}"/>
              </a:ext>
            </a:extLst>
          </p:cNvPr>
          <p:cNvSpPr>
            <a:spLocks xmlns:a="http://schemas.openxmlformats.org/drawingml/2006/main" noGrp="1"/>
          </p:cNvSpPr>
          <p:nvPr/>
        </p:nvSpPr>
        <p:spPr>
          <a:xfrm xmlns:a="http://schemas.openxmlformats.org/drawingml/2006/main">
            <a:off x="7953375" y="55721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0">
                <a:solidFill>
                  <a:srgbClr val="A8B2C6"/>
                </a:solidFill>
              </a:defRPr>
            </a:defPPr>
            <a:lvl1pPr algn="ctr">
              <a:defRPr sz="1275" b="0">
                <a:solidFill>
                  <a:srgbClr val="A8B2C6"/>
                </a:solidFill>
              </a:defRPr>
            </a:lvl1pPr>
            <a:lvl2pPr algn="ctr">
              <a:defRPr sz="1275" b="0">
                <a:solidFill>
                  <a:srgbClr val="A8B2C6"/>
                </a:solidFill>
              </a:defRPr>
            </a:lvl2pPr>
            <a:lvl3pPr algn="ctr">
              <a:defRPr sz="1275" b="0">
                <a:solidFill>
                  <a:srgbClr val="A8B2C6"/>
                </a:solidFill>
              </a:defRPr>
            </a:lvl3pPr>
            <a:lvl4pPr algn="ctr">
              <a:defRPr sz="1275" b="0">
                <a:solidFill>
                  <a:srgbClr val="A8B2C6"/>
                </a:solidFill>
              </a:defRPr>
            </a:lvl4pPr>
            <a:lvl5pPr algn="ctr">
              <a:defRPr sz="1275" b="0">
                <a:solidFill>
                  <a:srgbClr val="A8B2C6"/>
                </a:solidFill>
              </a:defRPr>
            </a:lvl5pPr>
            <a:lvl6pPr algn="ctr">
              <a:defRPr sz="1275" b="0">
                <a:solidFill>
                  <a:srgbClr val="A8B2C6"/>
                </a:solidFill>
              </a:defRPr>
            </a:lvl6pPr>
            <a:lvl7pPr algn="ctr">
              <a:defRPr sz="1275" b="0">
                <a:solidFill>
                  <a:srgbClr val="A8B2C6"/>
                </a:solidFill>
              </a:defRPr>
            </a:lvl7pPr>
            <a:lvl8pPr algn="ctr">
              <a:defRPr sz="1275" b="0">
                <a:solidFill>
                  <a:srgbClr val="A8B2C6"/>
                </a:solidFill>
              </a:defRPr>
            </a:lvl8pPr>
            <a:lvl9pPr algn="ctr">
              <a:defRPr sz="1275" b="0">
                <a:solidFill>
                  <a:srgbClr val="A8B2C6"/>
                </a:solidFill>
              </a:defRPr>
            </a:lvl9pPr>
          </a:lstStyle>
          <a:p xmlns:a="http://schemas.openxmlformats.org/drawingml/2006/main">
            <a:pPr algn="ctr">
              <a:defRPr sz="1275" b="0">
                <a:solidFill>
                  <a:srgbClr val="A8B2C6"/>
                </a:solidFill>
              </a:defRPr>
            </a:pPr>
            <a:r>
              <a:rPr sz="1275" b="0">
                <a:solidFill>
                  <a:srgbClr val="A8B2C6"/>
                </a:solidFill>
              </a:rPr>
              <a:t>Missing or unusual values</a:t>
            </a:r>
          </a:p>
        </p:txBody>
      </p:sp>
    </p:spTree>
    <p:extLst>
      <p:ext uri="{BB962C8B-B14F-4D97-AF65-F5344CB8AC3E}">
        <p14:creationId xmlns:p14="http://schemas.microsoft.com/office/powerpoint/2010/main" val="2101514651"/>
      </p:ext>
    </p:extLst>
  </p:cSld>
</p:sld>
</file>

<file path=ppt/slides/slide6.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C367A33-CCC2-49BA-A914-12AD86489D0D}"/>
              </a:ext>
            </a:extLst>
          </p:cNvPr>
          <p:cNvSpPr>
            <a:spLocks xmlns:a="http://schemas.openxmlformats.org/drawingml/2006/main" noGrp="1"/>
          </p:cNvSpPr>
          <p:nvPr/>
        </p:nvSpPr>
        <p:spPr>
          <a:xfrm xmlns:a="http://schemas.openxmlformats.org/drawingml/2006/main">
            <a:off x="609600" y="28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A8B2C6"/>
                </a:solidFill>
              </a:defRPr>
            </a:defPPr>
            <a:lvl1pPr algn="l">
              <a:defRPr sz="1050" b="1">
                <a:solidFill>
                  <a:srgbClr val="A8B2C6"/>
                </a:solidFill>
              </a:defRPr>
            </a:lvl1pPr>
            <a:lvl2pPr algn="l">
              <a:defRPr sz="1050" b="1">
                <a:solidFill>
                  <a:srgbClr val="A8B2C6"/>
                </a:solidFill>
              </a:defRPr>
            </a:lvl2pPr>
            <a:lvl3pPr algn="l">
              <a:defRPr sz="1050" b="1">
                <a:solidFill>
                  <a:srgbClr val="A8B2C6"/>
                </a:solidFill>
              </a:defRPr>
            </a:lvl3pPr>
            <a:lvl4pPr algn="l">
              <a:defRPr sz="1050" b="1">
                <a:solidFill>
                  <a:srgbClr val="A8B2C6"/>
                </a:solidFill>
              </a:defRPr>
            </a:lvl4pPr>
            <a:lvl5pPr algn="l">
              <a:defRPr sz="1050" b="1">
                <a:solidFill>
                  <a:srgbClr val="A8B2C6"/>
                </a:solidFill>
              </a:defRPr>
            </a:lvl5pPr>
            <a:lvl6pPr algn="l">
              <a:defRPr sz="1050" b="1">
                <a:solidFill>
                  <a:srgbClr val="A8B2C6"/>
                </a:solidFill>
              </a:defRPr>
            </a:lvl6pPr>
            <a:lvl7pPr algn="l">
              <a:defRPr sz="1050" b="1">
                <a:solidFill>
                  <a:srgbClr val="A8B2C6"/>
                </a:solidFill>
              </a:defRPr>
            </a:lvl7pPr>
            <a:lvl8pPr algn="l">
              <a:defRPr sz="1050" b="1">
                <a:solidFill>
                  <a:srgbClr val="A8B2C6"/>
                </a:solidFill>
              </a:defRPr>
            </a:lvl8pPr>
            <a:lvl9pPr algn="l">
              <a:defRPr sz="1050" b="1">
                <a:solidFill>
                  <a:srgbClr val="A8B2C6"/>
                </a:solidFill>
              </a:defRPr>
            </a:lvl9pPr>
          </a:lstStyle>
          <a:p xmlns:a="http://schemas.openxmlformats.org/drawingml/2006/main">
            <a:pPr algn="l">
              <a:defRPr sz="1050" b="1">
                <a:solidFill>
                  <a:srgbClr val="A8B2C6"/>
                </a:solidFill>
              </a:defRPr>
            </a:pPr>
            <a:r>
              <a:rPr sz="1050" b="1">
                <a:solidFill>
                  <a:srgbClr val="A8B2C6"/>
                </a:solidFill>
              </a:rPr>
              <a:t>WEEK 10 · PART 2</a:t>
            </a:r>
          </a:p>
        </p:txBody>
      </p:sp>
      <p:sp>
        <p:nvSpPr>
          <p:cNvPr id="2" name="">
            <a:extLst xmlns:a="http://schemas.openxmlformats.org/drawingml/2006/main">
              <a:ext uri="{FF2B5EF4-FFF2-40B4-BE49-F238E27FC236}">
                <a16:creationId xmlns:a16="http://schemas.microsoft.com/office/drawing/2014/main" id="{E13A486A-F137-401C-959B-92E010FABBA0}"/>
              </a:ext>
            </a:extLst>
          </p:cNvPr>
          <p:cNvSpPr>
            <a:spLocks xmlns:a="http://schemas.openxmlformats.org/drawingml/2006/main" noGrp="1"/>
          </p:cNvSpPr>
          <p:nvPr/>
        </p:nvSpPr>
        <p:spPr>
          <a:xfrm xmlns:a="http://schemas.openxmlformats.org/drawingml/2006/main">
            <a:off x="11049000" y="26670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350" b="1">
                <a:solidFill>
                  <a:srgbClr val="A8B2C6"/>
                </a:solidFill>
              </a:defRPr>
            </a:defPPr>
            <a:lvl1pPr algn="r">
              <a:defRPr sz="1350" b="1">
                <a:solidFill>
                  <a:srgbClr val="A8B2C6"/>
                </a:solidFill>
              </a:defRPr>
            </a:lvl1pPr>
            <a:lvl2pPr algn="r">
              <a:defRPr sz="1350" b="1">
                <a:solidFill>
                  <a:srgbClr val="A8B2C6"/>
                </a:solidFill>
              </a:defRPr>
            </a:lvl2pPr>
            <a:lvl3pPr algn="r">
              <a:defRPr sz="1350" b="1">
                <a:solidFill>
                  <a:srgbClr val="A8B2C6"/>
                </a:solidFill>
              </a:defRPr>
            </a:lvl3pPr>
            <a:lvl4pPr algn="r">
              <a:defRPr sz="1350" b="1">
                <a:solidFill>
                  <a:srgbClr val="A8B2C6"/>
                </a:solidFill>
              </a:defRPr>
            </a:lvl4pPr>
            <a:lvl5pPr algn="r">
              <a:defRPr sz="1350" b="1">
                <a:solidFill>
                  <a:srgbClr val="A8B2C6"/>
                </a:solidFill>
              </a:defRPr>
            </a:lvl5pPr>
            <a:lvl6pPr algn="r">
              <a:defRPr sz="1350" b="1">
                <a:solidFill>
                  <a:srgbClr val="A8B2C6"/>
                </a:solidFill>
              </a:defRPr>
            </a:lvl6pPr>
            <a:lvl7pPr algn="r">
              <a:defRPr sz="1350" b="1">
                <a:solidFill>
                  <a:srgbClr val="A8B2C6"/>
                </a:solidFill>
              </a:defRPr>
            </a:lvl7pPr>
            <a:lvl8pPr algn="r">
              <a:defRPr sz="1350" b="1">
                <a:solidFill>
                  <a:srgbClr val="A8B2C6"/>
                </a:solidFill>
              </a:defRPr>
            </a:lvl8pPr>
            <a:lvl9pPr algn="r">
              <a:defRPr sz="1350" b="1">
                <a:solidFill>
                  <a:srgbClr val="A8B2C6"/>
                </a:solidFill>
              </a:defRPr>
            </a:lvl9pPr>
          </a:lstStyle>
          <a:p xmlns:a="http://schemas.openxmlformats.org/drawingml/2006/main">
            <a:pPr algn="r">
              <a:defRPr sz="1350" b="1">
                <a:solidFill>
                  <a:srgbClr val="A8B2C6"/>
                </a:solidFill>
              </a:defRPr>
            </a:pPr>
            <a:r>
              <a:rPr sz="1350" b="1">
                <a:solidFill>
                  <a:srgbClr val="A8B2C6"/>
                </a:solidFill>
              </a:rPr>
              <a:t>06</a:t>
            </a:r>
          </a:p>
        </p:txBody>
      </p:sp>
      <p:sp>
        <p:nvSpPr>
          <p:cNvPr id="3" name="">
            <a:extLst xmlns:a="http://schemas.openxmlformats.org/drawingml/2006/main">
              <a:ext uri="{FF2B5EF4-FFF2-40B4-BE49-F238E27FC236}">
                <a16:creationId xmlns:a16="http://schemas.microsoft.com/office/drawing/2014/main" id="{9A31F904-1D58-4E21-9FC1-6C701E4E424F}"/>
              </a:ext>
            </a:extLst>
          </p:cNvPr>
          <p:cNvSpPr>
            <a:spLocks xmlns:a="http://schemas.openxmlformats.org/drawingml/2006/main" noGrp="1"/>
          </p:cNvSpPr>
          <p:nvPr/>
        </p:nvSpPr>
        <p:spPr>
          <a:xfrm xmlns:a="http://schemas.openxmlformats.org/drawingml/2006/main">
            <a:off x="609600" y="7239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F6F7FB"/>
                </a:solidFill>
              </a:defRPr>
            </a:defPPr>
            <a:lvl1pPr algn="l">
              <a:defRPr sz="2550" b="1">
                <a:solidFill>
                  <a:srgbClr val="F6F7FB"/>
                </a:solidFill>
              </a:defRPr>
            </a:lvl1pPr>
            <a:lvl2pPr algn="l">
              <a:defRPr sz="2550" b="1">
                <a:solidFill>
                  <a:srgbClr val="F6F7FB"/>
                </a:solidFill>
              </a:defRPr>
            </a:lvl2pPr>
            <a:lvl3pPr algn="l">
              <a:defRPr sz="2550" b="1">
                <a:solidFill>
                  <a:srgbClr val="F6F7FB"/>
                </a:solidFill>
              </a:defRPr>
            </a:lvl3pPr>
            <a:lvl4pPr algn="l">
              <a:defRPr sz="2550" b="1">
                <a:solidFill>
                  <a:srgbClr val="F6F7FB"/>
                </a:solidFill>
              </a:defRPr>
            </a:lvl4pPr>
            <a:lvl5pPr algn="l">
              <a:defRPr sz="2550" b="1">
                <a:solidFill>
                  <a:srgbClr val="F6F7FB"/>
                </a:solidFill>
              </a:defRPr>
            </a:lvl5pPr>
            <a:lvl6pPr algn="l">
              <a:defRPr sz="2550" b="1">
                <a:solidFill>
                  <a:srgbClr val="F6F7FB"/>
                </a:solidFill>
              </a:defRPr>
            </a:lvl6pPr>
            <a:lvl7pPr algn="l">
              <a:defRPr sz="2550" b="1">
                <a:solidFill>
                  <a:srgbClr val="F6F7FB"/>
                </a:solidFill>
              </a:defRPr>
            </a:lvl7pPr>
            <a:lvl8pPr algn="l">
              <a:defRPr sz="2550" b="1">
                <a:solidFill>
                  <a:srgbClr val="F6F7FB"/>
                </a:solidFill>
              </a:defRPr>
            </a:lvl8pPr>
            <a:lvl9pPr algn="l">
              <a:defRPr sz="2550" b="1">
                <a:solidFill>
                  <a:srgbClr val="F6F7FB"/>
                </a:solidFill>
              </a:defRPr>
            </a:lvl9pPr>
          </a:lstStyle>
          <a:p xmlns:a="http://schemas.openxmlformats.org/drawingml/2006/main">
            <a:pPr algn="l">
              <a:defRPr sz="2550" b="1">
                <a:solidFill>
                  <a:srgbClr val="F6F7FB"/>
                </a:solidFill>
              </a:defRPr>
            </a:pPr>
            <a:r>
              <a:rPr sz="2550" b="1">
                <a:solidFill>
                  <a:srgbClr val="F6F7FB"/>
                </a:solidFill>
              </a:rPr>
              <a:t>Model quality monitoring</a:t>
            </a:r>
          </a:p>
        </p:txBody>
      </p:sp>
      <p:sp>
        <p:nvSpPr>
          <p:cNvPr id="4" name="">
            <a:extLst xmlns:a="http://schemas.openxmlformats.org/drawingml/2006/main">
              <a:ext uri="{FF2B5EF4-FFF2-40B4-BE49-F238E27FC236}">
                <a16:creationId xmlns:a16="http://schemas.microsoft.com/office/drawing/2014/main" id="{23A29FF5-D472-4CF3-BF06-09E2D58845B6}"/>
              </a:ext>
            </a:extLst>
          </p:cNvPr>
          <p:cNvSpPr>
            <a:spLocks xmlns:a="http://schemas.openxmlformats.org/drawingml/2006/main" noGrp="1"/>
          </p:cNvSpPr>
          <p:nvPr/>
        </p:nvSpPr>
        <p:spPr>
          <a:xfrm xmlns:a="http://schemas.openxmlformats.org/drawingml/2006/main">
            <a:off x="609600" y="65341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750" b="0">
                <a:solidFill>
                  <a:srgbClr val="A8B2C6"/>
                </a:solidFill>
              </a:defRPr>
            </a:defPPr>
            <a:lvl1pPr algn="l">
              <a:defRPr sz="750" b="0">
                <a:solidFill>
                  <a:srgbClr val="A8B2C6"/>
                </a:solidFill>
              </a:defRPr>
            </a:lvl1pPr>
            <a:lvl2pPr algn="l">
              <a:defRPr sz="750" b="0">
                <a:solidFill>
                  <a:srgbClr val="A8B2C6"/>
                </a:solidFill>
              </a:defRPr>
            </a:lvl2pPr>
            <a:lvl3pPr algn="l">
              <a:defRPr sz="750" b="0">
                <a:solidFill>
                  <a:srgbClr val="A8B2C6"/>
                </a:solidFill>
              </a:defRPr>
            </a:lvl3pPr>
            <a:lvl4pPr algn="l">
              <a:defRPr sz="750" b="0">
                <a:solidFill>
                  <a:srgbClr val="A8B2C6"/>
                </a:solidFill>
              </a:defRPr>
            </a:lvl4pPr>
            <a:lvl5pPr algn="l">
              <a:defRPr sz="750" b="0">
                <a:solidFill>
                  <a:srgbClr val="A8B2C6"/>
                </a:solidFill>
              </a:defRPr>
            </a:lvl5pPr>
            <a:lvl6pPr algn="l">
              <a:defRPr sz="750" b="0">
                <a:solidFill>
                  <a:srgbClr val="A8B2C6"/>
                </a:solidFill>
              </a:defRPr>
            </a:lvl6pPr>
            <a:lvl7pPr algn="l">
              <a:defRPr sz="750" b="0">
                <a:solidFill>
                  <a:srgbClr val="A8B2C6"/>
                </a:solidFill>
              </a:defRPr>
            </a:lvl7pPr>
            <a:lvl8pPr algn="l">
              <a:defRPr sz="750" b="0">
                <a:solidFill>
                  <a:srgbClr val="A8B2C6"/>
                </a:solidFill>
              </a:defRPr>
            </a:lvl8pPr>
            <a:lvl9pPr algn="l">
              <a:defRPr sz="750" b="0">
                <a:solidFill>
                  <a:srgbClr val="A8B2C6"/>
                </a:solidFill>
              </a:defRPr>
            </a:lvl9pPr>
          </a:lstStyle>
          <a:p xmlns:a="http://schemas.openxmlformats.org/drawingml/2006/main">
            <a:pPr algn="l">
              <a:defRPr sz="750" b="0">
                <a:solidFill>
                  <a:srgbClr val="A8B2C6"/>
                </a:solidFill>
              </a:defRPr>
            </a:pPr>
            <a:r>
              <a:rPr sz="750" b="0">
                <a:solidFill>
                  <a:srgbClr val="A8B2C6"/>
                </a:solidFill>
              </a:rPr>
              <a:t>AWS ML Engineer · Week 10 · Part 2</a:t>
            </a:r>
          </a:p>
        </p:txBody>
      </p:sp>
      <p:sp>
        <p:nvSpPr>
          <p:cNvPr id="5" name="">
            <a:extLst xmlns:a="http://schemas.openxmlformats.org/drawingml/2006/main">
              <a:ext uri="{FF2B5EF4-FFF2-40B4-BE49-F238E27FC236}">
                <a16:creationId xmlns:a16="http://schemas.microsoft.com/office/drawing/2014/main" id="{BF4458B8-673F-43E4-87E1-DA45886CD9C0}"/>
              </a:ext>
            </a:extLst>
          </p:cNvPr>
          <p:cNvSpPr>
            <a:spLocks xmlns:a="http://schemas.openxmlformats.org/drawingml/2006/main" noGrp="1"/>
          </p:cNvSpPr>
          <p:nvPr/>
        </p:nvSpPr>
        <p:spPr>
          <a:xfrm xmlns:a="http://schemas.openxmlformats.org/drawingml/2006/main">
            <a:off x="714375" y="1905000"/>
            <a:ext cx="4572000" cy="3429000"/>
          </a:xfrm>
          <a:prstGeom xmlns:a="http://schemas.openxmlformats.org/drawingml/2006/main" prst="rect">
            <a:avLst/>
          </a:prstGeom>
          <a:solidFill xmlns:a="http://schemas.openxmlformats.org/drawingml/2006/main">
            <a:srgbClr val="3A86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1A21FFF-EC60-4A94-A1E3-3381E2417FFB}"/>
              </a:ext>
            </a:extLst>
          </p:cNvPr>
          <p:cNvSpPr>
            <a:spLocks xmlns:a="http://schemas.openxmlformats.org/drawingml/2006/main" noGrp="1"/>
          </p:cNvSpPr>
          <p:nvPr/>
        </p:nvSpPr>
        <p:spPr>
          <a:xfrm xmlns:a="http://schemas.openxmlformats.org/drawingml/2006/main">
            <a:off x="1095375" y="2190750"/>
            <a:ext cx="3810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100" b="1">
                <a:solidFill>
                  <a:srgbClr val="F6F7FB"/>
                </a:solidFill>
              </a:defRPr>
            </a:defPPr>
            <a:lvl1pPr algn="ctr">
              <a:defRPr sz="2100" b="1">
                <a:solidFill>
                  <a:srgbClr val="F6F7FB"/>
                </a:solidFill>
              </a:defRPr>
            </a:lvl1pPr>
            <a:lvl2pPr algn="ctr">
              <a:defRPr sz="2100" b="1">
                <a:solidFill>
                  <a:srgbClr val="F6F7FB"/>
                </a:solidFill>
              </a:defRPr>
            </a:lvl2pPr>
            <a:lvl3pPr algn="ctr">
              <a:defRPr sz="2100" b="1">
                <a:solidFill>
                  <a:srgbClr val="F6F7FB"/>
                </a:solidFill>
              </a:defRPr>
            </a:lvl3pPr>
            <a:lvl4pPr algn="ctr">
              <a:defRPr sz="2100" b="1">
                <a:solidFill>
                  <a:srgbClr val="F6F7FB"/>
                </a:solidFill>
              </a:defRPr>
            </a:lvl4pPr>
            <a:lvl5pPr algn="ctr">
              <a:defRPr sz="2100" b="1">
                <a:solidFill>
                  <a:srgbClr val="F6F7FB"/>
                </a:solidFill>
              </a:defRPr>
            </a:lvl5pPr>
            <a:lvl6pPr algn="ctr">
              <a:defRPr sz="2100" b="1">
                <a:solidFill>
                  <a:srgbClr val="F6F7FB"/>
                </a:solidFill>
              </a:defRPr>
            </a:lvl6pPr>
            <a:lvl7pPr algn="ctr">
              <a:defRPr sz="2100" b="1">
                <a:solidFill>
                  <a:srgbClr val="F6F7FB"/>
                </a:solidFill>
              </a:defRPr>
            </a:lvl7pPr>
            <a:lvl8pPr algn="ctr">
              <a:defRPr sz="2100" b="1">
                <a:solidFill>
                  <a:srgbClr val="F6F7FB"/>
                </a:solidFill>
              </a:defRPr>
            </a:lvl8pPr>
            <a:lvl9pPr algn="ctr">
              <a:defRPr sz="2100" b="1">
                <a:solidFill>
                  <a:srgbClr val="F6F7FB"/>
                </a:solidFill>
              </a:defRPr>
            </a:lvl9pPr>
          </a:lstStyle>
          <a:p xmlns:a="http://schemas.openxmlformats.org/drawingml/2006/main">
            <a:pPr algn="ctr">
              <a:defRPr sz="2100" b="1">
                <a:solidFill>
                  <a:srgbClr val="F6F7FB"/>
                </a:solidFill>
              </a:defRPr>
            </a:pPr>
            <a:r>
              <a:rPr sz="2100" b="1">
                <a:solidFill>
                  <a:srgbClr val="F6F7FB"/>
                </a:solidFill>
              </a:rPr>
              <a:t>PREDICTIONS</a:t>
            </a:r>
          </a:p>
        </p:txBody>
      </p:sp>
      <p:sp>
        <p:nvSpPr>
          <p:cNvPr id="7" name="">
            <a:extLst xmlns:a="http://schemas.openxmlformats.org/drawingml/2006/main">
              <a:ext uri="{FF2B5EF4-FFF2-40B4-BE49-F238E27FC236}">
                <a16:creationId xmlns:a16="http://schemas.microsoft.com/office/drawing/2014/main" id="{B253DB6C-A397-48AC-AC8F-D56E9EA0DFF9}"/>
              </a:ext>
            </a:extLst>
          </p:cNvPr>
          <p:cNvSpPr>
            <a:spLocks xmlns:a="http://schemas.openxmlformats.org/drawingml/2006/main" noGrp="1"/>
          </p:cNvSpPr>
          <p:nvPr/>
        </p:nvSpPr>
        <p:spPr>
          <a:xfrm xmlns:a="http://schemas.openxmlformats.org/drawingml/2006/main">
            <a:off x="1762125" y="3143250"/>
            <a:ext cx="2476500" cy="1428750"/>
          </a:xfrm>
          <a:prstGeom xmlns:a="http://schemas.openxmlformats.org/drawingml/2006/main" prst="ellipse">
            <a:avLst/>
          </a:prstGeom>
          <a:solidFill xmlns:a="http://schemas.openxmlformats.org/drawingml/2006/main">
            <a:srgbClr val="17213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77E0160-68B1-4495-BF3B-D410A8A74F47}"/>
              </a:ext>
            </a:extLst>
          </p:cNvPr>
          <p:cNvSpPr>
            <a:spLocks xmlns:a="http://schemas.openxmlformats.org/drawingml/2006/main" noGrp="1"/>
          </p:cNvSpPr>
          <p:nvPr/>
        </p:nvSpPr>
        <p:spPr>
          <a:xfrm xmlns:a="http://schemas.openxmlformats.org/drawingml/2006/main">
            <a:off x="2095500" y="35242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F6F7FB"/>
                </a:solidFill>
              </a:defRPr>
            </a:defPPr>
            <a:lvl1pPr algn="ctr">
              <a:defRPr sz="1725" b="1">
                <a:solidFill>
                  <a:srgbClr val="F6F7FB"/>
                </a:solidFill>
              </a:defRPr>
            </a:lvl1pPr>
            <a:lvl2pPr algn="ctr">
              <a:defRPr sz="1725" b="1">
                <a:solidFill>
                  <a:srgbClr val="F6F7FB"/>
                </a:solidFill>
              </a:defRPr>
            </a:lvl2pPr>
            <a:lvl3pPr algn="ctr">
              <a:defRPr sz="1725" b="1">
                <a:solidFill>
                  <a:srgbClr val="F6F7FB"/>
                </a:solidFill>
              </a:defRPr>
            </a:lvl3pPr>
            <a:lvl4pPr algn="ctr">
              <a:defRPr sz="1725" b="1">
                <a:solidFill>
                  <a:srgbClr val="F6F7FB"/>
                </a:solidFill>
              </a:defRPr>
            </a:lvl4pPr>
            <a:lvl5pPr algn="ctr">
              <a:defRPr sz="1725" b="1">
                <a:solidFill>
                  <a:srgbClr val="F6F7FB"/>
                </a:solidFill>
              </a:defRPr>
            </a:lvl5pPr>
            <a:lvl6pPr algn="ctr">
              <a:defRPr sz="1725" b="1">
                <a:solidFill>
                  <a:srgbClr val="F6F7FB"/>
                </a:solidFill>
              </a:defRPr>
            </a:lvl6pPr>
            <a:lvl7pPr algn="ctr">
              <a:defRPr sz="1725" b="1">
                <a:solidFill>
                  <a:srgbClr val="F6F7FB"/>
                </a:solidFill>
              </a:defRPr>
            </a:lvl7pPr>
            <a:lvl8pPr algn="ctr">
              <a:defRPr sz="1725" b="1">
                <a:solidFill>
                  <a:srgbClr val="F6F7FB"/>
                </a:solidFill>
              </a:defRPr>
            </a:lvl8pPr>
            <a:lvl9pPr algn="ctr">
              <a:defRPr sz="1725" b="1">
                <a:solidFill>
                  <a:srgbClr val="F6F7FB"/>
                </a:solidFill>
              </a:defRPr>
            </a:lvl9pPr>
          </a:lstStyle>
          <a:p xmlns:a="http://schemas.openxmlformats.org/drawingml/2006/main">
            <a:pPr algn="ctr">
              <a:defRPr sz="1725" b="1">
                <a:solidFill>
                  <a:srgbClr val="F6F7FB"/>
                </a:solidFill>
              </a:defRPr>
            </a:pPr>
            <a:r>
              <a:rPr sz="1725" b="1">
                <a:solidFill>
                  <a:srgbClr val="F6F7FB"/>
                </a:solidFill>
              </a:rPr>
              <a:t>OUTCOMES</a:t>
            </a:r>
          </a:p>
        </p:txBody>
      </p:sp>
      <p:sp>
        <p:nvSpPr>
          <p:cNvPr id="9" name="">
            <a:extLst xmlns:a="http://schemas.openxmlformats.org/drawingml/2006/main">
              <a:ext uri="{FF2B5EF4-FFF2-40B4-BE49-F238E27FC236}">
                <a16:creationId xmlns:a16="http://schemas.microsoft.com/office/drawing/2014/main" id="{6757EAA6-5293-4E6C-B348-BE883588A56C}"/>
              </a:ext>
            </a:extLst>
          </p:cNvPr>
          <p:cNvSpPr>
            <a:spLocks xmlns:a="http://schemas.openxmlformats.org/drawingml/2006/main" noGrp="1"/>
          </p:cNvSpPr>
          <p:nvPr/>
        </p:nvSpPr>
        <p:spPr>
          <a:xfrm xmlns:a="http://schemas.openxmlformats.org/drawingml/2006/main">
            <a:off x="5334000" y="3190875"/>
            <a:ext cx="1428750" cy="857250"/>
          </a:xfrm>
          <a:prstGeom xmlns:a="http://schemas.openxmlformats.org/drawingml/2006/main" prst="rightArrow">
            <a:avLst/>
          </a:prstGeom>
          <a:solidFill xmlns:a="http://schemas.openxmlformats.org/drawingml/2006/main">
            <a:srgbClr val="FF7A0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76A3F5F-DB89-4A12-81B3-EB7B59CB38A0}"/>
              </a:ext>
            </a:extLst>
          </p:cNvPr>
          <p:cNvSpPr>
            <a:spLocks xmlns:a="http://schemas.openxmlformats.org/drawingml/2006/main" noGrp="1"/>
          </p:cNvSpPr>
          <p:nvPr/>
        </p:nvSpPr>
        <p:spPr>
          <a:xfrm xmlns:a="http://schemas.openxmlformats.org/drawingml/2006/main">
            <a:off x="7000875" y="2000250"/>
            <a:ext cx="4476750" cy="3333750"/>
          </a:xfrm>
          <a:prstGeom xmlns:a="http://schemas.openxmlformats.org/drawingml/2006/main" prst="roundRect">
            <a:avLst>
              <a:gd name="adj" fmla="val 3429"/>
            </a:avLst>
          </a:prstGeom>
          <a:solidFill xmlns:a="http://schemas.openxmlformats.org/drawingml/2006/main">
            <a:srgbClr val="17213D"/>
          </a:solidFill>
          <a:ln xmlns:a="http://schemas.openxmlformats.org/drawingml/2006/main" w="19050">
            <a:solidFill>
              <a:srgbClr val="FFD166"/>
            </a:solidFill>
            <a:prstDash val="solid"/>
          </a:ln>
        </p:spPr>
      </p:sp>
      <p:sp>
        <p:nvSpPr>
          <p:cNvPr id="11" name="">
            <a:extLst xmlns:a="http://schemas.openxmlformats.org/drawingml/2006/main">
              <a:ext uri="{FF2B5EF4-FFF2-40B4-BE49-F238E27FC236}">
                <a16:creationId xmlns:a16="http://schemas.microsoft.com/office/drawing/2014/main" id="{A72873D5-AB9C-48C9-8BB2-4CA7846C0F9B}"/>
              </a:ext>
            </a:extLst>
          </p:cNvPr>
          <p:cNvSpPr>
            <a:spLocks xmlns:a="http://schemas.openxmlformats.org/drawingml/2006/main" noGrp="1"/>
          </p:cNvSpPr>
          <p:nvPr/>
        </p:nvSpPr>
        <p:spPr>
          <a:xfrm xmlns:a="http://schemas.openxmlformats.org/drawingml/2006/main">
            <a:off x="7477125" y="2333625"/>
            <a:ext cx="352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100" b="1">
                <a:solidFill>
                  <a:srgbClr val="FFD166"/>
                </a:solidFill>
              </a:defRPr>
            </a:defPPr>
            <a:lvl1pPr algn="ctr">
              <a:defRPr sz="2100" b="1">
                <a:solidFill>
                  <a:srgbClr val="FFD166"/>
                </a:solidFill>
              </a:defRPr>
            </a:lvl1pPr>
            <a:lvl2pPr algn="ctr">
              <a:defRPr sz="2100" b="1">
                <a:solidFill>
                  <a:srgbClr val="FFD166"/>
                </a:solidFill>
              </a:defRPr>
            </a:lvl2pPr>
            <a:lvl3pPr algn="ctr">
              <a:defRPr sz="2100" b="1">
                <a:solidFill>
                  <a:srgbClr val="FFD166"/>
                </a:solidFill>
              </a:defRPr>
            </a:lvl3pPr>
            <a:lvl4pPr algn="ctr">
              <a:defRPr sz="2100" b="1">
                <a:solidFill>
                  <a:srgbClr val="FFD166"/>
                </a:solidFill>
              </a:defRPr>
            </a:lvl4pPr>
            <a:lvl5pPr algn="ctr">
              <a:defRPr sz="2100" b="1">
                <a:solidFill>
                  <a:srgbClr val="FFD166"/>
                </a:solidFill>
              </a:defRPr>
            </a:lvl5pPr>
            <a:lvl6pPr algn="ctr">
              <a:defRPr sz="2100" b="1">
                <a:solidFill>
                  <a:srgbClr val="FFD166"/>
                </a:solidFill>
              </a:defRPr>
            </a:lvl6pPr>
            <a:lvl7pPr algn="ctr">
              <a:defRPr sz="2100" b="1">
                <a:solidFill>
                  <a:srgbClr val="FFD166"/>
                </a:solidFill>
              </a:defRPr>
            </a:lvl7pPr>
            <a:lvl8pPr algn="ctr">
              <a:defRPr sz="2100" b="1">
                <a:solidFill>
                  <a:srgbClr val="FFD166"/>
                </a:solidFill>
              </a:defRPr>
            </a:lvl8pPr>
            <a:lvl9pPr algn="ctr">
              <a:defRPr sz="2100" b="1">
                <a:solidFill>
                  <a:srgbClr val="FFD166"/>
                </a:solidFill>
              </a:defRPr>
            </a:lvl9pPr>
          </a:lstStyle>
          <a:p xmlns:a="http://schemas.openxmlformats.org/drawingml/2006/main">
            <a:pPr algn="ctr">
              <a:defRPr sz="2100" b="1">
                <a:solidFill>
                  <a:srgbClr val="FFD166"/>
                </a:solidFill>
              </a:defRPr>
            </a:pPr>
            <a:r>
              <a:rPr sz="2100" b="1">
                <a:solidFill>
                  <a:srgbClr val="FFD166"/>
                </a:solidFill>
              </a:rPr>
              <a:t>MODEL QUALITY</a:t>
            </a:r>
          </a:p>
        </p:txBody>
      </p:sp>
      <p:sp>
        <p:nvSpPr>
          <p:cNvPr id="12" name="">
            <a:extLst xmlns:a="http://schemas.openxmlformats.org/drawingml/2006/main">
              <a:ext uri="{FF2B5EF4-FFF2-40B4-BE49-F238E27FC236}">
                <a16:creationId xmlns:a16="http://schemas.microsoft.com/office/drawing/2014/main" id="{1E7AC449-34AB-49C9-9219-3C92EB3170F6}"/>
              </a:ext>
            </a:extLst>
          </p:cNvPr>
          <p:cNvSpPr>
            <a:spLocks xmlns:a="http://schemas.openxmlformats.org/drawingml/2006/main" noGrp="1"/>
          </p:cNvSpPr>
          <p:nvPr/>
        </p:nvSpPr>
        <p:spPr>
          <a:xfrm xmlns:a="http://schemas.openxmlformats.org/drawingml/2006/main">
            <a:off x="7524750" y="3048000"/>
            <a:ext cx="3429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F6F7FB"/>
                </a:solidFill>
              </a:defRPr>
            </a:defPPr>
            <a:lvl1pPr algn="ctr">
              <a:defRPr sz="1350" b="0">
                <a:solidFill>
                  <a:srgbClr val="F6F7FB"/>
                </a:solidFill>
              </a:defRPr>
            </a:lvl1pPr>
            <a:lvl2pPr algn="ctr">
              <a:defRPr sz="1350" b="0">
                <a:solidFill>
                  <a:srgbClr val="F6F7FB"/>
                </a:solidFill>
              </a:defRPr>
            </a:lvl2pPr>
            <a:lvl3pPr algn="ctr">
              <a:defRPr sz="1350" b="0">
                <a:solidFill>
                  <a:srgbClr val="F6F7FB"/>
                </a:solidFill>
              </a:defRPr>
            </a:lvl3pPr>
            <a:lvl4pPr algn="ctr">
              <a:defRPr sz="1350" b="0">
                <a:solidFill>
                  <a:srgbClr val="F6F7FB"/>
                </a:solidFill>
              </a:defRPr>
            </a:lvl4pPr>
            <a:lvl5pPr algn="ctr">
              <a:defRPr sz="1350" b="0">
                <a:solidFill>
                  <a:srgbClr val="F6F7FB"/>
                </a:solidFill>
              </a:defRPr>
            </a:lvl5pPr>
            <a:lvl6pPr algn="ctr">
              <a:defRPr sz="1350" b="0">
                <a:solidFill>
                  <a:srgbClr val="F6F7FB"/>
                </a:solidFill>
              </a:defRPr>
            </a:lvl6pPr>
            <a:lvl7pPr algn="ctr">
              <a:defRPr sz="1350" b="0">
                <a:solidFill>
                  <a:srgbClr val="F6F7FB"/>
                </a:solidFill>
              </a:defRPr>
            </a:lvl7pPr>
            <a:lvl8pPr algn="ctr">
              <a:defRPr sz="1350" b="0">
                <a:solidFill>
                  <a:srgbClr val="F6F7FB"/>
                </a:solidFill>
              </a:defRPr>
            </a:lvl8pPr>
            <a:lvl9pPr algn="ctr">
              <a:defRPr sz="1350" b="0">
                <a:solidFill>
                  <a:srgbClr val="F6F7FB"/>
                </a:solidFill>
              </a:defRPr>
            </a:lvl9pPr>
          </a:lstStyle>
          <a:p xmlns:a="http://schemas.openxmlformats.org/drawingml/2006/main">
            <a:pPr algn="ctr">
              <a:defRPr sz="1350" b="0">
                <a:solidFill>
                  <a:srgbClr val="F6F7FB"/>
                </a:solidFill>
              </a:defRPr>
            </a:pPr>
            <a:r>
              <a:rPr sz="1350" b="0">
                <a:solidFill>
                  <a:srgbClr val="F6F7FB"/>
                </a:solidFill>
              </a:rPr>
              <a:t>Compares production prediction performance with a model-quality baseline.</a:t>
            </a:r>
          </a:p>
          <a:p xmlns:a="http://schemas.openxmlformats.org/drawingml/2006/main">
            <a:r>
              <a:t/>
            </a:r>
          </a:p>
          <a:p xmlns:a="http://schemas.openxmlformats.org/drawingml/2006/main">
            <a:pPr algn="ctr">
              <a:defRPr sz="1350" b="0">
                <a:solidFill>
                  <a:srgbClr val="F6F7FB"/>
                </a:solidFill>
              </a:defRPr>
            </a:pPr>
            <a:r>
              <a:rPr sz="1350" b="0">
                <a:solidFill>
                  <a:srgbClr val="F6F7FB"/>
                </a:solidFill>
              </a:rPr>
              <a:t>Requires actual outcomes or ground-truth labels.</a:t>
            </a:r>
          </a:p>
          <a:p xmlns:a="http://schemas.openxmlformats.org/drawingml/2006/main">
            <a:r>
              <a:t/>
            </a:r>
          </a:p>
          <a:p xmlns:a="http://schemas.openxmlformats.org/drawingml/2006/main">
            <a:pPr algn="ctr">
              <a:defRPr sz="1350" b="0">
                <a:solidFill>
                  <a:srgbClr val="F6F7FB"/>
                </a:solidFill>
              </a:defRPr>
            </a:pPr>
            <a:r>
              <a:rPr sz="1350" b="0">
                <a:solidFill>
                  <a:srgbClr val="F6F7FB"/>
                </a:solidFill>
              </a:rPr>
              <a:t>Can integrate with Ground Truth labels when those outcomes become available.</a:t>
            </a:r>
          </a:p>
        </p:txBody>
      </p:sp>
    </p:spTree>
    <p:extLst>
      <p:ext uri="{BB962C8B-B14F-4D97-AF65-F5344CB8AC3E}">
        <p14:creationId xmlns:p14="http://schemas.microsoft.com/office/powerpoint/2010/main" val="715971636"/>
      </p:ext>
    </p:extLst>
  </p:cSld>
</p:sld>
</file>

<file path=ppt/slides/slide7.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A4D9267-6EF7-419D-8106-986D91BF0919}"/>
              </a:ext>
            </a:extLst>
          </p:cNvPr>
          <p:cNvSpPr>
            <a:spLocks xmlns:a="http://schemas.openxmlformats.org/drawingml/2006/main" noGrp="1"/>
          </p:cNvSpPr>
          <p:nvPr/>
        </p:nvSpPr>
        <p:spPr>
          <a:xfrm xmlns:a="http://schemas.openxmlformats.org/drawingml/2006/main">
            <a:off x="609600" y="28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A8B2C6"/>
                </a:solidFill>
              </a:defRPr>
            </a:defPPr>
            <a:lvl1pPr algn="l">
              <a:defRPr sz="1050" b="1">
                <a:solidFill>
                  <a:srgbClr val="A8B2C6"/>
                </a:solidFill>
              </a:defRPr>
            </a:lvl1pPr>
            <a:lvl2pPr algn="l">
              <a:defRPr sz="1050" b="1">
                <a:solidFill>
                  <a:srgbClr val="A8B2C6"/>
                </a:solidFill>
              </a:defRPr>
            </a:lvl2pPr>
            <a:lvl3pPr algn="l">
              <a:defRPr sz="1050" b="1">
                <a:solidFill>
                  <a:srgbClr val="A8B2C6"/>
                </a:solidFill>
              </a:defRPr>
            </a:lvl3pPr>
            <a:lvl4pPr algn="l">
              <a:defRPr sz="1050" b="1">
                <a:solidFill>
                  <a:srgbClr val="A8B2C6"/>
                </a:solidFill>
              </a:defRPr>
            </a:lvl4pPr>
            <a:lvl5pPr algn="l">
              <a:defRPr sz="1050" b="1">
                <a:solidFill>
                  <a:srgbClr val="A8B2C6"/>
                </a:solidFill>
              </a:defRPr>
            </a:lvl5pPr>
            <a:lvl6pPr algn="l">
              <a:defRPr sz="1050" b="1">
                <a:solidFill>
                  <a:srgbClr val="A8B2C6"/>
                </a:solidFill>
              </a:defRPr>
            </a:lvl6pPr>
            <a:lvl7pPr algn="l">
              <a:defRPr sz="1050" b="1">
                <a:solidFill>
                  <a:srgbClr val="A8B2C6"/>
                </a:solidFill>
              </a:defRPr>
            </a:lvl7pPr>
            <a:lvl8pPr algn="l">
              <a:defRPr sz="1050" b="1">
                <a:solidFill>
                  <a:srgbClr val="A8B2C6"/>
                </a:solidFill>
              </a:defRPr>
            </a:lvl8pPr>
            <a:lvl9pPr algn="l">
              <a:defRPr sz="1050" b="1">
                <a:solidFill>
                  <a:srgbClr val="A8B2C6"/>
                </a:solidFill>
              </a:defRPr>
            </a:lvl9pPr>
          </a:lstStyle>
          <a:p xmlns:a="http://schemas.openxmlformats.org/drawingml/2006/main">
            <a:pPr algn="l">
              <a:defRPr sz="1050" b="1">
                <a:solidFill>
                  <a:srgbClr val="A8B2C6"/>
                </a:solidFill>
              </a:defRPr>
            </a:pPr>
            <a:r>
              <a:rPr sz="1050" b="1">
                <a:solidFill>
                  <a:srgbClr val="A8B2C6"/>
                </a:solidFill>
              </a:rPr>
              <a:t>WEEK 10 · PART 2</a:t>
            </a:r>
          </a:p>
        </p:txBody>
      </p:sp>
      <p:sp>
        <p:nvSpPr>
          <p:cNvPr id="2" name="">
            <a:extLst xmlns:a="http://schemas.openxmlformats.org/drawingml/2006/main">
              <a:ext uri="{FF2B5EF4-FFF2-40B4-BE49-F238E27FC236}">
                <a16:creationId xmlns:a16="http://schemas.microsoft.com/office/drawing/2014/main" id="{2089E91F-BC72-4BCB-B090-882A654E509D}"/>
              </a:ext>
            </a:extLst>
          </p:cNvPr>
          <p:cNvSpPr>
            <a:spLocks xmlns:a="http://schemas.openxmlformats.org/drawingml/2006/main" noGrp="1"/>
          </p:cNvSpPr>
          <p:nvPr/>
        </p:nvSpPr>
        <p:spPr>
          <a:xfrm xmlns:a="http://schemas.openxmlformats.org/drawingml/2006/main">
            <a:off x="11049000" y="26670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350" b="1">
                <a:solidFill>
                  <a:srgbClr val="A8B2C6"/>
                </a:solidFill>
              </a:defRPr>
            </a:defPPr>
            <a:lvl1pPr algn="r">
              <a:defRPr sz="1350" b="1">
                <a:solidFill>
                  <a:srgbClr val="A8B2C6"/>
                </a:solidFill>
              </a:defRPr>
            </a:lvl1pPr>
            <a:lvl2pPr algn="r">
              <a:defRPr sz="1350" b="1">
                <a:solidFill>
                  <a:srgbClr val="A8B2C6"/>
                </a:solidFill>
              </a:defRPr>
            </a:lvl2pPr>
            <a:lvl3pPr algn="r">
              <a:defRPr sz="1350" b="1">
                <a:solidFill>
                  <a:srgbClr val="A8B2C6"/>
                </a:solidFill>
              </a:defRPr>
            </a:lvl3pPr>
            <a:lvl4pPr algn="r">
              <a:defRPr sz="1350" b="1">
                <a:solidFill>
                  <a:srgbClr val="A8B2C6"/>
                </a:solidFill>
              </a:defRPr>
            </a:lvl4pPr>
            <a:lvl5pPr algn="r">
              <a:defRPr sz="1350" b="1">
                <a:solidFill>
                  <a:srgbClr val="A8B2C6"/>
                </a:solidFill>
              </a:defRPr>
            </a:lvl5pPr>
            <a:lvl6pPr algn="r">
              <a:defRPr sz="1350" b="1">
                <a:solidFill>
                  <a:srgbClr val="A8B2C6"/>
                </a:solidFill>
              </a:defRPr>
            </a:lvl6pPr>
            <a:lvl7pPr algn="r">
              <a:defRPr sz="1350" b="1">
                <a:solidFill>
                  <a:srgbClr val="A8B2C6"/>
                </a:solidFill>
              </a:defRPr>
            </a:lvl7pPr>
            <a:lvl8pPr algn="r">
              <a:defRPr sz="1350" b="1">
                <a:solidFill>
                  <a:srgbClr val="A8B2C6"/>
                </a:solidFill>
              </a:defRPr>
            </a:lvl8pPr>
            <a:lvl9pPr algn="r">
              <a:defRPr sz="1350" b="1">
                <a:solidFill>
                  <a:srgbClr val="A8B2C6"/>
                </a:solidFill>
              </a:defRPr>
            </a:lvl9pPr>
          </a:lstStyle>
          <a:p xmlns:a="http://schemas.openxmlformats.org/drawingml/2006/main">
            <a:pPr algn="r">
              <a:defRPr sz="1350" b="1">
                <a:solidFill>
                  <a:srgbClr val="A8B2C6"/>
                </a:solidFill>
              </a:defRPr>
            </a:pPr>
            <a:r>
              <a:rPr sz="1350" b="1">
                <a:solidFill>
                  <a:srgbClr val="A8B2C6"/>
                </a:solidFill>
              </a:rPr>
              <a:t>07</a:t>
            </a:r>
          </a:p>
        </p:txBody>
      </p:sp>
      <p:sp>
        <p:nvSpPr>
          <p:cNvPr id="3" name="">
            <a:extLst xmlns:a="http://schemas.openxmlformats.org/drawingml/2006/main">
              <a:ext uri="{FF2B5EF4-FFF2-40B4-BE49-F238E27FC236}">
                <a16:creationId xmlns:a16="http://schemas.microsoft.com/office/drawing/2014/main" id="{7CA46F86-876C-4906-85FF-BE0F047E10D2}"/>
              </a:ext>
            </a:extLst>
          </p:cNvPr>
          <p:cNvSpPr>
            <a:spLocks xmlns:a="http://schemas.openxmlformats.org/drawingml/2006/main" noGrp="1"/>
          </p:cNvSpPr>
          <p:nvPr/>
        </p:nvSpPr>
        <p:spPr>
          <a:xfrm xmlns:a="http://schemas.openxmlformats.org/drawingml/2006/main">
            <a:off x="609600" y="7239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F6F7FB"/>
                </a:solidFill>
              </a:defRPr>
            </a:defPPr>
            <a:lvl1pPr algn="l">
              <a:defRPr sz="2550" b="1">
                <a:solidFill>
                  <a:srgbClr val="F6F7FB"/>
                </a:solidFill>
              </a:defRPr>
            </a:lvl1pPr>
            <a:lvl2pPr algn="l">
              <a:defRPr sz="2550" b="1">
                <a:solidFill>
                  <a:srgbClr val="F6F7FB"/>
                </a:solidFill>
              </a:defRPr>
            </a:lvl2pPr>
            <a:lvl3pPr algn="l">
              <a:defRPr sz="2550" b="1">
                <a:solidFill>
                  <a:srgbClr val="F6F7FB"/>
                </a:solidFill>
              </a:defRPr>
            </a:lvl3pPr>
            <a:lvl4pPr algn="l">
              <a:defRPr sz="2550" b="1">
                <a:solidFill>
                  <a:srgbClr val="F6F7FB"/>
                </a:solidFill>
              </a:defRPr>
            </a:lvl4pPr>
            <a:lvl5pPr algn="l">
              <a:defRPr sz="2550" b="1">
                <a:solidFill>
                  <a:srgbClr val="F6F7FB"/>
                </a:solidFill>
              </a:defRPr>
            </a:lvl5pPr>
            <a:lvl6pPr algn="l">
              <a:defRPr sz="2550" b="1">
                <a:solidFill>
                  <a:srgbClr val="F6F7FB"/>
                </a:solidFill>
              </a:defRPr>
            </a:lvl6pPr>
            <a:lvl7pPr algn="l">
              <a:defRPr sz="2550" b="1">
                <a:solidFill>
                  <a:srgbClr val="F6F7FB"/>
                </a:solidFill>
              </a:defRPr>
            </a:lvl7pPr>
            <a:lvl8pPr algn="l">
              <a:defRPr sz="2550" b="1">
                <a:solidFill>
                  <a:srgbClr val="F6F7FB"/>
                </a:solidFill>
              </a:defRPr>
            </a:lvl8pPr>
            <a:lvl9pPr algn="l">
              <a:defRPr sz="2550" b="1">
                <a:solidFill>
                  <a:srgbClr val="F6F7FB"/>
                </a:solidFill>
              </a:defRPr>
            </a:lvl9pPr>
          </a:lstStyle>
          <a:p xmlns:a="http://schemas.openxmlformats.org/drawingml/2006/main">
            <a:pPr algn="l">
              <a:defRPr sz="2550" b="1">
                <a:solidFill>
                  <a:srgbClr val="F6F7FB"/>
                </a:solidFill>
              </a:defRPr>
            </a:pPr>
            <a:r>
              <a:rPr sz="2550" b="1">
                <a:solidFill>
                  <a:srgbClr val="F6F7FB"/>
                </a:solidFill>
              </a:rPr>
              <a:t>Bias drift monitoring</a:t>
            </a:r>
          </a:p>
        </p:txBody>
      </p:sp>
      <p:sp>
        <p:nvSpPr>
          <p:cNvPr id="4" name="">
            <a:extLst xmlns:a="http://schemas.openxmlformats.org/drawingml/2006/main">
              <a:ext uri="{FF2B5EF4-FFF2-40B4-BE49-F238E27FC236}">
                <a16:creationId xmlns:a16="http://schemas.microsoft.com/office/drawing/2014/main" id="{3CFF7FFC-5A80-4EE3-90A9-EABC4D6761CF}"/>
              </a:ext>
            </a:extLst>
          </p:cNvPr>
          <p:cNvSpPr>
            <a:spLocks xmlns:a="http://schemas.openxmlformats.org/drawingml/2006/main" noGrp="1"/>
          </p:cNvSpPr>
          <p:nvPr/>
        </p:nvSpPr>
        <p:spPr>
          <a:xfrm xmlns:a="http://schemas.openxmlformats.org/drawingml/2006/main">
            <a:off x="609600" y="65341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750" b="0">
                <a:solidFill>
                  <a:srgbClr val="A8B2C6"/>
                </a:solidFill>
              </a:defRPr>
            </a:defPPr>
            <a:lvl1pPr algn="l">
              <a:defRPr sz="750" b="0">
                <a:solidFill>
                  <a:srgbClr val="A8B2C6"/>
                </a:solidFill>
              </a:defRPr>
            </a:lvl1pPr>
            <a:lvl2pPr algn="l">
              <a:defRPr sz="750" b="0">
                <a:solidFill>
                  <a:srgbClr val="A8B2C6"/>
                </a:solidFill>
              </a:defRPr>
            </a:lvl2pPr>
            <a:lvl3pPr algn="l">
              <a:defRPr sz="750" b="0">
                <a:solidFill>
                  <a:srgbClr val="A8B2C6"/>
                </a:solidFill>
              </a:defRPr>
            </a:lvl3pPr>
            <a:lvl4pPr algn="l">
              <a:defRPr sz="750" b="0">
                <a:solidFill>
                  <a:srgbClr val="A8B2C6"/>
                </a:solidFill>
              </a:defRPr>
            </a:lvl4pPr>
            <a:lvl5pPr algn="l">
              <a:defRPr sz="750" b="0">
                <a:solidFill>
                  <a:srgbClr val="A8B2C6"/>
                </a:solidFill>
              </a:defRPr>
            </a:lvl5pPr>
            <a:lvl6pPr algn="l">
              <a:defRPr sz="750" b="0">
                <a:solidFill>
                  <a:srgbClr val="A8B2C6"/>
                </a:solidFill>
              </a:defRPr>
            </a:lvl6pPr>
            <a:lvl7pPr algn="l">
              <a:defRPr sz="750" b="0">
                <a:solidFill>
                  <a:srgbClr val="A8B2C6"/>
                </a:solidFill>
              </a:defRPr>
            </a:lvl7pPr>
            <a:lvl8pPr algn="l">
              <a:defRPr sz="750" b="0">
                <a:solidFill>
                  <a:srgbClr val="A8B2C6"/>
                </a:solidFill>
              </a:defRPr>
            </a:lvl8pPr>
            <a:lvl9pPr algn="l">
              <a:defRPr sz="750" b="0">
                <a:solidFill>
                  <a:srgbClr val="A8B2C6"/>
                </a:solidFill>
              </a:defRPr>
            </a:lvl9pPr>
          </a:lstStyle>
          <a:p xmlns:a="http://schemas.openxmlformats.org/drawingml/2006/main">
            <a:pPr algn="l">
              <a:defRPr sz="750" b="0">
                <a:solidFill>
                  <a:srgbClr val="A8B2C6"/>
                </a:solidFill>
              </a:defRPr>
            </a:pPr>
            <a:r>
              <a:rPr sz="750" b="0">
                <a:solidFill>
                  <a:srgbClr val="A8B2C6"/>
                </a:solidFill>
              </a:rPr>
              <a:t>AWS ML Engineer · Week 10 · Part 2</a:t>
            </a:r>
          </a:p>
        </p:txBody>
      </p:sp>
      <p:sp>
        <p:nvSpPr>
          <p:cNvPr id="5" name="">
            <a:extLst xmlns:a="http://schemas.openxmlformats.org/drawingml/2006/main">
              <a:ext uri="{FF2B5EF4-FFF2-40B4-BE49-F238E27FC236}">
                <a16:creationId xmlns:a16="http://schemas.microsoft.com/office/drawing/2014/main" id="{DDFF865F-BF84-4C64-8959-21CDCAA2E32E}"/>
              </a:ext>
            </a:extLst>
          </p:cNvPr>
          <p:cNvSpPr>
            <a:spLocks xmlns:a="http://schemas.openxmlformats.org/drawingml/2006/main" noGrp="1"/>
          </p:cNvSpPr>
          <p:nvPr/>
        </p:nvSpPr>
        <p:spPr>
          <a:xfrm xmlns:a="http://schemas.openxmlformats.org/drawingml/2006/main">
            <a:off x="4476750" y="1762125"/>
            <a:ext cx="3238500" cy="3238500"/>
          </a:xfrm>
          <a:prstGeom xmlns:a="http://schemas.openxmlformats.org/drawingml/2006/main" prst="ellipse">
            <a:avLst/>
          </a:prstGeom>
          <a:solidFill xmlns:a="http://schemas.openxmlformats.org/drawingml/2006/main">
            <a:srgbClr val="17213D"/>
          </a:solidFill>
          <a:ln xmlns:a="http://schemas.openxmlformats.org/drawingml/2006/main" w="19050">
            <a:solidFill>
              <a:srgbClr val="FFD166"/>
            </a:solidFill>
            <a:prstDash val="solid"/>
          </a:ln>
        </p:spPr>
      </p:sp>
      <p:sp>
        <p:nvSpPr>
          <p:cNvPr id="6" name="">
            <a:extLst xmlns:a="http://schemas.openxmlformats.org/drawingml/2006/main">
              <a:ext uri="{FF2B5EF4-FFF2-40B4-BE49-F238E27FC236}">
                <a16:creationId xmlns:a16="http://schemas.microsoft.com/office/drawing/2014/main" id="{C63498EF-022E-47F5-B4DD-B95CE6C44C5A}"/>
              </a:ext>
            </a:extLst>
          </p:cNvPr>
          <p:cNvSpPr>
            <a:spLocks xmlns:a="http://schemas.openxmlformats.org/drawingml/2006/main" noGrp="1"/>
          </p:cNvSpPr>
          <p:nvPr/>
        </p:nvSpPr>
        <p:spPr>
          <a:xfrm xmlns:a="http://schemas.openxmlformats.org/drawingml/2006/main">
            <a:off x="4953000" y="285750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250" b="1">
                <a:solidFill>
                  <a:srgbClr val="FFD166"/>
                </a:solidFill>
              </a:defRPr>
            </a:defPPr>
            <a:lvl1pPr algn="ctr">
              <a:defRPr sz="2250" b="1">
                <a:solidFill>
                  <a:srgbClr val="FFD166"/>
                </a:solidFill>
              </a:defRPr>
            </a:lvl1pPr>
            <a:lvl2pPr algn="ctr">
              <a:defRPr sz="2250" b="1">
                <a:solidFill>
                  <a:srgbClr val="FFD166"/>
                </a:solidFill>
              </a:defRPr>
            </a:lvl2pPr>
            <a:lvl3pPr algn="ctr">
              <a:defRPr sz="2250" b="1">
                <a:solidFill>
                  <a:srgbClr val="FFD166"/>
                </a:solidFill>
              </a:defRPr>
            </a:lvl3pPr>
            <a:lvl4pPr algn="ctr">
              <a:defRPr sz="2250" b="1">
                <a:solidFill>
                  <a:srgbClr val="FFD166"/>
                </a:solidFill>
              </a:defRPr>
            </a:lvl4pPr>
            <a:lvl5pPr algn="ctr">
              <a:defRPr sz="2250" b="1">
                <a:solidFill>
                  <a:srgbClr val="FFD166"/>
                </a:solidFill>
              </a:defRPr>
            </a:lvl5pPr>
            <a:lvl6pPr algn="ctr">
              <a:defRPr sz="2250" b="1">
                <a:solidFill>
                  <a:srgbClr val="FFD166"/>
                </a:solidFill>
              </a:defRPr>
            </a:lvl6pPr>
            <a:lvl7pPr algn="ctr">
              <a:defRPr sz="2250" b="1">
                <a:solidFill>
                  <a:srgbClr val="FFD166"/>
                </a:solidFill>
              </a:defRPr>
            </a:lvl7pPr>
            <a:lvl8pPr algn="ctr">
              <a:defRPr sz="2250" b="1">
                <a:solidFill>
                  <a:srgbClr val="FFD166"/>
                </a:solidFill>
              </a:defRPr>
            </a:lvl8pPr>
            <a:lvl9pPr algn="ctr">
              <a:defRPr sz="2250" b="1">
                <a:solidFill>
                  <a:srgbClr val="FFD166"/>
                </a:solidFill>
              </a:defRPr>
            </a:lvl9pPr>
          </a:lstStyle>
          <a:p xmlns:a="http://schemas.openxmlformats.org/drawingml/2006/main">
            <a:pPr algn="ctr">
              <a:defRPr sz="2250" b="1">
                <a:solidFill>
                  <a:srgbClr val="FFD166"/>
                </a:solidFill>
              </a:defRPr>
            </a:pPr>
            <a:r>
              <a:rPr sz="2250" b="1">
                <a:solidFill>
                  <a:srgbClr val="FFD166"/>
                </a:solidFill>
              </a:rPr>
              <a:t>FAIRNESS</a:t>
            </a:r>
          </a:p>
        </p:txBody>
      </p:sp>
      <p:sp>
        <p:nvSpPr>
          <p:cNvPr id="7" name="">
            <a:extLst xmlns:a="http://schemas.openxmlformats.org/drawingml/2006/main">
              <a:ext uri="{FF2B5EF4-FFF2-40B4-BE49-F238E27FC236}">
                <a16:creationId xmlns:a16="http://schemas.microsoft.com/office/drawing/2014/main" id="{7DA76D63-86AD-4396-B553-D0A2531CA392}"/>
              </a:ext>
            </a:extLst>
          </p:cNvPr>
          <p:cNvSpPr>
            <a:spLocks xmlns:a="http://schemas.openxmlformats.org/drawingml/2006/main" noGrp="1"/>
          </p:cNvSpPr>
          <p:nvPr/>
        </p:nvSpPr>
        <p:spPr>
          <a:xfrm xmlns:a="http://schemas.openxmlformats.org/drawingml/2006/main">
            <a:off x="762000" y="2000250"/>
            <a:ext cx="2476500" cy="781050"/>
          </a:xfrm>
          <a:prstGeom xmlns:a="http://schemas.openxmlformats.org/drawingml/2006/main" prst="roundRect">
            <a:avLst>
              <a:gd name="adj" fmla="val 14634"/>
            </a:avLst>
          </a:prstGeom>
          <a:solidFill xmlns:a="http://schemas.openxmlformats.org/drawingml/2006/main">
            <a:srgbClr val="3A86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C5C0D9C-1169-462B-A68B-293A6DD5D7C5}"/>
              </a:ext>
            </a:extLst>
          </p:cNvPr>
          <p:cNvSpPr>
            <a:spLocks xmlns:a="http://schemas.openxmlformats.org/drawingml/2006/main" noGrp="1"/>
          </p:cNvSpPr>
          <p:nvPr/>
        </p:nvSpPr>
        <p:spPr>
          <a:xfrm xmlns:a="http://schemas.openxmlformats.org/drawingml/2006/main">
            <a:off x="904875" y="2114550"/>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6F7FB"/>
                </a:solidFill>
              </a:defRPr>
            </a:defPPr>
            <a:lvl1pPr algn="ctr">
              <a:defRPr sz="1500" b="1">
                <a:solidFill>
                  <a:srgbClr val="F6F7FB"/>
                </a:solidFill>
              </a:defRPr>
            </a:lvl1pPr>
            <a:lvl2pPr algn="ctr">
              <a:defRPr sz="1500" b="1">
                <a:solidFill>
                  <a:srgbClr val="F6F7FB"/>
                </a:solidFill>
              </a:defRPr>
            </a:lvl2pPr>
            <a:lvl3pPr algn="ctr">
              <a:defRPr sz="1500" b="1">
                <a:solidFill>
                  <a:srgbClr val="F6F7FB"/>
                </a:solidFill>
              </a:defRPr>
            </a:lvl3pPr>
            <a:lvl4pPr algn="ctr">
              <a:defRPr sz="1500" b="1">
                <a:solidFill>
                  <a:srgbClr val="F6F7FB"/>
                </a:solidFill>
              </a:defRPr>
            </a:lvl4pPr>
            <a:lvl5pPr algn="ctr">
              <a:defRPr sz="1500" b="1">
                <a:solidFill>
                  <a:srgbClr val="F6F7FB"/>
                </a:solidFill>
              </a:defRPr>
            </a:lvl5pPr>
            <a:lvl6pPr algn="ctr">
              <a:defRPr sz="1500" b="1">
                <a:solidFill>
                  <a:srgbClr val="F6F7FB"/>
                </a:solidFill>
              </a:defRPr>
            </a:lvl6pPr>
            <a:lvl7pPr algn="ctr">
              <a:defRPr sz="1500" b="1">
                <a:solidFill>
                  <a:srgbClr val="F6F7FB"/>
                </a:solidFill>
              </a:defRPr>
            </a:lvl7pPr>
            <a:lvl8pPr algn="ctr">
              <a:defRPr sz="1500" b="1">
                <a:solidFill>
                  <a:srgbClr val="F6F7FB"/>
                </a:solidFill>
              </a:defRPr>
            </a:lvl8pPr>
            <a:lvl9pPr algn="ctr">
              <a:defRPr sz="1500" b="1">
                <a:solidFill>
                  <a:srgbClr val="F6F7FB"/>
                </a:solidFill>
              </a:defRPr>
            </a:lvl9pPr>
          </a:lstStyle>
          <a:p xmlns:a="http://schemas.openxmlformats.org/drawingml/2006/main">
            <a:pPr algn="ctr">
              <a:defRPr sz="1500" b="1">
                <a:solidFill>
                  <a:srgbClr val="F6F7FB"/>
                </a:solidFill>
              </a:defRPr>
            </a:pPr>
            <a:r>
              <a:rPr sz="1500" b="1">
                <a:solidFill>
                  <a:srgbClr val="F6F7FB"/>
                </a:solidFill>
              </a:rPr>
              <a:t>FACET A</a:t>
            </a:r>
          </a:p>
        </p:txBody>
      </p:sp>
      <p:sp>
        <p:nvSpPr>
          <p:cNvPr id="9" name="">
            <a:extLst xmlns:a="http://schemas.openxmlformats.org/drawingml/2006/main">
              <a:ext uri="{FF2B5EF4-FFF2-40B4-BE49-F238E27FC236}">
                <a16:creationId xmlns:a16="http://schemas.microsoft.com/office/drawing/2014/main" id="{402BE799-4C1E-4D4C-B9E2-9D8B21BA9A4D}"/>
              </a:ext>
            </a:extLst>
          </p:cNvPr>
          <p:cNvSpPr>
            <a:spLocks xmlns:a="http://schemas.openxmlformats.org/drawingml/2006/main" noGrp="1"/>
          </p:cNvSpPr>
          <p:nvPr/>
        </p:nvSpPr>
        <p:spPr>
          <a:xfrm xmlns:a="http://schemas.openxmlformats.org/drawingml/2006/main">
            <a:off x="8382000" y="2000250"/>
            <a:ext cx="2476500" cy="781050"/>
          </a:xfrm>
          <a:prstGeom xmlns:a="http://schemas.openxmlformats.org/drawingml/2006/main" prst="roundRect">
            <a:avLst>
              <a:gd name="adj" fmla="val 14634"/>
            </a:avLst>
          </a:prstGeom>
          <a:solidFill xmlns:a="http://schemas.openxmlformats.org/drawingml/2006/main">
            <a:srgbClr val="3A86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4A9E93E-ECD1-4537-BAF4-E26DDC379DA0}"/>
              </a:ext>
            </a:extLst>
          </p:cNvPr>
          <p:cNvSpPr>
            <a:spLocks xmlns:a="http://schemas.openxmlformats.org/drawingml/2006/main" noGrp="1"/>
          </p:cNvSpPr>
          <p:nvPr/>
        </p:nvSpPr>
        <p:spPr>
          <a:xfrm xmlns:a="http://schemas.openxmlformats.org/drawingml/2006/main">
            <a:off x="8524875" y="2114550"/>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6F7FB"/>
                </a:solidFill>
              </a:defRPr>
            </a:defPPr>
            <a:lvl1pPr algn="ctr">
              <a:defRPr sz="1500" b="1">
                <a:solidFill>
                  <a:srgbClr val="F6F7FB"/>
                </a:solidFill>
              </a:defRPr>
            </a:lvl1pPr>
            <a:lvl2pPr algn="ctr">
              <a:defRPr sz="1500" b="1">
                <a:solidFill>
                  <a:srgbClr val="F6F7FB"/>
                </a:solidFill>
              </a:defRPr>
            </a:lvl2pPr>
            <a:lvl3pPr algn="ctr">
              <a:defRPr sz="1500" b="1">
                <a:solidFill>
                  <a:srgbClr val="F6F7FB"/>
                </a:solidFill>
              </a:defRPr>
            </a:lvl3pPr>
            <a:lvl4pPr algn="ctr">
              <a:defRPr sz="1500" b="1">
                <a:solidFill>
                  <a:srgbClr val="F6F7FB"/>
                </a:solidFill>
              </a:defRPr>
            </a:lvl4pPr>
            <a:lvl5pPr algn="ctr">
              <a:defRPr sz="1500" b="1">
                <a:solidFill>
                  <a:srgbClr val="F6F7FB"/>
                </a:solidFill>
              </a:defRPr>
            </a:lvl5pPr>
            <a:lvl6pPr algn="ctr">
              <a:defRPr sz="1500" b="1">
                <a:solidFill>
                  <a:srgbClr val="F6F7FB"/>
                </a:solidFill>
              </a:defRPr>
            </a:lvl6pPr>
            <a:lvl7pPr algn="ctr">
              <a:defRPr sz="1500" b="1">
                <a:solidFill>
                  <a:srgbClr val="F6F7FB"/>
                </a:solidFill>
              </a:defRPr>
            </a:lvl7pPr>
            <a:lvl8pPr algn="ctr">
              <a:defRPr sz="1500" b="1">
                <a:solidFill>
                  <a:srgbClr val="F6F7FB"/>
                </a:solidFill>
              </a:defRPr>
            </a:lvl8pPr>
            <a:lvl9pPr algn="ctr">
              <a:defRPr sz="1500" b="1">
                <a:solidFill>
                  <a:srgbClr val="F6F7FB"/>
                </a:solidFill>
              </a:defRPr>
            </a:lvl9pPr>
          </a:lstStyle>
          <a:p xmlns:a="http://schemas.openxmlformats.org/drawingml/2006/main">
            <a:pPr algn="ctr">
              <a:defRPr sz="1500" b="1">
                <a:solidFill>
                  <a:srgbClr val="F6F7FB"/>
                </a:solidFill>
              </a:defRPr>
            </a:pPr>
            <a:r>
              <a:rPr sz="1500" b="1">
                <a:solidFill>
                  <a:srgbClr val="F6F7FB"/>
                </a:solidFill>
              </a:rPr>
              <a:t>FACET B</a:t>
            </a:r>
          </a:p>
        </p:txBody>
      </p:sp>
      <p:sp>
        <p:nvSpPr>
          <p:cNvPr id="11" name="">
            <a:extLst xmlns:a="http://schemas.openxmlformats.org/drawingml/2006/main">
              <a:ext uri="{FF2B5EF4-FFF2-40B4-BE49-F238E27FC236}">
                <a16:creationId xmlns:a16="http://schemas.microsoft.com/office/drawing/2014/main" id="{E9824437-C406-4A33-A17A-DD9D07C73AE8}"/>
              </a:ext>
            </a:extLst>
          </p:cNvPr>
          <p:cNvSpPr>
            <a:spLocks xmlns:a="http://schemas.openxmlformats.org/drawingml/2006/main" noGrp="1"/>
          </p:cNvSpPr>
          <p:nvPr/>
        </p:nvSpPr>
        <p:spPr>
          <a:xfrm xmlns:a="http://schemas.openxmlformats.org/drawingml/2006/main">
            <a:off x="762000" y="4476750"/>
            <a:ext cx="2476500" cy="781050"/>
          </a:xfrm>
          <a:prstGeom xmlns:a="http://schemas.openxmlformats.org/drawingml/2006/main" prst="roundRect">
            <a:avLst>
              <a:gd name="adj" fmla="val 14634"/>
            </a:avLst>
          </a:prstGeom>
          <a:solidFill xmlns:a="http://schemas.openxmlformats.org/drawingml/2006/main">
            <a:srgbClr val="FF7A0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8307FE0-0CEC-4C54-9179-200555B9574C}"/>
              </a:ext>
            </a:extLst>
          </p:cNvPr>
          <p:cNvSpPr>
            <a:spLocks xmlns:a="http://schemas.openxmlformats.org/drawingml/2006/main" noGrp="1"/>
          </p:cNvSpPr>
          <p:nvPr/>
        </p:nvSpPr>
        <p:spPr>
          <a:xfrm xmlns:a="http://schemas.openxmlformats.org/drawingml/2006/main">
            <a:off x="904875" y="4591050"/>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6F7FB"/>
                </a:solidFill>
              </a:defRPr>
            </a:defPPr>
            <a:lvl1pPr algn="ctr">
              <a:defRPr sz="1500" b="1">
                <a:solidFill>
                  <a:srgbClr val="F6F7FB"/>
                </a:solidFill>
              </a:defRPr>
            </a:lvl1pPr>
            <a:lvl2pPr algn="ctr">
              <a:defRPr sz="1500" b="1">
                <a:solidFill>
                  <a:srgbClr val="F6F7FB"/>
                </a:solidFill>
              </a:defRPr>
            </a:lvl2pPr>
            <a:lvl3pPr algn="ctr">
              <a:defRPr sz="1500" b="1">
                <a:solidFill>
                  <a:srgbClr val="F6F7FB"/>
                </a:solidFill>
              </a:defRPr>
            </a:lvl3pPr>
            <a:lvl4pPr algn="ctr">
              <a:defRPr sz="1500" b="1">
                <a:solidFill>
                  <a:srgbClr val="F6F7FB"/>
                </a:solidFill>
              </a:defRPr>
            </a:lvl4pPr>
            <a:lvl5pPr algn="ctr">
              <a:defRPr sz="1500" b="1">
                <a:solidFill>
                  <a:srgbClr val="F6F7FB"/>
                </a:solidFill>
              </a:defRPr>
            </a:lvl5pPr>
            <a:lvl6pPr algn="ctr">
              <a:defRPr sz="1500" b="1">
                <a:solidFill>
                  <a:srgbClr val="F6F7FB"/>
                </a:solidFill>
              </a:defRPr>
            </a:lvl6pPr>
            <a:lvl7pPr algn="ctr">
              <a:defRPr sz="1500" b="1">
                <a:solidFill>
                  <a:srgbClr val="F6F7FB"/>
                </a:solidFill>
              </a:defRPr>
            </a:lvl7pPr>
            <a:lvl8pPr algn="ctr">
              <a:defRPr sz="1500" b="1">
                <a:solidFill>
                  <a:srgbClr val="F6F7FB"/>
                </a:solidFill>
              </a:defRPr>
            </a:lvl8pPr>
            <a:lvl9pPr algn="ctr">
              <a:defRPr sz="1500" b="1">
                <a:solidFill>
                  <a:srgbClr val="F6F7FB"/>
                </a:solidFill>
              </a:defRPr>
            </a:lvl9pPr>
          </a:lstStyle>
          <a:p xmlns:a="http://schemas.openxmlformats.org/drawingml/2006/main">
            <a:pPr algn="ctr">
              <a:defRPr sz="1500" b="1">
                <a:solidFill>
                  <a:srgbClr val="F6F7FB"/>
                </a:solidFill>
              </a:defRPr>
            </a:pPr>
            <a:r>
              <a:rPr sz="1500" b="1">
                <a:solidFill>
                  <a:srgbClr val="F6F7FB"/>
                </a:solidFill>
              </a:rPr>
              <a:t>OUTCOME A</a:t>
            </a:r>
          </a:p>
        </p:txBody>
      </p:sp>
      <p:sp>
        <p:nvSpPr>
          <p:cNvPr id="13" name="">
            <a:extLst xmlns:a="http://schemas.openxmlformats.org/drawingml/2006/main">
              <a:ext uri="{FF2B5EF4-FFF2-40B4-BE49-F238E27FC236}">
                <a16:creationId xmlns:a16="http://schemas.microsoft.com/office/drawing/2014/main" id="{86F0B537-30A7-4AE5-9E65-A458F7E7F1DF}"/>
              </a:ext>
            </a:extLst>
          </p:cNvPr>
          <p:cNvSpPr>
            <a:spLocks xmlns:a="http://schemas.openxmlformats.org/drawingml/2006/main" noGrp="1"/>
          </p:cNvSpPr>
          <p:nvPr/>
        </p:nvSpPr>
        <p:spPr>
          <a:xfrm xmlns:a="http://schemas.openxmlformats.org/drawingml/2006/main">
            <a:off x="8382000" y="4476750"/>
            <a:ext cx="2476500" cy="781050"/>
          </a:xfrm>
          <a:prstGeom xmlns:a="http://schemas.openxmlformats.org/drawingml/2006/main" prst="roundRect">
            <a:avLst>
              <a:gd name="adj" fmla="val 14634"/>
            </a:avLst>
          </a:prstGeom>
          <a:solidFill xmlns:a="http://schemas.openxmlformats.org/drawingml/2006/main">
            <a:srgbClr val="FF7A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36185ED-E87E-4926-9942-18E36ED6AC2F}"/>
              </a:ext>
            </a:extLst>
          </p:cNvPr>
          <p:cNvSpPr>
            <a:spLocks xmlns:a="http://schemas.openxmlformats.org/drawingml/2006/main" noGrp="1"/>
          </p:cNvSpPr>
          <p:nvPr/>
        </p:nvSpPr>
        <p:spPr>
          <a:xfrm xmlns:a="http://schemas.openxmlformats.org/drawingml/2006/main">
            <a:off x="8524875" y="4591050"/>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6F7FB"/>
                </a:solidFill>
              </a:defRPr>
            </a:defPPr>
            <a:lvl1pPr algn="ctr">
              <a:defRPr sz="1500" b="1">
                <a:solidFill>
                  <a:srgbClr val="F6F7FB"/>
                </a:solidFill>
              </a:defRPr>
            </a:lvl1pPr>
            <a:lvl2pPr algn="ctr">
              <a:defRPr sz="1500" b="1">
                <a:solidFill>
                  <a:srgbClr val="F6F7FB"/>
                </a:solidFill>
              </a:defRPr>
            </a:lvl2pPr>
            <a:lvl3pPr algn="ctr">
              <a:defRPr sz="1500" b="1">
                <a:solidFill>
                  <a:srgbClr val="F6F7FB"/>
                </a:solidFill>
              </a:defRPr>
            </a:lvl3pPr>
            <a:lvl4pPr algn="ctr">
              <a:defRPr sz="1500" b="1">
                <a:solidFill>
                  <a:srgbClr val="F6F7FB"/>
                </a:solidFill>
              </a:defRPr>
            </a:lvl4pPr>
            <a:lvl5pPr algn="ctr">
              <a:defRPr sz="1500" b="1">
                <a:solidFill>
                  <a:srgbClr val="F6F7FB"/>
                </a:solidFill>
              </a:defRPr>
            </a:lvl5pPr>
            <a:lvl6pPr algn="ctr">
              <a:defRPr sz="1500" b="1">
                <a:solidFill>
                  <a:srgbClr val="F6F7FB"/>
                </a:solidFill>
              </a:defRPr>
            </a:lvl6pPr>
            <a:lvl7pPr algn="ctr">
              <a:defRPr sz="1500" b="1">
                <a:solidFill>
                  <a:srgbClr val="F6F7FB"/>
                </a:solidFill>
              </a:defRPr>
            </a:lvl7pPr>
            <a:lvl8pPr algn="ctr">
              <a:defRPr sz="1500" b="1">
                <a:solidFill>
                  <a:srgbClr val="F6F7FB"/>
                </a:solidFill>
              </a:defRPr>
            </a:lvl8pPr>
            <a:lvl9pPr algn="ctr">
              <a:defRPr sz="1500" b="1">
                <a:solidFill>
                  <a:srgbClr val="F6F7FB"/>
                </a:solidFill>
              </a:defRPr>
            </a:lvl9pPr>
          </a:lstStyle>
          <a:p xmlns:a="http://schemas.openxmlformats.org/drawingml/2006/main">
            <a:pPr algn="ctr">
              <a:defRPr sz="1500" b="1">
                <a:solidFill>
                  <a:srgbClr val="F6F7FB"/>
                </a:solidFill>
              </a:defRPr>
            </a:pPr>
            <a:r>
              <a:rPr sz="1500" b="1">
                <a:solidFill>
                  <a:srgbClr val="F6F7FB"/>
                </a:solidFill>
              </a:rPr>
              <a:t>OUTCOME B</a:t>
            </a:r>
          </a:p>
        </p:txBody>
      </p:sp>
      <p:sp>
        <p:nvSpPr>
          <p:cNvPr id="15" name="">
            <a:extLst xmlns:a="http://schemas.openxmlformats.org/drawingml/2006/main">
              <a:ext uri="{FF2B5EF4-FFF2-40B4-BE49-F238E27FC236}">
                <a16:creationId xmlns:a16="http://schemas.microsoft.com/office/drawing/2014/main" id="{041A480A-FF9A-403E-A7A5-CD68FBCC0409}"/>
              </a:ext>
            </a:extLst>
          </p:cNvPr>
          <p:cNvSpPr>
            <a:spLocks xmlns:a="http://schemas.openxmlformats.org/drawingml/2006/main" noGrp="1"/>
          </p:cNvSpPr>
          <p:nvPr/>
        </p:nvSpPr>
        <p:spPr>
          <a:xfrm xmlns:a="http://schemas.openxmlformats.org/drawingml/2006/main">
            <a:off x="3524250" y="5429250"/>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A8B2C6"/>
                </a:solidFill>
              </a:defRPr>
            </a:defPPr>
            <a:lvl1pPr algn="ctr">
              <a:defRPr sz="1425" b="1">
                <a:solidFill>
                  <a:srgbClr val="A8B2C6"/>
                </a:solidFill>
              </a:defRPr>
            </a:lvl1pPr>
            <a:lvl2pPr algn="ctr">
              <a:defRPr sz="1425" b="1">
                <a:solidFill>
                  <a:srgbClr val="A8B2C6"/>
                </a:solidFill>
              </a:defRPr>
            </a:lvl2pPr>
            <a:lvl3pPr algn="ctr">
              <a:defRPr sz="1425" b="1">
                <a:solidFill>
                  <a:srgbClr val="A8B2C6"/>
                </a:solidFill>
              </a:defRPr>
            </a:lvl3pPr>
            <a:lvl4pPr algn="ctr">
              <a:defRPr sz="1425" b="1">
                <a:solidFill>
                  <a:srgbClr val="A8B2C6"/>
                </a:solidFill>
              </a:defRPr>
            </a:lvl4pPr>
            <a:lvl5pPr algn="ctr">
              <a:defRPr sz="1425" b="1">
                <a:solidFill>
                  <a:srgbClr val="A8B2C6"/>
                </a:solidFill>
              </a:defRPr>
            </a:lvl5pPr>
            <a:lvl6pPr algn="ctr">
              <a:defRPr sz="1425" b="1">
                <a:solidFill>
                  <a:srgbClr val="A8B2C6"/>
                </a:solidFill>
              </a:defRPr>
            </a:lvl6pPr>
            <a:lvl7pPr algn="ctr">
              <a:defRPr sz="1425" b="1">
                <a:solidFill>
                  <a:srgbClr val="A8B2C6"/>
                </a:solidFill>
              </a:defRPr>
            </a:lvl7pPr>
            <a:lvl8pPr algn="ctr">
              <a:defRPr sz="1425" b="1">
                <a:solidFill>
                  <a:srgbClr val="A8B2C6"/>
                </a:solidFill>
              </a:defRPr>
            </a:lvl8pPr>
            <a:lvl9pPr algn="ctr">
              <a:defRPr sz="1425" b="1">
                <a:solidFill>
                  <a:srgbClr val="A8B2C6"/>
                </a:solidFill>
              </a:defRPr>
            </a:lvl9pPr>
          </a:lstStyle>
          <a:p xmlns:a="http://schemas.openxmlformats.org/drawingml/2006/main">
            <a:pPr algn="ctr">
              <a:defRPr sz="1425" b="1">
                <a:solidFill>
                  <a:srgbClr val="A8B2C6"/>
                </a:solidFill>
              </a:defRPr>
            </a:pPr>
            <a:r>
              <a:rPr sz="1425" b="1">
                <a:solidFill>
                  <a:srgbClr val="A8B2C6"/>
                </a:solidFill>
              </a:rPr>
              <a:t>Compare group behavior after deployment</a:t>
            </a:r>
          </a:p>
        </p:txBody>
      </p:sp>
    </p:spTree>
    <p:extLst>
      <p:ext uri="{BB962C8B-B14F-4D97-AF65-F5344CB8AC3E}">
        <p14:creationId xmlns:p14="http://schemas.microsoft.com/office/powerpoint/2010/main" val="881874374"/>
      </p:ext>
    </p:extLst>
  </p:cSld>
</p:sld>
</file>

<file path=ppt/slides/slide8.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5C237A1-924D-4BEF-9E2C-E52B4503FA09}"/>
              </a:ext>
            </a:extLst>
          </p:cNvPr>
          <p:cNvSpPr>
            <a:spLocks xmlns:a="http://schemas.openxmlformats.org/drawingml/2006/main" noGrp="1"/>
          </p:cNvSpPr>
          <p:nvPr/>
        </p:nvSpPr>
        <p:spPr>
          <a:xfrm xmlns:a="http://schemas.openxmlformats.org/drawingml/2006/main">
            <a:off x="609600" y="28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A8B2C6"/>
                </a:solidFill>
              </a:defRPr>
            </a:defPPr>
            <a:lvl1pPr algn="l">
              <a:defRPr sz="1050" b="1">
                <a:solidFill>
                  <a:srgbClr val="A8B2C6"/>
                </a:solidFill>
              </a:defRPr>
            </a:lvl1pPr>
            <a:lvl2pPr algn="l">
              <a:defRPr sz="1050" b="1">
                <a:solidFill>
                  <a:srgbClr val="A8B2C6"/>
                </a:solidFill>
              </a:defRPr>
            </a:lvl2pPr>
            <a:lvl3pPr algn="l">
              <a:defRPr sz="1050" b="1">
                <a:solidFill>
                  <a:srgbClr val="A8B2C6"/>
                </a:solidFill>
              </a:defRPr>
            </a:lvl3pPr>
            <a:lvl4pPr algn="l">
              <a:defRPr sz="1050" b="1">
                <a:solidFill>
                  <a:srgbClr val="A8B2C6"/>
                </a:solidFill>
              </a:defRPr>
            </a:lvl4pPr>
            <a:lvl5pPr algn="l">
              <a:defRPr sz="1050" b="1">
                <a:solidFill>
                  <a:srgbClr val="A8B2C6"/>
                </a:solidFill>
              </a:defRPr>
            </a:lvl5pPr>
            <a:lvl6pPr algn="l">
              <a:defRPr sz="1050" b="1">
                <a:solidFill>
                  <a:srgbClr val="A8B2C6"/>
                </a:solidFill>
              </a:defRPr>
            </a:lvl6pPr>
            <a:lvl7pPr algn="l">
              <a:defRPr sz="1050" b="1">
                <a:solidFill>
                  <a:srgbClr val="A8B2C6"/>
                </a:solidFill>
              </a:defRPr>
            </a:lvl7pPr>
            <a:lvl8pPr algn="l">
              <a:defRPr sz="1050" b="1">
                <a:solidFill>
                  <a:srgbClr val="A8B2C6"/>
                </a:solidFill>
              </a:defRPr>
            </a:lvl8pPr>
            <a:lvl9pPr algn="l">
              <a:defRPr sz="1050" b="1">
                <a:solidFill>
                  <a:srgbClr val="A8B2C6"/>
                </a:solidFill>
              </a:defRPr>
            </a:lvl9pPr>
          </a:lstStyle>
          <a:p xmlns:a="http://schemas.openxmlformats.org/drawingml/2006/main">
            <a:pPr algn="l">
              <a:defRPr sz="1050" b="1">
                <a:solidFill>
                  <a:srgbClr val="A8B2C6"/>
                </a:solidFill>
              </a:defRPr>
            </a:pPr>
            <a:r>
              <a:rPr sz="1050" b="1">
                <a:solidFill>
                  <a:srgbClr val="A8B2C6"/>
                </a:solidFill>
              </a:rPr>
              <a:t>WEEK 10 · PART 2</a:t>
            </a:r>
          </a:p>
        </p:txBody>
      </p:sp>
      <p:sp>
        <p:nvSpPr>
          <p:cNvPr id="2" name="">
            <a:extLst xmlns:a="http://schemas.openxmlformats.org/drawingml/2006/main">
              <a:ext uri="{FF2B5EF4-FFF2-40B4-BE49-F238E27FC236}">
                <a16:creationId xmlns:a16="http://schemas.microsoft.com/office/drawing/2014/main" id="{EB8167B7-16D2-4988-B0A4-F81F8D01B385}"/>
              </a:ext>
            </a:extLst>
          </p:cNvPr>
          <p:cNvSpPr>
            <a:spLocks xmlns:a="http://schemas.openxmlformats.org/drawingml/2006/main" noGrp="1"/>
          </p:cNvSpPr>
          <p:nvPr/>
        </p:nvSpPr>
        <p:spPr>
          <a:xfrm xmlns:a="http://schemas.openxmlformats.org/drawingml/2006/main">
            <a:off x="11049000" y="26670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350" b="1">
                <a:solidFill>
                  <a:srgbClr val="A8B2C6"/>
                </a:solidFill>
              </a:defRPr>
            </a:defPPr>
            <a:lvl1pPr algn="r">
              <a:defRPr sz="1350" b="1">
                <a:solidFill>
                  <a:srgbClr val="A8B2C6"/>
                </a:solidFill>
              </a:defRPr>
            </a:lvl1pPr>
            <a:lvl2pPr algn="r">
              <a:defRPr sz="1350" b="1">
                <a:solidFill>
                  <a:srgbClr val="A8B2C6"/>
                </a:solidFill>
              </a:defRPr>
            </a:lvl2pPr>
            <a:lvl3pPr algn="r">
              <a:defRPr sz="1350" b="1">
                <a:solidFill>
                  <a:srgbClr val="A8B2C6"/>
                </a:solidFill>
              </a:defRPr>
            </a:lvl3pPr>
            <a:lvl4pPr algn="r">
              <a:defRPr sz="1350" b="1">
                <a:solidFill>
                  <a:srgbClr val="A8B2C6"/>
                </a:solidFill>
              </a:defRPr>
            </a:lvl4pPr>
            <a:lvl5pPr algn="r">
              <a:defRPr sz="1350" b="1">
                <a:solidFill>
                  <a:srgbClr val="A8B2C6"/>
                </a:solidFill>
              </a:defRPr>
            </a:lvl5pPr>
            <a:lvl6pPr algn="r">
              <a:defRPr sz="1350" b="1">
                <a:solidFill>
                  <a:srgbClr val="A8B2C6"/>
                </a:solidFill>
              </a:defRPr>
            </a:lvl6pPr>
            <a:lvl7pPr algn="r">
              <a:defRPr sz="1350" b="1">
                <a:solidFill>
                  <a:srgbClr val="A8B2C6"/>
                </a:solidFill>
              </a:defRPr>
            </a:lvl7pPr>
            <a:lvl8pPr algn="r">
              <a:defRPr sz="1350" b="1">
                <a:solidFill>
                  <a:srgbClr val="A8B2C6"/>
                </a:solidFill>
              </a:defRPr>
            </a:lvl8pPr>
            <a:lvl9pPr algn="r">
              <a:defRPr sz="1350" b="1">
                <a:solidFill>
                  <a:srgbClr val="A8B2C6"/>
                </a:solidFill>
              </a:defRPr>
            </a:lvl9pPr>
          </a:lstStyle>
          <a:p xmlns:a="http://schemas.openxmlformats.org/drawingml/2006/main">
            <a:pPr algn="r">
              <a:defRPr sz="1350" b="1">
                <a:solidFill>
                  <a:srgbClr val="A8B2C6"/>
                </a:solidFill>
              </a:defRPr>
            </a:pPr>
            <a:r>
              <a:rPr sz="1350" b="1">
                <a:solidFill>
                  <a:srgbClr val="A8B2C6"/>
                </a:solidFill>
              </a:rPr>
              <a:t>08</a:t>
            </a:r>
          </a:p>
        </p:txBody>
      </p:sp>
      <p:sp>
        <p:nvSpPr>
          <p:cNvPr id="3" name="">
            <a:extLst xmlns:a="http://schemas.openxmlformats.org/drawingml/2006/main">
              <a:ext uri="{FF2B5EF4-FFF2-40B4-BE49-F238E27FC236}">
                <a16:creationId xmlns:a16="http://schemas.microsoft.com/office/drawing/2014/main" id="{D445EAC0-83C0-4B30-B531-1C69037418D5}"/>
              </a:ext>
            </a:extLst>
          </p:cNvPr>
          <p:cNvSpPr>
            <a:spLocks xmlns:a="http://schemas.openxmlformats.org/drawingml/2006/main" noGrp="1"/>
          </p:cNvSpPr>
          <p:nvPr/>
        </p:nvSpPr>
        <p:spPr>
          <a:xfrm xmlns:a="http://schemas.openxmlformats.org/drawingml/2006/main">
            <a:off x="609600" y="7239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F6F7FB"/>
                </a:solidFill>
              </a:defRPr>
            </a:defPPr>
            <a:lvl1pPr algn="l">
              <a:defRPr sz="2550" b="1">
                <a:solidFill>
                  <a:srgbClr val="F6F7FB"/>
                </a:solidFill>
              </a:defRPr>
            </a:lvl1pPr>
            <a:lvl2pPr algn="l">
              <a:defRPr sz="2550" b="1">
                <a:solidFill>
                  <a:srgbClr val="F6F7FB"/>
                </a:solidFill>
              </a:defRPr>
            </a:lvl2pPr>
            <a:lvl3pPr algn="l">
              <a:defRPr sz="2550" b="1">
                <a:solidFill>
                  <a:srgbClr val="F6F7FB"/>
                </a:solidFill>
              </a:defRPr>
            </a:lvl3pPr>
            <a:lvl4pPr algn="l">
              <a:defRPr sz="2550" b="1">
                <a:solidFill>
                  <a:srgbClr val="F6F7FB"/>
                </a:solidFill>
              </a:defRPr>
            </a:lvl4pPr>
            <a:lvl5pPr algn="l">
              <a:defRPr sz="2550" b="1">
                <a:solidFill>
                  <a:srgbClr val="F6F7FB"/>
                </a:solidFill>
              </a:defRPr>
            </a:lvl5pPr>
            <a:lvl6pPr algn="l">
              <a:defRPr sz="2550" b="1">
                <a:solidFill>
                  <a:srgbClr val="F6F7FB"/>
                </a:solidFill>
              </a:defRPr>
            </a:lvl6pPr>
            <a:lvl7pPr algn="l">
              <a:defRPr sz="2550" b="1">
                <a:solidFill>
                  <a:srgbClr val="F6F7FB"/>
                </a:solidFill>
              </a:defRPr>
            </a:lvl7pPr>
            <a:lvl8pPr algn="l">
              <a:defRPr sz="2550" b="1">
                <a:solidFill>
                  <a:srgbClr val="F6F7FB"/>
                </a:solidFill>
              </a:defRPr>
            </a:lvl8pPr>
            <a:lvl9pPr algn="l">
              <a:defRPr sz="2550" b="1">
                <a:solidFill>
                  <a:srgbClr val="F6F7FB"/>
                </a:solidFill>
              </a:defRPr>
            </a:lvl9pPr>
          </a:lstStyle>
          <a:p xmlns:a="http://schemas.openxmlformats.org/drawingml/2006/main">
            <a:pPr algn="l">
              <a:defRPr sz="2550" b="1">
                <a:solidFill>
                  <a:srgbClr val="F6F7FB"/>
                </a:solidFill>
              </a:defRPr>
            </a:pPr>
            <a:r>
              <a:rPr sz="2550" b="1">
                <a:solidFill>
                  <a:srgbClr val="F6F7FB"/>
                </a:solidFill>
              </a:rPr>
              <a:t>Feature attribution drift</a:t>
            </a:r>
          </a:p>
        </p:txBody>
      </p:sp>
      <p:sp>
        <p:nvSpPr>
          <p:cNvPr id="4" name="">
            <a:extLst xmlns:a="http://schemas.openxmlformats.org/drawingml/2006/main">
              <a:ext uri="{FF2B5EF4-FFF2-40B4-BE49-F238E27FC236}">
                <a16:creationId xmlns:a16="http://schemas.microsoft.com/office/drawing/2014/main" id="{51544923-D57A-4E91-B12B-262213399BF8}"/>
              </a:ext>
            </a:extLst>
          </p:cNvPr>
          <p:cNvSpPr>
            <a:spLocks xmlns:a="http://schemas.openxmlformats.org/drawingml/2006/main" noGrp="1"/>
          </p:cNvSpPr>
          <p:nvPr/>
        </p:nvSpPr>
        <p:spPr>
          <a:xfrm xmlns:a="http://schemas.openxmlformats.org/drawingml/2006/main">
            <a:off x="609600" y="65341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750" b="0">
                <a:solidFill>
                  <a:srgbClr val="A8B2C6"/>
                </a:solidFill>
              </a:defRPr>
            </a:defPPr>
            <a:lvl1pPr algn="l">
              <a:defRPr sz="750" b="0">
                <a:solidFill>
                  <a:srgbClr val="A8B2C6"/>
                </a:solidFill>
              </a:defRPr>
            </a:lvl1pPr>
            <a:lvl2pPr algn="l">
              <a:defRPr sz="750" b="0">
                <a:solidFill>
                  <a:srgbClr val="A8B2C6"/>
                </a:solidFill>
              </a:defRPr>
            </a:lvl2pPr>
            <a:lvl3pPr algn="l">
              <a:defRPr sz="750" b="0">
                <a:solidFill>
                  <a:srgbClr val="A8B2C6"/>
                </a:solidFill>
              </a:defRPr>
            </a:lvl3pPr>
            <a:lvl4pPr algn="l">
              <a:defRPr sz="750" b="0">
                <a:solidFill>
                  <a:srgbClr val="A8B2C6"/>
                </a:solidFill>
              </a:defRPr>
            </a:lvl4pPr>
            <a:lvl5pPr algn="l">
              <a:defRPr sz="750" b="0">
                <a:solidFill>
                  <a:srgbClr val="A8B2C6"/>
                </a:solidFill>
              </a:defRPr>
            </a:lvl5pPr>
            <a:lvl6pPr algn="l">
              <a:defRPr sz="750" b="0">
                <a:solidFill>
                  <a:srgbClr val="A8B2C6"/>
                </a:solidFill>
              </a:defRPr>
            </a:lvl6pPr>
            <a:lvl7pPr algn="l">
              <a:defRPr sz="750" b="0">
                <a:solidFill>
                  <a:srgbClr val="A8B2C6"/>
                </a:solidFill>
              </a:defRPr>
            </a:lvl7pPr>
            <a:lvl8pPr algn="l">
              <a:defRPr sz="750" b="0">
                <a:solidFill>
                  <a:srgbClr val="A8B2C6"/>
                </a:solidFill>
              </a:defRPr>
            </a:lvl8pPr>
            <a:lvl9pPr algn="l">
              <a:defRPr sz="750" b="0">
                <a:solidFill>
                  <a:srgbClr val="A8B2C6"/>
                </a:solidFill>
              </a:defRPr>
            </a:lvl9pPr>
          </a:lstStyle>
          <a:p xmlns:a="http://schemas.openxmlformats.org/drawingml/2006/main">
            <a:pPr algn="l">
              <a:defRPr sz="750" b="0">
                <a:solidFill>
                  <a:srgbClr val="A8B2C6"/>
                </a:solidFill>
              </a:defRPr>
            </a:pPr>
            <a:r>
              <a:rPr sz="750" b="0">
                <a:solidFill>
                  <a:srgbClr val="A8B2C6"/>
                </a:solidFill>
              </a:rPr>
              <a:t>AWS ML Engineer · Week 10 · Part 2</a:t>
            </a:r>
          </a:p>
        </p:txBody>
      </p:sp>
      <p:sp>
        <p:nvSpPr>
          <p:cNvPr id="5" name="">
            <a:extLst xmlns:a="http://schemas.openxmlformats.org/drawingml/2006/main">
              <a:ext uri="{FF2B5EF4-FFF2-40B4-BE49-F238E27FC236}">
                <a16:creationId xmlns:a16="http://schemas.microsoft.com/office/drawing/2014/main" id="{EFE8E89C-2C54-4492-82C5-F3C74BB196D6}"/>
              </a:ext>
            </a:extLst>
          </p:cNvPr>
          <p:cNvSpPr>
            <a:spLocks xmlns:a="http://schemas.openxmlformats.org/drawingml/2006/main" noGrp="1"/>
          </p:cNvSpPr>
          <p:nvPr/>
        </p:nvSpPr>
        <p:spPr>
          <a:xfrm xmlns:a="http://schemas.openxmlformats.org/drawingml/2006/main">
            <a:off x="904875" y="2000250"/>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A8B2C6"/>
                </a:solidFill>
              </a:defRPr>
            </a:defPPr>
            <a:lvl1pPr algn="l">
              <a:defRPr sz="1275" b="1">
                <a:solidFill>
                  <a:srgbClr val="A8B2C6"/>
                </a:solidFill>
              </a:defRPr>
            </a:lvl1pPr>
            <a:lvl2pPr algn="l">
              <a:defRPr sz="1275" b="1">
                <a:solidFill>
                  <a:srgbClr val="A8B2C6"/>
                </a:solidFill>
              </a:defRPr>
            </a:lvl2pPr>
            <a:lvl3pPr algn="l">
              <a:defRPr sz="1275" b="1">
                <a:solidFill>
                  <a:srgbClr val="A8B2C6"/>
                </a:solidFill>
              </a:defRPr>
            </a:lvl3pPr>
            <a:lvl4pPr algn="l">
              <a:defRPr sz="1275" b="1">
                <a:solidFill>
                  <a:srgbClr val="A8B2C6"/>
                </a:solidFill>
              </a:defRPr>
            </a:lvl4pPr>
            <a:lvl5pPr algn="l">
              <a:defRPr sz="1275" b="1">
                <a:solidFill>
                  <a:srgbClr val="A8B2C6"/>
                </a:solidFill>
              </a:defRPr>
            </a:lvl5pPr>
            <a:lvl6pPr algn="l">
              <a:defRPr sz="1275" b="1">
                <a:solidFill>
                  <a:srgbClr val="A8B2C6"/>
                </a:solidFill>
              </a:defRPr>
            </a:lvl6pPr>
            <a:lvl7pPr algn="l">
              <a:defRPr sz="1275" b="1">
                <a:solidFill>
                  <a:srgbClr val="A8B2C6"/>
                </a:solidFill>
              </a:defRPr>
            </a:lvl7pPr>
            <a:lvl8pPr algn="l">
              <a:defRPr sz="1275" b="1">
                <a:solidFill>
                  <a:srgbClr val="A8B2C6"/>
                </a:solidFill>
              </a:defRPr>
            </a:lvl8pPr>
            <a:lvl9pPr algn="l">
              <a:defRPr sz="1275" b="1">
                <a:solidFill>
                  <a:srgbClr val="A8B2C6"/>
                </a:solidFill>
              </a:defRPr>
            </a:lvl9pPr>
          </a:lstStyle>
          <a:p xmlns:a="http://schemas.openxmlformats.org/drawingml/2006/main">
            <a:pPr algn="l">
              <a:defRPr sz="1275" b="1">
                <a:solidFill>
                  <a:srgbClr val="A8B2C6"/>
                </a:solidFill>
              </a:defRPr>
            </a:pPr>
            <a:r>
              <a:rPr sz="1275" b="1">
                <a:solidFill>
                  <a:srgbClr val="A8B2C6"/>
                </a:solidFill>
              </a:rPr>
              <a:t>FEATURE A</a:t>
            </a:r>
          </a:p>
        </p:txBody>
      </p:sp>
      <p:sp>
        <p:nvSpPr>
          <p:cNvPr id="6" name="">
            <a:extLst xmlns:a="http://schemas.openxmlformats.org/drawingml/2006/main">
              <a:ext uri="{FF2B5EF4-FFF2-40B4-BE49-F238E27FC236}">
                <a16:creationId xmlns:a16="http://schemas.microsoft.com/office/drawing/2014/main" id="{BEF52F94-F24D-4048-9E39-CDEA76D6B097}"/>
              </a:ext>
            </a:extLst>
          </p:cNvPr>
          <p:cNvSpPr>
            <a:spLocks xmlns:a="http://schemas.openxmlformats.org/drawingml/2006/main" noGrp="1"/>
          </p:cNvSpPr>
          <p:nvPr/>
        </p:nvSpPr>
        <p:spPr>
          <a:xfrm xmlns:a="http://schemas.openxmlformats.org/drawingml/2006/main">
            <a:off x="2619375" y="2000250"/>
            <a:ext cx="7810500" cy="400050"/>
          </a:xfrm>
          <a:prstGeom xmlns:a="http://schemas.openxmlformats.org/drawingml/2006/main" prst="rect">
            <a:avLst/>
          </a:prstGeom>
          <a:solidFill xmlns:a="http://schemas.openxmlformats.org/drawingml/2006/main">
            <a:srgbClr val="FF7A0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5D43E68-BDB8-40F6-9909-E8509046EB64}"/>
              </a:ext>
            </a:extLst>
          </p:cNvPr>
          <p:cNvSpPr>
            <a:spLocks xmlns:a="http://schemas.openxmlformats.org/drawingml/2006/main" noGrp="1"/>
          </p:cNvSpPr>
          <p:nvPr/>
        </p:nvSpPr>
        <p:spPr>
          <a:xfrm xmlns:a="http://schemas.openxmlformats.org/drawingml/2006/main">
            <a:off x="10572750" y="20002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350" b="1">
                <a:solidFill>
                  <a:srgbClr val="F6F7FB"/>
                </a:solidFill>
              </a:defRPr>
            </a:defPPr>
            <a:lvl1pPr algn="r">
              <a:defRPr sz="1350" b="1">
                <a:solidFill>
                  <a:srgbClr val="F6F7FB"/>
                </a:solidFill>
              </a:defRPr>
            </a:lvl1pPr>
            <a:lvl2pPr algn="r">
              <a:defRPr sz="1350" b="1">
                <a:solidFill>
                  <a:srgbClr val="F6F7FB"/>
                </a:solidFill>
              </a:defRPr>
            </a:lvl2pPr>
            <a:lvl3pPr algn="r">
              <a:defRPr sz="1350" b="1">
                <a:solidFill>
                  <a:srgbClr val="F6F7FB"/>
                </a:solidFill>
              </a:defRPr>
            </a:lvl3pPr>
            <a:lvl4pPr algn="r">
              <a:defRPr sz="1350" b="1">
                <a:solidFill>
                  <a:srgbClr val="F6F7FB"/>
                </a:solidFill>
              </a:defRPr>
            </a:lvl4pPr>
            <a:lvl5pPr algn="r">
              <a:defRPr sz="1350" b="1">
                <a:solidFill>
                  <a:srgbClr val="F6F7FB"/>
                </a:solidFill>
              </a:defRPr>
            </a:lvl5pPr>
            <a:lvl6pPr algn="r">
              <a:defRPr sz="1350" b="1">
                <a:solidFill>
                  <a:srgbClr val="F6F7FB"/>
                </a:solidFill>
              </a:defRPr>
            </a:lvl6pPr>
            <a:lvl7pPr algn="r">
              <a:defRPr sz="1350" b="1">
                <a:solidFill>
                  <a:srgbClr val="F6F7FB"/>
                </a:solidFill>
              </a:defRPr>
            </a:lvl7pPr>
            <a:lvl8pPr algn="r">
              <a:defRPr sz="1350" b="1">
                <a:solidFill>
                  <a:srgbClr val="F6F7FB"/>
                </a:solidFill>
              </a:defRPr>
            </a:lvl8pPr>
            <a:lvl9pPr algn="r">
              <a:defRPr sz="1350" b="1">
                <a:solidFill>
                  <a:srgbClr val="F6F7FB"/>
                </a:solidFill>
              </a:defRPr>
            </a:lvl9pPr>
          </a:lstStyle>
          <a:p xmlns:a="http://schemas.openxmlformats.org/drawingml/2006/main">
            <a:pPr algn="r">
              <a:defRPr sz="1350" b="1">
                <a:solidFill>
                  <a:srgbClr val="F6F7FB"/>
                </a:solidFill>
              </a:defRPr>
            </a:pPr>
            <a:r>
              <a:rPr sz="1350" b="1">
                <a:solidFill>
                  <a:srgbClr val="F6F7FB"/>
                </a:solidFill>
              </a:rPr>
              <a:t>4</a:t>
            </a:r>
          </a:p>
        </p:txBody>
      </p:sp>
      <p:sp>
        <p:nvSpPr>
          <p:cNvPr id="8" name="">
            <a:extLst xmlns:a="http://schemas.openxmlformats.org/drawingml/2006/main">
              <a:ext uri="{FF2B5EF4-FFF2-40B4-BE49-F238E27FC236}">
                <a16:creationId xmlns:a16="http://schemas.microsoft.com/office/drawing/2014/main" id="{A0F1AE54-A21C-47F3-AA0D-0DE9846A3B22}"/>
              </a:ext>
            </a:extLst>
          </p:cNvPr>
          <p:cNvSpPr>
            <a:spLocks xmlns:a="http://schemas.openxmlformats.org/drawingml/2006/main" noGrp="1"/>
          </p:cNvSpPr>
          <p:nvPr/>
        </p:nvSpPr>
        <p:spPr>
          <a:xfrm xmlns:a="http://schemas.openxmlformats.org/drawingml/2006/main">
            <a:off x="904875" y="2800350"/>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A8B2C6"/>
                </a:solidFill>
              </a:defRPr>
            </a:defPPr>
            <a:lvl1pPr algn="l">
              <a:defRPr sz="1275" b="1">
                <a:solidFill>
                  <a:srgbClr val="A8B2C6"/>
                </a:solidFill>
              </a:defRPr>
            </a:lvl1pPr>
            <a:lvl2pPr algn="l">
              <a:defRPr sz="1275" b="1">
                <a:solidFill>
                  <a:srgbClr val="A8B2C6"/>
                </a:solidFill>
              </a:defRPr>
            </a:lvl2pPr>
            <a:lvl3pPr algn="l">
              <a:defRPr sz="1275" b="1">
                <a:solidFill>
                  <a:srgbClr val="A8B2C6"/>
                </a:solidFill>
              </a:defRPr>
            </a:lvl3pPr>
            <a:lvl4pPr algn="l">
              <a:defRPr sz="1275" b="1">
                <a:solidFill>
                  <a:srgbClr val="A8B2C6"/>
                </a:solidFill>
              </a:defRPr>
            </a:lvl4pPr>
            <a:lvl5pPr algn="l">
              <a:defRPr sz="1275" b="1">
                <a:solidFill>
                  <a:srgbClr val="A8B2C6"/>
                </a:solidFill>
              </a:defRPr>
            </a:lvl5pPr>
            <a:lvl6pPr algn="l">
              <a:defRPr sz="1275" b="1">
                <a:solidFill>
                  <a:srgbClr val="A8B2C6"/>
                </a:solidFill>
              </a:defRPr>
            </a:lvl6pPr>
            <a:lvl7pPr algn="l">
              <a:defRPr sz="1275" b="1">
                <a:solidFill>
                  <a:srgbClr val="A8B2C6"/>
                </a:solidFill>
              </a:defRPr>
            </a:lvl7pPr>
            <a:lvl8pPr algn="l">
              <a:defRPr sz="1275" b="1">
                <a:solidFill>
                  <a:srgbClr val="A8B2C6"/>
                </a:solidFill>
              </a:defRPr>
            </a:lvl8pPr>
            <a:lvl9pPr algn="l">
              <a:defRPr sz="1275" b="1">
                <a:solidFill>
                  <a:srgbClr val="A8B2C6"/>
                </a:solidFill>
              </a:defRPr>
            </a:lvl9pPr>
          </a:lstStyle>
          <a:p xmlns:a="http://schemas.openxmlformats.org/drawingml/2006/main">
            <a:pPr algn="l">
              <a:defRPr sz="1275" b="1">
                <a:solidFill>
                  <a:srgbClr val="A8B2C6"/>
                </a:solidFill>
              </a:defRPr>
            </a:pPr>
            <a:r>
              <a:rPr sz="1275" b="1">
                <a:solidFill>
                  <a:srgbClr val="A8B2C6"/>
                </a:solidFill>
              </a:rPr>
              <a:t>FEATURE B</a:t>
            </a:r>
          </a:p>
        </p:txBody>
      </p:sp>
      <p:sp>
        <p:nvSpPr>
          <p:cNvPr id="9" name="">
            <a:extLst xmlns:a="http://schemas.openxmlformats.org/drawingml/2006/main">
              <a:ext uri="{FF2B5EF4-FFF2-40B4-BE49-F238E27FC236}">
                <a16:creationId xmlns:a16="http://schemas.microsoft.com/office/drawing/2014/main" id="{1B177BF5-C85A-41D1-9C1A-5BB27433A138}"/>
              </a:ext>
            </a:extLst>
          </p:cNvPr>
          <p:cNvSpPr>
            <a:spLocks xmlns:a="http://schemas.openxmlformats.org/drawingml/2006/main" noGrp="1"/>
          </p:cNvSpPr>
          <p:nvPr/>
        </p:nvSpPr>
        <p:spPr>
          <a:xfrm xmlns:a="http://schemas.openxmlformats.org/drawingml/2006/main">
            <a:off x="2619375" y="2800350"/>
            <a:ext cx="6191250" cy="400050"/>
          </a:xfrm>
          <a:prstGeom xmlns:a="http://schemas.openxmlformats.org/drawingml/2006/main" prst="rect">
            <a:avLst/>
          </a:prstGeom>
          <a:solidFill xmlns:a="http://schemas.openxmlformats.org/drawingml/2006/main">
            <a:srgbClr val="FFD16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F58CF3F-C0E7-44AD-81FE-22AE60A9792D}"/>
              </a:ext>
            </a:extLst>
          </p:cNvPr>
          <p:cNvSpPr>
            <a:spLocks xmlns:a="http://schemas.openxmlformats.org/drawingml/2006/main" noGrp="1"/>
          </p:cNvSpPr>
          <p:nvPr/>
        </p:nvSpPr>
        <p:spPr>
          <a:xfrm xmlns:a="http://schemas.openxmlformats.org/drawingml/2006/main">
            <a:off x="10572750" y="28003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350" b="1">
                <a:solidFill>
                  <a:srgbClr val="F6F7FB"/>
                </a:solidFill>
              </a:defRPr>
            </a:defPPr>
            <a:lvl1pPr algn="r">
              <a:defRPr sz="1350" b="1">
                <a:solidFill>
                  <a:srgbClr val="F6F7FB"/>
                </a:solidFill>
              </a:defRPr>
            </a:lvl1pPr>
            <a:lvl2pPr algn="r">
              <a:defRPr sz="1350" b="1">
                <a:solidFill>
                  <a:srgbClr val="F6F7FB"/>
                </a:solidFill>
              </a:defRPr>
            </a:lvl2pPr>
            <a:lvl3pPr algn="r">
              <a:defRPr sz="1350" b="1">
                <a:solidFill>
                  <a:srgbClr val="F6F7FB"/>
                </a:solidFill>
              </a:defRPr>
            </a:lvl3pPr>
            <a:lvl4pPr algn="r">
              <a:defRPr sz="1350" b="1">
                <a:solidFill>
                  <a:srgbClr val="F6F7FB"/>
                </a:solidFill>
              </a:defRPr>
            </a:lvl4pPr>
            <a:lvl5pPr algn="r">
              <a:defRPr sz="1350" b="1">
                <a:solidFill>
                  <a:srgbClr val="F6F7FB"/>
                </a:solidFill>
              </a:defRPr>
            </a:lvl5pPr>
            <a:lvl6pPr algn="r">
              <a:defRPr sz="1350" b="1">
                <a:solidFill>
                  <a:srgbClr val="F6F7FB"/>
                </a:solidFill>
              </a:defRPr>
            </a:lvl6pPr>
            <a:lvl7pPr algn="r">
              <a:defRPr sz="1350" b="1">
                <a:solidFill>
                  <a:srgbClr val="F6F7FB"/>
                </a:solidFill>
              </a:defRPr>
            </a:lvl7pPr>
            <a:lvl8pPr algn="r">
              <a:defRPr sz="1350" b="1">
                <a:solidFill>
                  <a:srgbClr val="F6F7FB"/>
                </a:solidFill>
              </a:defRPr>
            </a:lvl8pPr>
            <a:lvl9pPr algn="r">
              <a:defRPr sz="1350" b="1">
                <a:solidFill>
                  <a:srgbClr val="F6F7FB"/>
                </a:solidFill>
              </a:defRPr>
            </a:lvl9pPr>
          </a:lstStyle>
          <a:p xmlns:a="http://schemas.openxmlformats.org/drawingml/2006/main">
            <a:pPr algn="r">
              <a:defRPr sz="1350" b="1">
                <a:solidFill>
                  <a:srgbClr val="F6F7FB"/>
                </a:solidFill>
              </a:defRPr>
            </a:pPr>
            <a:r>
              <a:rPr sz="1350" b="1">
                <a:solidFill>
                  <a:srgbClr val="F6F7FB"/>
                </a:solidFill>
              </a:rPr>
              <a:t>3</a:t>
            </a:r>
          </a:p>
        </p:txBody>
      </p:sp>
      <p:sp>
        <p:nvSpPr>
          <p:cNvPr id="11" name="">
            <a:extLst xmlns:a="http://schemas.openxmlformats.org/drawingml/2006/main">
              <a:ext uri="{FF2B5EF4-FFF2-40B4-BE49-F238E27FC236}">
                <a16:creationId xmlns:a16="http://schemas.microsoft.com/office/drawing/2014/main" id="{3A522748-D432-414B-A67A-AEAF881BC4EB}"/>
              </a:ext>
            </a:extLst>
          </p:cNvPr>
          <p:cNvSpPr>
            <a:spLocks xmlns:a="http://schemas.openxmlformats.org/drawingml/2006/main" noGrp="1"/>
          </p:cNvSpPr>
          <p:nvPr/>
        </p:nvSpPr>
        <p:spPr>
          <a:xfrm xmlns:a="http://schemas.openxmlformats.org/drawingml/2006/main">
            <a:off x="904875" y="3600450"/>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A8B2C6"/>
                </a:solidFill>
              </a:defRPr>
            </a:defPPr>
            <a:lvl1pPr algn="l">
              <a:defRPr sz="1275" b="1">
                <a:solidFill>
                  <a:srgbClr val="A8B2C6"/>
                </a:solidFill>
              </a:defRPr>
            </a:lvl1pPr>
            <a:lvl2pPr algn="l">
              <a:defRPr sz="1275" b="1">
                <a:solidFill>
                  <a:srgbClr val="A8B2C6"/>
                </a:solidFill>
              </a:defRPr>
            </a:lvl2pPr>
            <a:lvl3pPr algn="l">
              <a:defRPr sz="1275" b="1">
                <a:solidFill>
                  <a:srgbClr val="A8B2C6"/>
                </a:solidFill>
              </a:defRPr>
            </a:lvl3pPr>
            <a:lvl4pPr algn="l">
              <a:defRPr sz="1275" b="1">
                <a:solidFill>
                  <a:srgbClr val="A8B2C6"/>
                </a:solidFill>
              </a:defRPr>
            </a:lvl4pPr>
            <a:lvl5pPr algn="l">
              <a:defRPr sz="1275" b="1">
                <a:solidFill>
                  <a:srgbClr val="A8B2C6"/>
                </a:solidFill>
              </a:defRPr>
            </a:lvl5pPr>
            <a:lvl6pPr algn="l">
              <a:defRPr sz="1275" b="1">
                <a:solidFill>
                  <a:srgbClr val="A8B2C6"/>
                </a:solidFill>
              </a:defRPr>
            </a:lvl6pPr>
            <a:lvl7pPr algn="l">
              <a:defRPr sz="1275" b="1">
                <a:solidFill>
                  <a:srgbClr val="A8B2C6"/>
                </a:solidFill>
              </a:defRPr>
            </a:lvl7pPr>
            <a:lvl8pPr algn="l">
              <a:defRPr sz="1275" b="1">
                <a:solidFill>
                  <a:srgbClr val="A8B2C6"/>
                </a:solidFill>
              </a:defRPr>
            </a:lvl8pPr>
            <a:lvl9pPr algn="l">
              <a:defRPr sz="1275" b="1">
                <a:solidFill>
                  <a:srgbClr val="A8B2C6"/>
                </a:solidFill>
              </a:defRPr>
            </a:lvl9pPr>
          </a:lstStyle>
          <a:p xmlns:a="http://schemas.openxmlformats.org/drawingml/2006/main">
            <a:pPr algn="l">
              <a:defRPr sz="1275" b="1">
                <a:solidFill>
                  <a:srgbClr val="A8B2C6"/>
                </a:solidFill>
              </a:defRPr>
            </a:pPr>
            <a:r>
              <a:rPr sz="1275" b="1">
                <a:solidFill>
                  <a:srgbClr val="A8B2C6"/>
                </a:solidFill>
              </a:rPr>
              <a:t>FEATURE C</a:t>
            </a:r>
          </a:p>
        </p:txBody>
      </p:sp>
      <p:sp>
        <p:nvSpPr>
          <p:cNvPr id="12" name="">
            <a:extLst xmlns:a="http://schemas.openxmlformats.org/drawingml/2006/main">
              <a:ext uri="{FF2B5EF4-FFF2-40B4-BE49-F238E27FC236}">
                <a16:creationId xmlns:a16="http://schemas.microsoft.com/office/drawing/2014/main" id="{C1AF06DA-6F00-452F-85F9-6D6FC2C5D64A}"/>
              </a:ext>
            </a:extLst>
          </p:cNvPr>
          <p:cNvSpPr>
            <a:spLocks xmlns:a="http://schemas.openxmlformats.org/drawingml/2006/main" noGrp="1"/>
          </p:cNvSpPr>
          <p:nvPr/>
        </p:nvSpPr>
        <p:spPr>
          <a:xfrm xmlns:a="http://schemas.openxmlformats.org/drawingml/2006/main">
            <a:off x="2619375" y="3600450"/>
            <a:ext cx="4191000" cy="400050"/>
          </a:xfrm>
          <a:prstGeom xmlns:a="http://schemas.openxmlformats.org/drawingml/2006/main" prst="rect">
            <a:avLst/>
          </a:prstGeom>
          <a:solidFill xmlns:a="http://schemas.openxmlformats.org/drawingml/2006/main">
            <a:srgbClr val="3A86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DBEC2EC-33EC-4B0D-9D39-7EE8DD952B0B}"/>
              </a:ext>
            </a:extLst>
          </p:cNvPr>
          <p:cNvSpPr>
            <a:spLocks xmlns:a="http://schemas.openxmlformats.org/drawingml/2006/main" noGrp="1"/>
          </p:cNvSpPr>
          <p:nvPr/>
        </p:nvSpPr>
        <p:spPr>
          <a:xfrm xmlns:a="http://schemas.openxmlformats.org/drawingml/2006/main">
            <a:off x="10572750" y="36004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350" b="1">
                <a:solidFill>
                  <a:srgbClr val="F6F7FB"/>
                </a:solidFill>
              </a:defRPr>
            </a:defPPr>
            <a:lvl1pPr algn="r">
              <a:defRPr sz="1350" b="1">
                <a:solidFill>
                  <a:srgbClr val="F6F7FB"/>
                </a:solidFill>
              </a:defRPr>
            </a:lvl1pPr>
            <a:lvl2pPr algn="r">
              <a:defRPr sz="1350" b="1">
                <a:solidFill>
                  <a:srgbClr val="F6F7FB"/>
                </a:solidFill>
              </a:defRPr>
            </a:lvl2pPr>
            <a:lvl3pPr algn="r">
              <a:defRPr sz="1350" b="1">
                <a:solidFill>
                  <a:srgbClr val="F6F7FB"/>
                </a:solidFill>
              </a:defRPr>
            </a:lvl3pPr>
            <a:lvl4pPr algn="r">
              <a:defRPr sz="1350" b="1">
                <a:solidFill>
                  <a:srgbClr val="F6F7FB"/>
                </a:solidFill>
              </a:defRPr>
            </a:lvl4pPr>
            <a:lvl5pPr algn="r">
              <a:defRPr sz="1350" b="1">
                <a:solidFill>
                  <a:srgbClr val="F6F7FB"/>
                </a:solidFill>
              </a:defRPr>
            </a:lvl5pPr>
            <a:lvl6pPr algn="r">
              <a:defRPr sz="1350" b="1">
                <a:solidFill>
                  <a:srgbClr val="F6F7FB"/>
                </a:solidFill>
              </a:defRPr>
            </a:lvl6pPr>
            <a:lvl7pPr algn="r">
              <a:defRPr sz="1350" b="1">
                <a:solidFill>
                  <a:srgbClr val="F6F7FB"/>
                </a:solidFill>
              </a:defRPr>
            </a:lvl7pPr>
            <a:lvl8pPr algn="r">
              <a:defRPr sz="1350" b="1">
                <a:solidFill>
                  <a:srgbClr val="F6F7FB"/>
                </a:solidFill>
              </a:defRPr>
            </a:lvl8pPr>
            <a:lvl9pPr algn="r">
              <a:defRPr sz="1350" b="1">
                <a:solidFill>
                  <a:srgbClr val="F6F7FB"/>
                </a:solidFill>
              </a:defRPr>
            </a:lvl9pPr>
          </a:lstStyle>
          <a:p xmlns:a="http://schemas.openxmlformats.org/drawingml/2006/main">
            <a:pPr algn="r">
              <a:defRPr sz="1350" b="1">
                <a:solidFill>
                  <a:srgbClr val="F6F7FB"/>
                </a:solidFill>
              </a:defRPr>
            </a:pPr>
            <a:r>
              <a:rPr sz="1350" b="1">
                <a:solidFill>
                  <a:srgbClr val="F6F7FB"/>
                </a:solidFill>
              </a:rPr>
              <a:t>2</a:t>
            </a:r>
          </a:p>
        </p:txBody>
      </p:sp>
      <p:sp>
        <p:nvSpPr>
          <p:cNvPr id="14" name="">
            <a:extLst xmlns:a="http://schemas.openxmlformats.org/drawingml/2006/main">
              <a:ext uri="{FF2B5EF4-FFF2-40B4-BE49-F238E27FC236}">
                <a16:creationId xmlns:a16="http://schemas.microsoft.com/office/drawing/2014/main" id="{9505C008-3E23-4258-9B70-139696FAC6B5}"/>
              </a:ext>
            </a:extLst>
          </p:cNvPr>
          <p:cNvSpPr>
            <a:spLocks xmlns:a="http://schemas.openxmlformats.org/drawingml/2006/main" noGrp="1"/>
          </p:cNvSpPr>
          <p:nvPr/>
        </p:nvSpPr>
        <p:spPr>
          <a:xfrm xmlns:a="http://schemas.openxmlformats.org/drawingml/2006/main">
            <a:off x="904875" y="4400550"/>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A8B2C6"/>
                </a:solidFill>
              </a:defRPr>
            </a:defPPr>
            <a:lvl1pPr algn="l">
              <a:defRPr sz="1275" b="1">
                <a:solidFill>
                  <a:srgbClr val="A8B2C6"/>
                </a:solidFill>
              </a:defRPr>
            </a:lvl1pPr>
            <a:lvl2pPr algn="l">
              <a:defRPr sz="1275" b="1">
                <a:solidFill>
                  <a:srgbClr val="A8B2C6"/>
                </a:solidFill>
              </a:defRPr>
            </a:lvl2pPr>
            <a:lvl3pPr algn="l">
              <a:defRPr sz="1275" b="1">
                <a:solidFill>
                  <a:srgbClr val="A8B2C6"/>
                </a:solidFill>
              </a:defRPr>
            </a:lvl3pPr>
            <a:lvl4pPr algn="l">
              <a:defRPr sz="1275" b="1">
                <a:solidFill>
                  <a:srgbClr val="A8B2C6"/>
                </a:solidFill>
              </a:defRPr>
            </a:lvl4pPr>
            <a:lvl5pPr algn="l">
              <a:defRPr sz="1275" b="1">
                <a:solidFill>
                  <a:srgbClr val="A8B2C6"/>
                </a:solidFill>
              </a:defRPr>
            </a:lvl5pPr>
            <a:lvl6pPr algn="l">
              <a:defRPr sz="1275" b="1">
                <a:solidFill>
                  <a:srgbClr val="A8B2C6"/>
                </a:solidFill>
              </a:defRPr>
            </a:lvl6pPr>
            <a:lvl7pPr algn="l">
              <a:defRPr sz="1275" b="1">
                <a:solidFill>
                  <a:srgbClr val="A8B2C6"/>
                </a:solidFill>
              </a:defRPr>
            </a:lvl7pPr>
            <a:lvl8pPr algn="l">
              <a:defRPr sz="1275" b="1">
                <a:solidFill>
                  <a:srgbClr val="A8B2C6"/>
                </a:solidFill>
              </a:defRPr>
            </a:lvl8pPr>
            <a:lvl9pPr algn="l">
              <a:defRPr sz="1275" b="1">
                <a:solidFill>
                  <a:srgbClr val="A8B2C6"/>
                </a:solidFill>
              </a:defRPr>
            </a:lvl9pPr>
          </a:lstStyle>
          <a:p xmlns:a="http://schemas.openxmlformats.org/drawingml/2006/main">
            <a:pPr algn="l">
              <a:defRPr sz="1275" b="1">
                <a:solidFill>
                  <a:srgbClr val="A8B2C6"/>
                </a:solidFill>
              </a:defRPr>
            </a:pPr>
            <a:r>
              <a:rPr sz="1275" b="1">
                <a:solidFill>
                  <a:srgbClr val="A8B2C6"/>
                </a:solidFill>
              </a:rPr>
              <a:t>FEATURE D</a:t>
            </a:r>
          </a:p>
        </p:txBody>
      </p:sp>
      <p:sp>
        <p:nvSpPr>
          <p:cNvPr id="15" name="">
            <a:extLst xmlns:a="http://schemas.openxmlformats.org/drawingml/2006/main">
              <a:ext uri="{FF2B5EF4-FFF2-40B4-BE49-F238E27FC236}">
                <a16:creationId xmlns:a16="http://schemas.microsoft.com/office/drawing/2014/main" id="{A4970553-E440-4939-94A0-B5B12284AF2D}"/>
              </a:ext>
            </a:extLst>
          </p:cNvPr>
          <p:cNvSpPr>
            <a:spLocks xmlns:a="http://schemas.openxmlformats.org/drawingml/2006/main" noGrp="1"/>
          </p:cNvSpPr>
          <p:nvPr/>
        </p:nvSpPr>
        <p:spPr>
          <a:xfrm xmlns:a="http://schemas.openxmlformats.org/drawingml/2006/main">
            <a:off x="2619375" y="4400550"/>
            <a:ext cx="2476500" cy="400050"/>
          </a:xfrm>
          <a:prstGeom xmlns:a="http://schemas.openxmlformats.org/drawingml/2006/main" prst="rect">
            <a:avLst/>
          </a:prstGeom>
          <a:solidFill xmlns:a="http://schemas.openxmlformats.org/drawingml/2006/main">
            <a:srgbClr val="3A86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A72953B-7BC7-42F5-93B4-D32ACDB597AF}"/>
              </a:ext>
            </a:extLst>
          </p:cNvPr>
          <p:cNvSpPr>
            <a:spLocks xmlns:a="http://schemas.openxmlformats.org/drawingml/2006/main" noGrp="1"/>
          </p:cNvSpPr>
          <p:nvPr/>
        </p:nvSpPr>
        <p:spPr>
          <a:xfrm xmlns:a="http://schemas.openxmlformats.org/drawingml/2006/main">
            <a:off x="10572750" y="44005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350" b="1">
                <a:solidFill>
                  <a:srgbClr val="F6F7FB"/>
                </a:solidFill>
              </a:defRPr>
            </a:defPPr>
            <a:lvl1pPr algn="r">
              <a:defRPr sz="1350" b="1">
                <a:solidFill>
                  <a:srgbClr val="F6F7FB"/>
                </a:solidFill>
              </a:defRPr>
            </a:lvl1pPr>
            <a:lvl2pPr algn="r">
              <a:defRPr sz="1350" b="1">
                <a:solidFill>
                  <a:srgbClr val="F6F7FB"/>
                </a:solidFill>
              </a:defRPr>
            </a:lvl2pPr>
            <a:lvl3pPr algn="r">
              <a:defRPr sz="1350" b="1">
                <a:solidFill>
                  <a:srgbClr val="F6F7FB"/>
                </a:solidFill>
              </a:defRPr>
            </a:lvl3pPr>
            <a:lvl4pPr algn="r">
              <a:defRPr sz="1350" b="1">
                <a:solidFill>
                  <a:srgbClr val="F6F7FB"/>
                </a:solidFill>
              </a:defRPr>
            </a:lvl4pPr>
            <a:lvl5pPr algn="r">
              <a:defRPr sz="1350" b="1">
                <a:solidFill>
                  <a:srgbClr val="F6F7FB"/>
                </a:solidFill>
              </a:defRPr>
            </a:lvl5pPr>
            <a:lvl6pPr algn="r">
              <a:defRPr sz="1350" b="1">
                <a:solidFill>
                  <a:srgbClr val="F6F7FB"/>
                </a:solidFill>
              </a:defRPr>
            </a:lvl6pPr>
            <a:lvl7pPr algn="r">
              <a:defRPr sz="1350" b="1">
                <a:solidFill>
                  <a:srgbClr val="F6F7FB"/>
                </a:solidFill>
              </a:defRPr>
            </a:lvl7pPr>
            <a:lvl8pPr algn="r">
              <a:defRPr sz="1350" b="1">
                <a:solidFill>
                  <a:srgbClr val="F6F7FB"/>
                </a:solidFill>
              </a:defRPr>
            </a:lvl8pPr>
            <a:lvl9pPr algn="r">
              <a:defRPr sz="1350" b="1">
                <a:solidFill>
                  <a:srgbClr val="F6F7FB"/>
                </a:solidFill>
              </a:defRPr>
            </a:lvl9pPr>
          </a:lstStyle>
          <a:p xmlns:a="http://schemas.openxmlformats.org/drawingml/2006/main">
            <a:pPr algn="r">
              <a:defRPr sz="1350" b="1">
                <a:solidFill>
                  <a:srgbClr val="F6F7FB"/>
                </a:solidFill>
              </a:defRPr>
            </a:pPr>
            <a:r>
              <a:rPr sz="1350" b="1">
                <a:solidFill>
                  <a:srgbClr val="F6F7FB"/>
                </a:solidFill>
              </a:rPr>
              <a:t>1</a:t>
            </a:r>
          </a:p>
        </p:txBody>
      </p:sp>
      <p:sp>
        <p:nvSpPr>
          <p:cNvPr id="17" name="">
            <a:extLst xmlns:a="http://schemas.openxmlformats.org/drawingml/2006/main">
              <a:ext uri="{FF2B5EF4-FFF2-40B4-BE49-F238E27FC236}">
                <a16:creationId xmlns:a16="http://schemas.microsoft.com/office/drawing/2014/main" id="{886BD92B-C36D-4463-AE70-4899A72D3F0C}"/>
              </a:ext>
            </a:extLst>
          </p:cNvPr>
          <p:cNvSpPr>
            <a:spLocks xmlns:a="http://schemas.openxmlformats.org/drawingml/2006/main" noGrp="1"/>
          </p:cNvSpPr>
          <p:nvPr/>
        </p:nvSpPr>
        <p:spPr>
          <a:xfrm xmlns:a="http://schemas.openxmlformats.org/drawingml/2006/main">
            <a:off x="9525000" y="4953000"/>
            <a:ext cx="1524000" cy="952500"/>
          </a:xfrm>
          <a:prstGeom xmlns:a="http://schemas.openxmlformats.org/drawingml/2006/main" prst="triangle">
            <a:avLst/>
          </a:prstGeom>
          <a:solidFill xmlns:a="http://schemas.openxmlformats.org/drawingml/2006/main">
            <a:srgbClr val="FFD16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F032891-9DAE-49F4-8B27-B077D7A7B56B}"/>
              </a:ext>
            </a:extLst>
          </p:cNvPr>
          <p:cNvSpPr>
            <a:spLocks xmlns:a="http://schemas.openxmlformats.org/drawingml/2006/main" noGrp="1"/>
          </p:cNvSpPr>
          <p:nvPr/>
        </p:nvSpPr>
        <p:spPr>
          <a:xfrm xmlns:a="http://schemas.openxmlformats.org/drawingml/2006/main">
            <a:off x="9715500" y="51911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0B132B"/>
                </a:solidFill>
              </a:defRPr>
            </a:defPPr>
            <a:lvl1pPr algn="ctr">
              <a:defRPr sz="1350" b="1">
                <a:solidFill>
                  <a:srgbClr val="0B132B"/>
                </a:solidFill>
              </a:defRPr>
            </a:lvl1pPr>
            <a:lvl2pPr algn="ctr">
              <a:defRPr sz="1350" b="1">
                <a:solidFill>
                  <a:srgbClr val="0B132B"/>
                </a:solidFill>
              </a:defRPr>
            </a:lvl2pPr>
            <a:lvl3pPr algn="ctr">
              <a:defRPr sz="1350" b="1">
                <a:solidFill>
                  <a:srgbClr val="0B132B"/>
                </a:solidFill>
              </a:defRPr>
            </a:lvl3pPr>
            <a:lvl4pPr algn="ctr">
              <a:defRPr sz="1350" b="1">
                <a:solidFill>
                  <a:srgbClr val="0B132B"/>
                </a:solidFill>
              </a:defRPr>
            </a:lvl4pPr>
            <a:lvl5pPr algn="ctr">
              <a:defRPr sz="1350" b="1">
                <a:solidFill>
                  <a:srgbClr val="0B132B"/>
                </a:solidFill>
              </a:defRPr>
            </a:lvl5pPr>
            <a:lvl6pPr algn="ctr">
              <a:defRPr sz="1350" b="1">
                <a:solidFill>
                  <a:srgbClr val="0B132B"/>
                </a:solidFill>
              </a:defRPr>
            </a:lvl6pPr>
            <a:lvl7pPr algn="ctr">
              <a:defRPr sz="1350" b="1">
                <a:solidFill>
                  <a:srgbClr val="0B132B"/>
                </a:solidFill>
              </a:defRPr>
            </a:lvl7pPr>
            <a:lvl8pPr algn="ctr">
              <a:defRPr sz="1350" b="1">
                <a:solidFill>
                  <a:srgbClr val="0B132B"/>
                </a:solidFill>
              </a:defRPr>
            </a:lvl8pPr>
            <a:lvl9pPr algn="ctr">
              <a:defRPr sz="1350" b="1">
                <a:solidFill>
                  <a:srgbClr val="0B132B"/>
                </a:solidFill>
              </a:defRPr>
            </a:lvl9pPr>
          </a:lstStyle>
          <a:p xmlns:a="http://schemas.openxmlformats.org/drawingml/2006/main">
            <a:pPr algn="ctr">
              <a:defRPr sz="1350" b="1">
                <a:solidFill>
                  <a:srgbClr val="0B132B"/>
                </a:solidFill>
              </a:defRPr>
            </a:pPr>
            <a:r>
              <a:rPr sz="1350" b="1">
                <a:solidFill>
                  <a:srgbClr val="0B132B"/>
                </a:solidFill>
              </a:rPr>
              <a:t>NDCG</a:t>
            </a:r>
          </a:p>
        </p:txBody>
      </p:sp>
      <p:sp>
        <p:nvSpPr>
          <p:cNvPr id="19" name="">
            <a:extLst xmlns:a="http://schemas.openxmlformats.org/drawingml/2006/main">
              <a:ext uri="{FF2B5EF4-FFF2-40B4-BE49-F238E27FC236}">
                <a16:creationId xmlns:a16="http://schemas.microsoft.com/office/drawing/2014/main" id="{F16348FE-77A3-4482-A099-616662440EFA}"/>
              </a:ext>
            </a:extLst>
          </p:cNvPr>
          <p:cNvSpPr>
            <a:spLocks xmlns:a="http://schemas.openxmlformats.org/drawingml/2006/main" noGrp="1"/>
          </p:cNvSpPr>
          <p:nvPr/>
        </p:nvSpPr>
        <p:spPr>
          <a:xfrm xmlns:a="http://schemas.openxmlformats.org/drawingml/2006/main">
            <a:off x="1524000" y="5476875"/>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0">
                <a:solidFill>
                  <a:srgbClr val="A8B2C6"/>
                </a:solidFill>
              </a:defRPr>
            </a:defPPr>
            <a:lvl1pPr algn="ctr">
              <a:defRPr sz="1425" b="0">
                <a:solidFill>
                  <a:srgbClr val="A8B2C6"/>
                </a:solidFill>
              </a:defRPr>
            </a:lvl1pPr>
            <a:lvl2pPr algn="ctr">
              <a:defRPr sz="1425" b="0">
                <a:solidFill>
                  <a:srgbClr val="A8B2C6"/>
                </a:solidFill>
              </a:defRPr>
            </a:lvl2pPr>
            <a:lvl3pPr algn="ctr">
              <a:defRPr sz="1425" b="0">
                <a:solidFill>
                  <a:srgbClr val="A8B2C6"/>
                </a:solidFill>
              </a:defRPr>
            </a:lvl3pPr>
            <a:lvl4pPr algn="ctr">
              <a:defRPr sz="1425" b="0">
                <a:solidFill>
                  <a:srgbClr val="A8B2C6"/>
                </a:solidFill>
              </a:defRPr>
            </a:lvl4pPr>
            <a:lvl5pPr algn="ctr">
              <a:defRPr sz="1425" b="0">
                <a:solidFill>
                  <a:srgbClr val="A8B2C6"/>
                </a:solidFill>
              </a:defRPr>
            </a:lvl5pPr>
            <a:lvl6pPr algn="ctr">
              <a:defRPr sz="1425" b="0">
                <a:solidFill>
                  <a:srgbClr val="A8B2C6"/>
                </a:solidFill>
              </a:defRPr>
            </a:lvl6pPr>
            <a:lvl7pPr algn="ctr">
              <a:defRPr sz="1425" b="0">
                <a:solidFill>
                  <a:srgbClr val="A8B2C6"/>
                </a:solidFill>
              </a:defRPr>
            </a:lvl7pPr>
            <a:lvl8pPr algn="ctr">
              <a:defRPr sz="1425" b="0">
                <a:solidFill>
                  <a:srgbClr val="A8B2C6"/>
                </a:solidFill>
              </a:defRPr>
            </a:lvl8pPr>
            <a:lvl9pPr algn="ctr">
              <a:defRPr sz="1425" b="0">
                <a:solidFill>
                  <a:srgbClr val="A8B2C6"/>
                </a:solidFill>
              </a:defRPr>
            </a:lvl9pPr>
          </a:lstStyle>
          <a:p xmlns:a="http://schemas.openxmlformats.org/drawingml/2006/main">
            <a:pPr algn="ctr">
              <a:defRPr sz="1425" b="0">
                <a:solidFill>
                  <a:srgbClr val="A8B2C6"/>
                </a:solidFill>
              </a:defRPr>
            </a:pPr>
            <a:r>
              <a:rPr sz="1425" b="0">
                <a:solidFill>
                  <a:srgbClr val="A8B2C6"/>
                </a:solidFill>
              </a:rPr>
              <a:t>Ranking change can reveal different feature reliance</a:t>
            </a:r>
          </a:p>
        </p:txBody>
      </p:sp>
    </p:spTree>
    <p:extLst>
      <p:ext uri="{BB962C8B-B14F-4D97-AF65-F5344CB8AC3E}">
        <p14:creationId xmlns:p14="http://schemas.microsoft.com/office/powerpoint/2010/main" val="1827561444"/>
      </p:ext>
    </p:extLst>
  </p:cSld>
</p:sld>
</file>

<file path=ppt/slides/slide9.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AB9547D-CA04-4B2B-BD60-B78AAF6044D5}"/>
              </a:ext>
            </a:extLst>
          </p:cNvPr>
          <p:cNvSpPr>
            <a:spLocks xmlns:a="http://schemas.openxmlformats.org/drawingml/2006/main" noGrp="1"/>
          </p:cNvSpPr>
          <p:nvPr/>
        </p:nvSpPr>
        <p:spPr>
          <a:xfrm xmlns:a="http://schemas.openxmlformats.org/drawingml/2006/main">
            <a:off x="609600" y="28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A8B2C6"/>
                </a:solidFill>
              </a:defRPr>
            </a:defPPr>
            <a:lvl1pPr algn="l">
              <a:defRPr sz="1050" b="1">
                <a:solidFill>
                  <a:srgbClr val="A8B2C6"/>
                </a:solidFill>
              </a:defRPr>
            </a:lvl1pPr>
            <a:lvl2pPr algn="l">
              <a:defRPr sz="1050" b="1">
                <a:solidFill>
                  <a:srgbClr val="A8B2C6"/>
                </a:solidFill>
              </a:defRPr>
            </a:lvl2pPr>
            <a:lvl3pPr algn="l">
              <a:defRPr sz="1050" b="1">
                <a:solidFill>
                  <a:srgbClr val="A8B2C6"/>
                </a:solidFill>
              </a:defRPr>
            </a:lvl3pPr>
            <a:lvl4pPr algn="l">
              <a:defRPr sz="1050" b="1">
                <a:solidFill>
                  <a:srgbClr val="A8B2C6"/>
                </a:solidFill>
              </a:defRPr>
            </a:lvl4pPr>
            <a:lvl5pPr algn="l">
              <a:defRPr sz="1050" b="1">
                <a:solidFill>
                  <a:srgbClr val="A8B2C6"/>
                </a:solidFill>
              </a:defRPr>
            </a:lvl5pPr>
            <a:lvl6pPr algn="l">
              <a:defRPr sz="1050" b="1">
                <a:solidFill>
                  <a:srgbClr val="A8B2C6"/>
                </a:solidFill>
              </a:defRPr>
            </a:lvl6pPr>
            <a:lvl7pPr algn="l">
              <a:defRPr sz="1050" b="1">
                <a:solidFill>
                  <a:srgbClr val="A8B2C6"/>
                </a:solidFill>
              </a:defRPr>
            </a:lvl7pPr>
            <a:lvl8pPr algn="l">
              <a:defRPr sz="1050" b="1">
                <a:solidFill>
                  <a:srgbClr val="A8B2C6"/>
                </a:solidFill>
              </a:defRPr>
            </a:lvl8pPr>
            <a:lvl9pPr algn="l">
              <a:defRPr sz="1050" b="1">
                <a:solidFill>
                  <a:srgbClr val="A8B2C6"/>
                </a:solidFill>
              </a:defRPr>
            </a:lvl9pPr>
          </a:lstStyle>
          <a:p xmlns:a="http://schemas.openxmlformats.org/drawingml/2006/main">
            <a:pPr algn="l">
              <a:defRPr sz="1050" b="1">
                <a:solidFill>
                  <a:srgbClr val="A8B2C6"/>
                </a:solidFill>
              </a:defRPr>
            </a:pPr>
            <a:r>
              <a:rPr sz="1050" b="1">
                <a:solidFill>
                  <a:srgbClr val="A8B2C6"/>
                </a:solidFill>
              </a:rPr>
              <a:t>WEEK 10 · PART 2</a:t>
            </a:r>
          </a:p>
        </p:txBody>
      </p:sp>
      <p:sp>
        <p:nvSpPr>
          <p:cNvPr id="2" name="">
            <a:extLst xmlns:a="http://schemas.openxmlformats.org/drawingml/2006/main">
              <a:ext uri="{FF2B5EF4-FFF2-40B4-BE49-F238E27FC236}">
                <a16:creationId xmlns:a16="http://schemas.microsoft.com/office/drawing/2014/main" id="{B09AB57A-2967-4957-84C5-5F606BBE8D0D}"/>
              </a:ext>
            </a:extLst>
          </p:cNvPr>
          <p:cNvSpPr>
            <a:spLocks xmlns:a="http://schemas.openxmlformats.org/drawingml/2006/main" noGrp="1"/>
          </p:cNvSpPr>
          <p:nvPr/>
        </p:nvSpPr>
        <p:spPr>
          <a:xfrm xmlns:a="http://schemas.openxmlformats.org/drawingml/2006/main">
            <a:off x="11049000" y="26670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350" b="1">
                <a:solidFill>
                  <a:srgbClr val="A8B2C6"/>
                </a:solidFill>
              </a:defRPr>
            </a:defPPr>
            <a:lvl1pPr algn="r">
              <a:defRPr sz="1350" b="1">
                <a:solidFill>
                  <a:srgbClr val="A8B2C6"/>
                </a:solidFill>
              </a:defRPr>
            </a:lvl1pPr>
            <a:lvl2pPr algn="r">
              <a:defRPr sz="1350" b="1">
                <a:solidFill>
                  <a:srgbClr val="A8B2C6"/>
                </a:solidFill>
              </a:defRPr>
            </a:lvl2pPr>
            <a:lvl3pPr algn="r">
              <a:defRPr sz="1350" b="1">
                <a:solidFill>
                  <a:srgbClr val="A8B2C6"/>
                </a:solidFill>
              </a:defRPr>
            </a:lvl3pPr>
            <a:lvl4pPr algn="r">
              <a:defRPr sz="1350" b="1">
                <a:solidFill>
                  <a:srgbClr val="A8B2C6"/>
                </a:solidFill>
              </a:defRPr>
            </a:lvl4pPr>
            <a:lvl5pPr algn="r">
              <a:defRPr sz="1350" b="1">
                <a:solidFill>
                  <a:srgbClr val="A8B2C6"/>
                </a:solidFill>
              </a:defRPr>
            </a:lvl5pPr>
            <a:lvl6pPr algn="r">
              <a:defRPr sz="1350" b="1">
                <a:solidFill>
                  <a:srgbClr val="A8B2C6"/>
                </a:solidFill>
              </a:defRPr>
            </a:lvl6pPr>
            <a:lvl7pPr algn="r">
              <a:defRPr sz="1350" b="1">
                <a:solidFill>
                  <a:srgbClr val="A8B2C6"/>
                </a:solidFill>
              </a:defRPr>
            </a:lvl7pPr>
            <a:lvl8pPr algn="r">
              <a:defRPr sz="1350" b="1">
                <a:solidFill>
                  <a:srgbClr val="A8B2C6"/>
                </a:solidFill>
              </a:defRPr>
            </a:lvl8pPr>
            <a:lvl9pPr algn="r">
              <a:defRPr sz="1350" b="1">
                <a:solidFill>
                  <a:srgbClr val="A8B2C6"/>
                </a:solidFill>
              </a:defRPr>
            </a:lvl9pPr>
          </a:lstStyle>
          <a:p xmlns:a="http://schemas.openxmlformats.org/drawingml/2006/main">
            <a:pPr algn="r">
              <a:defRPr sz="1350" b="1">
                <a:solidFill>
                  <a:srgbClr val="A8B2C6"/>
                </a:solidFill>
              </a:defRPr>
            </a:pPr>
            <a:r>
              <a:rPr sz="1350" b="1">
                <a:solidFill>
                  <a:srgbClr val="A8B2C6"/>
                </a:solidFill>
              </a:rPr>
              <a:t>09</a:t>
            </a:r>
          </a:p>
        </p:txBody>
      </p:sp>
      <p:sp>
        <p:nvSpPr>
          <p:cNvPr id="3" name="">
            <a:extLst xmlns:a="http://schemas.openxmlformats.org/drawingml/2006/main">
              <a:ext uri="{FF2B5EF4-FFF2-40B4-BE49-F238E27FC236}">
                <a16:creationId xmlns:a16="http://schemas.microsoft.com/office/drawing/2014/main" id="{041DCC08-D030-43F4-9395-9B4CE628FE24}"/>
              </a:ext>
            </a:extLst>
          </p:cNvPr>
          <p:cNvSpPr>
            <a:spLocks xmlns:a="http://schemas.openxmlformats.org/drawingml/2006/main" noGrp="1"/>
          </p:cNvSpPr>
          <p:nvPr/>
        </p:nvSpPr>
        <p:spPr>
          <a:xfrm xmlns:a="http://schemas.openxmlformats.org/drawingml/2006/main">
            <a:off x="609600" y="7239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F6F7FB"/>
                </a:solidFill>
              </a:defRPr>
            </a:defPPr>
            <a:lvl1pPr algn="l">
              <a:defRPr sz="2550" b="1">
                <a:solidFill>
                  <a:srgbClr val="F6F7FB"/>
                </a:solidFill>
              </a:defRPr>
            </a:lvl1pPr>
            <a:lvl2pPr algn="l">
              <a:defRPr sz="2550" b="1">
                <a:solidFill>
                  <a:srgbClr val="F6F7FB"/>
                </a:solidFill>
              </a:defRPr>
            </a:lvl2pPr>
            <a:lvl3pPr algn="l">
              <a:defRPr sz="2550" b="1">
                <a:solidFill>
                  <a:srgbClr val="F6F7FB"/>
                </a:solidFill>
              </a:defRPr>
            </a:lvl3pPr>
            <a:lvl4pPr algn="l">
              <a:defRPr sz="2550" b="1">
                <a:solidFill>
                  <a:srgbClr val="F6F7FB"/>
                </a:solidFill>
              </a:defRPr>
            </a:lvl4pPr>
            <a:lvl5pPr algn="l">
              <a:defRPr sz="2550" b="1">
                <a:solidFill>
                  <a:srgbClr val="F6F7FB"/>
                </a:solidFill>
              </a:defRPr>
            </a:lvl5pPr>
            <a:lvl6pPr algn="l">
              <a:defRPr sz="2550" b="1">
                <a:solidFill>
                  <a:srgbClr val="F6F7FB"/>
                </a:solidFill>
              </a:defRPr>
            </a:lvl6pPr>
            <a:lvl7pPr algn="l">
              <a:defRPr sz="2550" b="1">
                <a:solidFill>
                  <a:srgbClr val="F6F7FB"/>
                </a:solidFill>
              </a:defRPr>
            </a:lvl7pPr>
            <a:lvl8pPr algn="l">
              <a:defRPr sz="2550" b="1">
                <a:solidFill>
                  <a:srgbClr val="F6F7FB"/>
                </a:solidFill>
              </a:defRPr>
            </a:lvl8pPr>
            <a:lvl9pPr algn="l">
              <a:defRPr sz="2550" b="1">
                <a:solidFill>
                  <a:srgbClr val="F6F7FB"/>
                </a:solidFill>
              </a:defRPr>
            </a:lvl9pPr>
          </a:lstStyle>
          <a:p xmlns:a="http://schemas.openxmlformats.org/drawingml/2006/main">
            <a:pPr algn="l">
              <a:defRPr sz="2550" b="1">
                <a:solidFill>
                  <a:srgbClr val="F6F7FB"/>
                </a:solidFill>
              </a:defRPr>
            </a:pPr>
            <a:r>
              <a:rPr sz="2550" b="1">
                <a:solidFill>
                  <a:srgbClr val="F6F7FB"/>
                </a:solidFill>
              </a:rPr>
              <a:t>CloudWatch alarms and response flow</a:t>
            </a:r>
          </a:p>
        </p:txBody>
      </p:sp>
      <p:sp>
        <p:nvSpPr>
          <p:cNvPr id="4" name="">
            <a:extLst xmlns:a="http://schemas.openxmlformats.org/drawingml/2006/main">
              <a:ext uri="{FF2B5EF4-FFF2-40B4-BE49-F238E27FC236}">
                <a16:creationId xmlns:a16="http://schemas.microsoft.com/office/drawing/2014/main" id="{558E6D7C-4C48-45DB-8EF7-5A36F0AE845D}"/>
              </a:ext>
            </a:extLst>
          </p:cNvPr>
          <p:cNvSpPr>
            <a:spLocks xmlns:a="http://schemas.openxmlformats.org/drawingml/2006/main" noGrp="1"/>
          </p:cNvSpPr>
          <p:nvPr/>
        </p:nvSpPr>
        <p:spPr>
          <a:xfrm xmlns:a="http://schemas.openxmlformats.org/drawingml/2006/main">
            <a:off x="609600" y="65341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750" b="0">
                <a:solidFill>
                  <a:srgbClr val="A8B2C6"/>
                </a:solidFill>
              </a:defRPr>
            </a:defPPr>
            <a:lvl1pPr algn="l">
              <a:defRPr sz="750" b="0">
                <a:solidFill>
                  <a:srgbClr val="A8B2C6"/>
                </a:solidFill>
              </a:defRPr>
            </a:lvl1pPr>
            <a:lvl2pPr algn="l">
              <a:defRPr sz="750" b="0">
                <a:solidFill>
                  <a:srgbClr val="A8B2C6"/>
                </a:solidFill>
              </a:defRPr>
            </a:lvl2pPr>
            <a:lvl3pPr algn="l">
              <a:defRPr sz="750" b="0">
                <a:solidFill>
                  <a:srgbClr val="A8B2C6"/>
                </a:solidFill>
              </a:defRPr>
            </a:lvl3pPr>
            <a:lvl4pPr algn="l">
              <a:defRPr sz="750" b="0">
                <a:solidFill>
                  <a:srgbClr val="A8B2C6"/>
                </a:solidFill>
              </a:defRPr>
            </a:lvl4pPr>
            <a:lvl5pPr algn="l">
              <a:defRPr sz="750" b="0">
                <a:solidFill>
                  <a:srgbClr val="A8B2C6"/>
                </a:solidFill>
              </a:defRPr>
            </a:lvl5pPr>
            <a:lvl6pPr algn="l">
              <a:defRPr sz="750" b="0">
                <a:solidFill>
                  <a:srgbClr val="A8B2C6"/>
                </a:solidFill>
              </a:defRPr>
            </a:lvl6pPr>
            <a:lvl7pPr algn="l">
              <a:defRPr sz="750" b="0">
                <a:solidFill>
                  <a:srgbClr val="A8B2C6"/>
                </a:solidFill>
              </a:defRPr>
            </a:lvl7pPr>
            <a:lvl8pPr algn="l">
              <a:defRPr sz="750" b="0">
                <a:solidFill>
                  <a:srgbClr val="A8B2C6"/>
                </a:solidFill>
              </a:defRPr>
            </a:lvl8pPr>
            <a:lvl9pPr algn="l">
              <a:defRPr sz="750" b="0">
                <a:solidFill>
                  <a:srgbClr val="A8B2C6"/>
                </a:solidFill>
              </a:defRPr>
            </a:lvl9pPr>
          </a:lstStyle>
          <a:p xmlns:a="http://schemas.openxmlformats.org/drawingml/2006/main">
            <a:pPr algn="l">
              <a:defRPr sz="750" b="0">
                <a:solidFill>
                  <a:srgbClr val="A8B2C6"/>
                </a:solidFill>
              </a:defRPr>
            </a:pPr>
            <a:r>
              <a:rPr sz="750" b="0">
                <a:solidFill>
                  <a:srgbClr val="A8B2C6"/>
                </a:solidFill>
              </a:rPr>
              <a:t>AWS ML Engineer · Week 10 · Part 2</a:t>
            </a:r>
          </a:p>
        </p:txBody>
      </p:sp>
      <p:sp>
        <p:nvSpPr>
          <p:cNvPr id="5" name="">
            <a:extLst xmlns:a="http://schemas.openxmlformats.org/drawingml/2006/main">
              <a:ext uri="{FF2B5EF4-FFF2-40B4-BE49-F238E27FC236}">
                <a16:creationId xmlns:a16="http://schemas.microsoft.com/office/drawing/2014/main" id="{3986C4B0-0787-4632-A9B1-D77E850920FB}"/>
              </a:ext>
            </a:extLst>
          </p:cNvPr>
          <p:cNvSpPr>
            <a:spLocks xmlns:a="http://schemas.openxmlformats.org/drawingml/2006/main" noGrp="1"/>
          </p:cNvSpPr>
          <p:nvPr/>
        </p:nvSpPr>
        <p:spPr>
          <a:xfrm xmlns:a="http://schemas.openxmlformats.org/drawingml/2006/main">
            <a:off x="762000" y="2381250"/>
            <a:ext cx="1714500" cy="1809750"/>
          </a:xfrm>
          <a:prstGeom xmlns:a="http://schemas.openxmlformats.org/drawingml/2006/main" prst="ellipse">
            <a:avLst/>
          </a:prstGeom>
          <a:solidFill xmlns:a="http://schemas.openxmlformats.org/drawingml/2006/main">
            <a:srgbClr val="FF7A0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F83B8C9-9B12-4933-89E1-99F2535A746E}"/>
              </a:ext>
            </a:extLst>
          </p:cNvPr>
          <p:cNvSpPr>
            <a:spLocks xmlns:a="http://schemas.openxmlformats.org/drawingml/2006/main" noGrp="1"/>
          </p:cNvSpPr>
          <p:nvPr/>
        </p:nvSpPr>
        <p:spPr>
          <a:xfrm xmlns:a="http://schemas.openxmlformats.org/drawingml/2006/main">
            <a:off x="952500" y="2905125"/>
            <a:ext cx="1333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800" b="1">
                <a:solidFill>
                  <a:srgbClr val="F6F7FB"/>
                </a:solidFill>
              </a:defRPr>
            </a:defPPr>
            <a:lvl1pPr algn="ctr">
              <a:defRPr sz="1800" b="1">
                <a:solidFill>
                  <a:srgbClr val="F6F7FB"/>
                </a:solidFill>
              </a:defRPr>
            </a:lvl1pPr>
            <a:lvl2pPr algn="ctr">
              <a:defRPr sz="1800" b="1">
                <a:solidFill>
                  <a:srgbClr val="F6F7FB"/>
                </a:solidFill>
              </a:defRPr>
            </a:lvl2pPr>
            <a:lvl3pPr algn="ctr">
              <a:defRPr sz="1800" b="1">
                <a:solidFill>
                  <a:srgbClr val="F6F7FB"/>
                </a:solidFill>
              </a:defRPr>
            </a:lvl3pPr>
            <a:lvl4pPr algn="ctr">
              <a:defRPr sz="1800" b="1">
                <a:solidFill>
                  <a:srgbClr val="F6F7FB"/>
                </a:solidFill>
              </a:defRPr>
            </a:lvl4pPr>
            <a:lvl5pPr algn="ctr">
              <a:defRPr sz="1800" b="1">
                <a:solidFill>
                  <a:srgbClr val="F6F7FB"/>
                </a:solidFill>
              </a:defRPr>
            </a:lvl5pPr>
            <a:lvl6pPr algn="ctr">
              <a:defRPr sz="1800" b="1">
                <a:solidFill>
                  <a:srgbClr val="F6F7FB"/>
                </a:solidFill>
              </a:defRPr>
            </a:lvl6pPr>
            <a:lvl7pPr algn="ctr">
              <a:defRPr sz="1800" b="1">
                <a:solidFill>
                  <a:srgbClr val="F6F7FB"/>
                </a:solidFill>
              </a:defRPr>
            </a:lvl7pPr>
            <a:lvl8pPr algn="ctr">
              <a:defRPr sz="1800" b="1">
                <a:solidFill>
                  <a:srgbClr val="F6F7FB"/>
                </a:solidFill>
              </a:defRPr>
            </a:lvl8pPr>
            <a:lvl9pPr algn="ctr">
              <a:defRPr sz="1800" b="1">
                <a:solidFill>
                  <a:srgbClr val="F6F7FB"/>
                </a:solidFill>
              </a:defRPr>
            </a:lvl9pPr>
          </a:lstStyle>
          <a:p xmlns:a="http://schemas.openxmlformats.org/drawingml/2006/main">
            <a:pPr algn="ctr">
              <a:defRPr sz="1800" b="1">
                <a:solidFill>
                  <a:srgbClr val="F6F7FB"/>
                </a:solidFill>
              </a:defRPr>
            </a:pPr>
            <a:r>
              <a:rPr sz="1800" b="1">
                <a:solidFill>
                  <a:srgbClr val="F6F7FB"/>
                </a:solidFill>
              </a:rPr>
              <a:t>METRIC</a:t>
            </a:r>
          </a:p>
        </p:txBody>
      </p:sp>
      <p:sp>
        <p:nvSpPr>
          <p:cNvPr id="7" name="">
            <a:extLst xmlns:a="http://schemas.openxmlformats.org/drawingml/2006/main">
              <a:ext uri="{FF2B5EF4-FFF2-40B4-BE49-F238E27FC236}">
                <a16:creationId xmlns:a16="http://schemas.microsoft.com/office/drawing/2014/main" id="{F11C5171-5D06-4A4D-BF33-B9B825355DE0}"/>
              </a:ext>
            </a:extLst>
          </p:cNvPr>
          <p:cNvSpPr>
            <a:spLocks xmlns:a="http://schemas.openxmlformats.org/drawingml/2006/main" noGrp="1"/>
          </p:cNvSpPr>
          <p:nvPr/>
        </p:nvSpPr>
        <p:spPr>
          <a:xfrm xmlns:a="http://schemas.openxmlformats.org/drawingml/2006/main">
            <a:off x="2381250" y="3000375"/>
            <a:ext cx="857250" cy="514350"/>
          </a:xfrm>
          <a:prstGeom xmlns:a="http://schemas.openxmlformats.org/drawingml/2006/main" prst="rightArrow">
            <a:avLst/>
          </a:prstGeom>
          <a:solidFill xmlns:a="http://schemas.openxmlformats.org/drawingml/2006/main">
            <a:srgbClr val="F6F7F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0B98187-D837-45D1-AF19-8DD9FB75FCE2}"/>
              </a:ext>
            </a:extLst>
          </p:cNvPr>
          <p:cNvSpPr>
            <a:spLocks xmlns:a="http://schemas.openxmlformats.org/drawingml/2006/main" noGrp="1"/>
          </p:cNvSpPr>
          <p:nvPr/>
        </p:nvSpPr>
        <p:spPr>
          <a:xfrm xmlns:a="http://schemas.openxmlformats.org/drawingml/2006/main">
            <a:off x="2952750" y="2381250"/>
            <a:ext cx="1905000" cy="1809750"/>
          </a:xfrm>
          <a:prstGeom xmlns:a="http://schemas.openxmlformats.org/drawingml/2006/main" prst="hexagon">
            <a:avLst/>
          </a:prstGeom>
          <a:solidFill xmlns:a="http://schemas.openxmlformats.org/drawingml/2006/main">
            <a:srgbClr val="FFD16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89DE93F-ABE6-4FA6-A50B-E20B9CF638A7}"/>
              </a:ext>
            </a:extLst>
          </p:cNvPr>
          <p:cNvSpPr>
            <a:spLocks xmlns:a="http://schemas.openxmlformats.org/drawingml/2006/main" noGrp="1"/>
          </p:cNvSpPr>
          <p:nvPr/>
        </p:nvSpPr>
        <p:spPr>
          <a:xfrm xmlns:a="http://schemas.openxmlformats.org/drawingml/2006/main">
            <a:off x="3143250" y="2905125"/>
            <a:ext cx="152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800" b="1">
                <a:solidFill>
                  <a:srgbClr val="0B132B"/>
                </a:solidFill>
              </a:defRPr>
            </a:defPPr>
            <a:lvl1pPr algn="ctr">
              <a:defRPr sz="1800" b="1">
                <a:solidFill>
                  <a:srgbClr val="0B132B"/>
                </a:solidFill>
              </a:defRPr>
            </a:lvl1pPr>
            <a:lvl2pPr algn="ctr">
              <a:defRPr sz="1800" b="1">
                <a:solidFill>
                  <a:srgbClr val="0B132B"/>
                </a:solidFill>
              </a:defRPr>
            </a:lvl2pPr>
            <a:lvl3pPr algn="ctr">
              <a:defRPr sz="1800" b="1">
                <a:solidFill>
                  <a:srgbClr val="0B132B"/>
                </a:solidFill>
              </a:defRPr>
            </a:lvl3pPr>
            <a:lvl4pPr algn="ctr">
              <a:defRPr sz="1800" b="1">
                <a:solidFill>
                  <a:srgbClr val="0B132B"/>
                </a:solidFill>
              </a:defRPr>
            </a:lvl4pPr>
            <a:lvl5pPr algn="ctr">
              <a:defRPr sz="1800" b="1">
                <a:solidFill>
                  <a:srgbClr val="0B132B"/>
                </a:solidFill>
              </a:defRPr>
            </a:lvl5pPr>
            <a:lvl6pPr algn="ctr">
              <a:defRPr sz="1800" b="1">
                <a:solidFill>
                  <a:srgbClr val="0B132B"/>
                </a:solidFill>
              </a:defRPr>
            </a:lvl6pPr>
            <a:lvl7pPr algn="ctr">
              <a:defRPr sz="1800" b="1">
                <a:solidFill>
                  <a:srgbClr val="0B132B"/>
                </a:solidFill>
              </a:defRPr>
            </a:lvl7pPr>
            <a:lvl8pPr algn="ctr">
              <a:defRPr sz="1800" b="1">
                <a:solidFill>
                  <a:srgbClr val="0B132B"/>
                </a:solidFill>
              </a:defRPr>
            </a:lvl8pPr>
            <a:lvl9pPr algn="ctr">
              <a:defRPr sz="1800" b="1">
                <a:solidFill>
                  <a:srgbClr val="0B132B"/>
                </a:solidFill>
              </a:defRPr>
            </a:lvl9pPr>
          </a:lstStyle>
          <a:p xmlns:a="http://schemas.openxmlformats.org/drawingml/2006/main">
            <a:pPr algn="ctr">
              <a:defRPr sz="1800" b="1">
                <a:solidFill>
                  <a:srgbClr val="0B132B"/>
                </a:solidFill>
              </a:defRPr>
            </a:pPr>
            <a:r>
              <a:rPr sz="1800" b="1">
                <a:solidFill>
                  <a:srgbClr val="0B132B"/>
                </a:solidFill>
              </a:rPr>
              <a:t>ALARM</a:t>
            </a:r>
          </a:p>
        </p:txBody>
      </p:sp>
      <p:sp>
        <p:nvSpPr>
          <p:cNvPr id="10" name="">
            <a:extLst xmlns:a="http://schemas.openxmlformats.org/drawingml/2006/main">
              <a:ext uri="{FF2B5EF4-FFF2-40B4-BE49-F238E27FC236}">
                <a16:creationId xmlns:a16="http://schemas.microsoft.com/office/drawing/2014/main" id="{6B968C53-557D-4BB9-96A4-1CF1B56D66B1}"/>
              </a:ext>
            </a:extLst>
          </p:cNvPr>
          <p:cNvSpPr>
            <a:spLocks xmlns:a="http://schemas.openxmlformats.org/drawingml/2006/main" noGrp="1"/>
          </p:cNvSpPr>
          <p:nvPr/>
        </p:nvSpPr>
        <p:spPr>
          <a:xfrm xmlns:a="http://schemas.openxmlformats.org/drawingml/2006/main">
            <a:off x="4762500" y="3000375"/>
            <a:ext cx="857250" cy="514350"/>
          </a:xfrm>
          <a:prstGeom xmlns:a="http://schemas.openxmlformats.org/drawingml/2006/main" prst="rightArrow">
            <a:avLst/>
          </a:prstGeom>
          <a:solidFill xmlns:a="http://schemas.openxmlformats.org/drawingml/2006/main">
            <a:srgbClr val="F6F7F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647BABA-3B93-49B0-B8BB-7BC4695A6272}"/>
              </a:ext>
            </a:extLst>
          </p:cNvPr>
          <p:cNvSpPr>
            <a:spLocks xmlns:a="http://schemas.openxmlformats.org/drawingml/2006/main" noGrp="1"/>
          </p:cNvSpPr>
          <p:nvPr/>
        </p:nvSpPr>
        <p:spPr>
          <a:xfrm xmlns:a="http://schemas.openxmlformats.org/drawingml/2006/main">
            <a:off x="5429250" y="2381250"/>
            <a:ext cx="1809750" cy="1809750"/>
          </a:xfrm>
          <a:prstGeom xmlns:a="http://schemas.openxmlformats.org/drawingml/2006/main" prst="diamond">
            <a:avLst/>
          </a:prstGeom>
          <a:solidFill xmlns:a="http://schemas.openxmlformats.org/drawingml/2006/main">
            <a:srgbClr val="3A86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65E46D5-430C-4DAB-BB39-3945FD460218}"/>
              </a:ext>
            </a:extLst>
          </p:cNvPr>
          <p:cNvSpPr>
            <a:spLocks xmlns:a="http://schemas.openxmlformats.org/drawingml/2006/main" noGrp="1"/>
          </p:cNvSpPr>
          <p:nvPr/>
        </p:nvSpPr>
        <p:spPr>
          <a:xfrm xmlns:a="http://schemas.openxmlformats.org/drawingml/2006/main">
            <a:off x="5619750" y="2905125"/>
            <a:ext cx="142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800" b="1">
                <a:solidFill>
                  <a:srgbClr val="F6F7FB"/>
                </a:solidFill>
              </a:defRPr>
            </a:defPPr>
            <a:lvl1pPr algn="ctr">
              <a:defRPr sz="1800" b="1">
                <a:solidFill>
                  <a:srgbClr val="F6F7FB"/>
                </a:solidFill>
              </a:defRPr>
            </a:lvl1pPr>
            <a:lvl2pPr algn="ctr">
              <a:defRPr sz="1800" b="1">
                <a:solidFill>
                  <a:srgbClr val="F6F7FB"/>
                </a:solidFill>
              </a:defRPr>
            </a:lvl2pPr>
            <a:lvl3pPr algn="ctr">
              <a:defRPr sz="1800" b="1">
                <a:solidFill>
                  <a:srgbClr val="F6F7FB"/>
                </a:solidFill>
              </a:defRPr>
            </a:lvl3pPr>
            <a:lvl4pPr algn="ctr">
              <a:defRPr sz="1800" b="1">
                <a:solidFill>
                  <a:srgbClr val="F6F7FB"/>
                </a:solidFill>
              </a:defRPr>
            </a:lvl4pPr>
            <a:lvl5pPr algn="ctr">
              <a:defRPr sz="1800" b="1">
                <a:solidFill>
                  <a:srgbClr val="F6F7FB"/>
                </a:solidFill>
              </a:defRPr>
            </a:lvl5pPr>
            <a:lvl6pPr algn="ctr">
              <a:defRPr sz="1800" b="1">
                <a:solidFill>
                  <a:srgbClr val="F6F7FB"/>
                </a:solidFill>
              </a:defRPr>
            </a:lvl6pPr>
            <a:lvl7pPr algn="ctr">
              <a:defRPr sz="1800" b="1">
                <a:solidFill>
                  <a:srgbClr val="F6F7FB"/>
                </a:solidFill>
              </a:defRPr>
            </a:lvl7pPr>
            <a:lvl8pPr algn="ctr">
              <a:defRPr sz="1800" b="1">
                <a:solidFill>
                  <a:srgbClr val="F6F7FB"/>
                </a:solidFill>
              </a:defRPr>
            </a:lvl8pPr>
            <a:lvl9pPr algn="ctr">
              <a:defRPr sz="1800" b="1">
                <a:solidFill>
                  <a:srgbClr val="F6F7FB"/>
                </a:solidFill>
              </a:defRPr>
            </a:lvl9pPr>
          </a:lstStyle>
          <a:p xmlns:a="http://schemas.openxmlformats.org/drawingml/2006/main">
            <a:pPr algn="ctr">
              <a:defRPr sz="1800" b="1">
                <a:solidFill>
                  <a:srgbClr val="F6F7FB"/>
                </a:solidFill>
              </a:defRPr>
            </a:pPr>
            <a:r>
              <a:rPr sz="1800" b="1">
                <a:solidFill>
                  <a:srgbClr val="F6F7FB"/>
                </a:solidFill>
              </a:rPr>
              <a:t>VERIFY</a:t>
            </a:r>
          </a:p>
        </p:txBody>
      </p:sp>
      <p:sp>
        <p:nvSpPr>
          <p:cNvPr id="13" name="">
            <a:extLst xmlns:a="http://schemas.openxmlformats.org/drawingml/2006/main">
              <a:ext uri="{FF2B5EF4-FFF2-40B4-BE49-F238E27FC236}">
                <a16:creationId xmlns:a16="http://schemas.microsoft.com/office/drawing/2014/main" id="{6E0519D9-E77B-4129-8B6C-A1F7D3AB7AF0}"/>
              </a:ext>
            </a:extLst>
          </p:cNvPr>
          <p:cNvSpPr>
            <a:spLocks xmlns:a="http://schemas.openxmlformats.org/drawingml/2006/main" noGrp="1"/>
          </p:cNvSpPr>
          <p:nvPr/>
        </p:nvSpPr>
        <p:spPr>
          <a:xfrm xmlns:a="http://schemas.openxmlformats.org/drawingml/2006/main">
            <a:off x="7143750" y="3000375"/>
            <a:ext cx="857250" cy="514350"/>
          </a:xfrm>
          <a:prstGeom xmlns:a="http://schemas.openxmlformats.org/drawingml/2006/main" prst="rightArrow">
            <a:avLst/>
          </a:prstGeom>
          <a:solidFill xmlns:a="http://schemas.openxmlformats.org/drawingml/2006/main">
            <a:srgbClr val="F6F7F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BBA6A3E-5D13-4726-9B03-DA1A33482E9D}"/>
              </a:ext>
            </a:extLst>
          </p:cNvPr>
          <p:cNvSpPr>
            <a:spLocks xmlns:a="http://schemas.openxmlformats.org/drawingml/2006/main" noGrp="1"/>
          </p:cNvSpPr>
          <p:nvPr/>
        </p:nvSpPr>
        <p:spPr>
          <a:xfrm xmlns:a="http://schemas.openxmlformats.org/drawingml/2006/main">
            <a:off x="7810500" y="2381250"/>
            <a:ext cx="3143250" cy="1809750"/>
          </a:xfrm>
          <a:prstGeom xmlns:a="http://schemas.openxmlformats.org/drawingml/2006/main" prst="roundRect">
            <a:avLst>
              <a:gd name="adj" fmla="val 6316"/>
            </a:avLst>
          </a:prstGeom>
          <a:solidFill xmlns:a="http://schemas.openxmlformats.org/drawingml/2006/main">
            <a:srgbClr val="17213D"/>
          </a:solidFill>
          <a:ln xmlns:a="http://schemas.openxmlformats.org/drawingml/2006/main" w="19050">
            <a:solidFill>
              <a:srgbClr val="FF7A00"/>
            </a:solidFill>
            <a:prstDash val="solid"/>
          </a:ln>
        </p:spPr>
      </p:sp>
      <p:sp>
        <p:nvSpPr>
          <p:cNvPr id="15" name="">
            <a:extLst xmlns:a="http://schemas.openxmlformats.org/drawingml/2006/main">
              <a:ext uri="{FF2B5EF4-FFF2-40B4-BE49-F238E27FC236}">
                <a16:creationId xmlns:a16="http://schemas.microsoft.com/office/drawing/2014/main" id="{102C2F9E-1218-4394-AC87-1B0DC4BD8A10}"/>
              </a:ext>
            </a:extLst>
          </p:cNvPr>
          <p:cNvSpPr>
            <a:spLocks xmlns:a="http://schemas.openxmlformats.org/drawingml/2006/main" noGrp="1"/>
          </p:cNvSpPr>
          <p:nvPr/>
        </p:nvSpPr>
        <p:spPr>
          <a:xfrm xmlns:a="http://schemas.openxmlformats.org/drawingml/2006/main">
            <a:off x="8001000" y="2905125"/>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800" b="1">
                <a:solidFill>
                  <a:srgbClr val="F6F7FB"/>
                </a:solidFill>
              </a:defRPr>
            </a:defPPr>
            <a:lvl1pPr algn="ctr">
              <a:defRPr sz="1800" b="1">
                <a:solidFill>
                  <a:srgbClr val="F6F7FB"/>
                </a:solidFill>
              </a:defRPr>
            </a:lvl1pPr>
            <a:lvl2pPr algn="ctr">
              <a:defRPr sz="1800" b="1">
                <a:solidFill>
                  <a:srgbClr val="F6F7FB"/>
                </a:solidFill>
              </a:defRPr>
            </a:lvl2pPr>
            <a:lvl3pPr algn="ctr">
              <a:defRPr sz="1800" b="1">
                <a:solidFill>
                  <a:srgbClr val="F6F7FB"/>
                </a:solidFill>
              </a:defRPr>
            </a:lvl3pPr>
            <a:lvl4pPr algn="ctr">
              <a:defRPr sz="1800" b="1">
                <a:solidFill>
                  <a:srgbClr val="F6F7FB"/>
                </a:solidFill>
              </a:defRPr>
            </a:lvl4pPr>
            <a:lvl5pPr algn="ctr">
              <a:defRPr sz="1800" b="1">
                <a:solidFill>
                  <a:srgbClr val="F6F7FB"/>
                </a:solidFill>
              </a:defRPr>
            </a:lvl5pPr>
            <a:lvl6pPr algn="ctr">
              <a:defRPr sz="1800" b="1">
                <a:solidFill>
                  <a:srgbClr val="F6F7FB"/>
                </a:solidFill>
              </a:defRPr>
            </a:lvl6pPr>
            <a:lvl7pPr algn="ctr">
              <a:defRPr sz="1800" b="1">
                <a:solidFill>
                  <a:srgbClr val="F6F7FB"/>
                </a:solidFill>
              </a:defRPr>
            </a:lvl7pPr>
            <a:lvl8pPr algn="ctr">
              <a:defRPr sz="1800" b="1">
                <a:solidFill>
                  <a:srgbClr val="F6F7FB"/>
                </a:solidFill>
              </a:defRPr>
            </a:lvl8pPr>
            <a:lvl9pPr algn="ctr">
              <a:defRPr sz="1800" b="1">
                <a:solidFill>
                  <a:srgbClr val="F6F7FB"/>
                </a:solidFill>
              </a:defRPr>
            </a:lvl9pPr>
          </a:lstStyle>
          <a:p xmlns:a="http://schemas.openxmlformats.org/drawingml/2006/main">
            <a:pPr algn="ctr">
              <a:defRPr sz="1800" b="1">
                <a:solidFill>
                  <a:srgbClr val="F6F7FB"/>
                </a:solidFill>
              </a:defRPr>
            </a:pPr>
            <a:r>
              <a:rPr sz="1800" b="1">
                <a:solidFill>
                  <a:srgbClr val="F6F7FB"/>
                </a:solidFill>
              </a:rPr>
              <a:t>RESPOND</a:t>
            </a:r>
          </a:p>
        </p:txBody>
      </p:sp>
      <p:sp>
        <p:nvSpPr>
          <p:cNvPr id="16" name="">
            <a:extLst xmlns:a="http://schemas.openxmlformats.org/drawingml/2006/main">
              <a:ext uri="{FF2B5EF4-FFF2-40B4-BE49-F238E27FC236}">
                <a16:creationId xmlns:a16="http://schemas.microsoft.com/office/drawing/2014/main" id="{B18606B2-2065-47C9-9359-74534B96EB0A}"/>
              </a:ext>
            </a:extLst>
          </p:cNvPr>
          <p:cNvSpPr>
            <a:spLocks xmlns:a="http://schemas.openxmlformats.org/drawingml/2006/main" noGrp="1"/>
          </p:cNvSpPr>
          <p:nvPr/>
        </p:nvSpPr>
        <p:spPr>
          <a:xfrm xmlns:a="http://schemas.openxmlformats.org/drawingml/2006/main">
            <a:off x="2333625" y="4810125"/>
            <a:ext cx="7524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A8B2C6"/>
                </a:solidFill>
              </a:defRPr>
            </a:defPPr>
            <a:lvl1pPr algn="ctr">
              <a:defRPr sz="1500" b="1">
                <a:solidFill>
                  <a:srgbClr val="A8B2C6"/>
                </a:solidFill>
              </a:defRPr>
            </a:lvl1pPr>
            <a:lvl2pPr algn="ctr">
              <a:defRPr sz="1500" b="1">
                <a:solidFill>
                  <a:srgbClr val="A8B2C6"/>
                </a:solidFill>
              </a:defRPr>
            </a:lvl2pPr>
            <a:lvl3pPr algn="ctr">
              <a:defRPr sz="1500" b="1">
                <a:solidFill>
                  <a:srgbClr val="A8B2C6"/>
                </a:solidFill>
              </a:defRPr>
            </a:lvl3pPr>
            <a:lvl4pPr algn="ctr">
              <a:defRPr sz="1500" b="1">
                <a:solidFill>
                  <a:srgbClr val="A8B2C6"/>
                </a:solidFill>
              </a:defRPr>
            </a:lvl4pPr>
            <a:lvl5pPr algn="ctr">
              <a:defRPr sz="1500" b="1">
                <a:solidFill>
                  <a:srgbClr val="A8B2C6"/>
                </a:solidFill>
              </a:defRPr>
            </a:lvl5pPr>
            <a:lvl6pPr algn="ctr">
              <a:defRPr sz="1500" b="1">
                <a:solidFill>
                  <a:srgbClr val="A8B2C6"/>
                </a:solidFill>
              </a:defRPr>
            </a:lvl6pPr>
            <a:lvl7pPr algn="ctr">
              <a:defRPr sz="1500" b="1">
                <a:solidFill>
                  <a:srgbClr val="A8B2C6"/>
                </a:solidFill>
              </a:defRPr>
            </a:lvl7pPr>
            <a:lvl8pPr algn="ctr">
              <a:defRPr sz="1500" b="1">
                <a:solidFill>
                  <a:srgbClr val="A8B2C6"/>
                </a:solidFill>
              </a:defRPr>
            </a:lvl8pPr>
            <a:lvl9pPr algn="ctr">
              <a:defRPr sz="1500" b="1">
                <a:solidFill>
                  <a:srgbClr val="A8B2C6"/>
                </a:solidFill>
              </a:defRPr>
            </a:lvl9pPr>
          </a:lstStyle>
          <a:p xmlns:a="http://schemas.openxmlformats.org/drawingml/2006/main">
            <a:pPr algn="ctr">
              <a:defRPr sz="1500" b="1">
                <a:solidFill>
                  <a:srgbClr val="A8B2C6"/>
                </a:solidFill>
              </a:defRPr>
            </a:pPr>
            <a:r>
              <a:rPr sz="1500" b="1">
                <a:solidFill>
                  <a:srgbClr val="A8B2C6"/>
                </a:solidFill>
              </a:rPr>
              <a:t>Audit data · inspect the pipeline · evaluate retraining</a:t>
            </a:r>
          </a:p>
        </p:txBody>
      </p:sp>
    </p:spTree>
    <p:extLst>
      <p:ext uri="{BB962C8B-B14F-4D97-AF65-F5344CB8AC3E}">
        <p14:creationId xmlns:p14="http://schemas.microsoft.com/office/powerpoint/2010/main" val="5523120"/>
      </p:ext>
    </p:extLst>
  </p:cSld>
</p:sld>
</file>

<file path=ppt/slides/slide10.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1C6EC6A-D3B4-414A-8C17-0E82EEEFDEF8}"/>
              </a:ext>
            </a:extLst>
          </p:cNvPr>
          <p:cNvSpPr>
            <a:spLocks xmlns:a="http://schemas.openxmlformats.org/drawingml/2006/main" noGrp="1"/>
          </p:cNvSpPr>
          <p:nvPr/>
        </p:nvSpPr>
        <p:spPr>
          <a:xfrm xmlns:a="http://schemas.openxmlformats.org/drawingml/2006/main">
            <a:off x="609600" y="28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A8B2C6"/>
                </a:solidFill>
              </a:defRPr>
            </a:defPPr>
            <a:lvl1pPr algn="l">
              <a:defRPr sz="1050" b="1">
                <a:solidFill>
                  <a:srgbClr val="A8B2C6"/>
                </a:solidFill>
              </a:defRPr>
            </a:lvl1pPr>
            <a:lvl2pPr algn="l">
              <a:defRPr sz="1050" b="1">
                <a:solidFill>
                  <a:srgbClr val="A8B2C6"/>
                </a:solidFill>
              </a:defRPr>
            </a:lvl2pPr>
            <a:lvl3pPr algn="l">
              <a:defRPr sz="1050" b="1">
                <a:solidFill>
                  <a:srgbClr val="A8B2C6"/>
                </a:solidFill>
              </a:defRPr>
            </a:lvl3pPr>
            <a:lvl4pPr algn="l">
              <a:defRPr sz="1050" b="1">
                <a:solidFill>
                  <a:srgbClr val="A8B2C6"/>
                </a:solidFill>
              </a:defRPr>
            </a:lvl4pPr>
            <a:lvl5pPr algn="l">
              <a:defRPr sz="1050" b="1">
                <a:solidFill>
                  <a:srgbClr val="A8B2C6"/>
                </a:solidFill>
              </a:defRPr>
            </a:lvl5pPr>
            <a:lvl6pPr algn="l">
              <a:defRPr sz="1050" b="1">
                <a:solidFill>
                  <a:srgbClr val="A8B2C6"/>
                </a:solidFill>
              </a:defRPr>
            </a:lvl6pPr>
            <a:lvl7pPr algn="l">
              <a:defRPr sz="1050" b="1">
                <a:solidFill>
                  <a:srgbClr val="A8B2C6"/>
                </a:solidFill>
              </a:defRPr>
            </a:lvl7pPr>
            <a:lvl8pPr algn="l">
              <a:defRPr sz="1050" b="1">
                <a:solidFill>
                  <a:srgbClr val="A8B2C6"/>
                </a:solidFill>
              </a:defRPr>
            </a:lvl8pPr>
            <a:lvl9pPr algn="l">
              <a:defRPr sz="1050" b="1">
                <a:solidFill>
                  <a:srgbClr val="A8B2C6"/>
                </a:solidFill>
              </a:defRPr>
            </a:lvl9pPr>
          </a:lstStyle>
          <a:p xmlns:a="http://schemas.openxmlformats.org/drawingml/2006/main">
            <a:pPr algn="l">
              <a:defRPr sz="1050" b="1">
                <a:solidFill>
                  <a:srgbClr val="A8B2C6"/>
                </a:solidFill>
              </a:defRPr>
            </a:pPr>
            <a:r>
              <a:rPr sz="1050" b="1">
                <a:solidFill>
                  <a:srgbClr val="A8B2C6"/>
                </a:solidFill>
              </a:rPr>
              <a:t>WEEK 10 · PART 2</a:t>
            </a:r>
          </a:p>
        </p:txBody>
      </p:sp>
      <p:sp>
        <p:nvSpPr>
          <p:cNvPr id="2" name="">
            <a:extLst xmlns:a="http://schemas.openxmlformats.org/drawingml/2006/main">
              <a:ext uri="{FF2B5EF4-FFF2-40B4-BE49-F238E27FC236}">
                <a16:creationId xmlns:a16="http://schemas.microsoft.com/office/drawing/2014/main" id="{063441DA-FB85-4D98-AB76-11E20451EBE3}"/>
              </a:ext>
            </a:extLst>
          </p:cNvPr>
          <p:cNvSpPr>
            <a:spLocks xmlns:a="http://schemas.openxmlformats.org/drawingml/2006/main" noGrp="1"/>
          </p:cNvSpPr>
          <p:nvPr/>
        </p:nvSpPr>
        <p:spPr>
          <a:xfrm xmlns:a="http://schemas.openxmlformats.org/drawingml/2006/main">
            <a:off x="11049000" y="26670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350" b="1">
                <a:solidFill>
                  <a:srgbClr val="A8B2C6"/>
                </a:solidFill>
              </a:defRPr>
            </a:defPPr>
            <a:lvl1pPr algn="r">
              <a:defRPr sz="1350" b="1">
                <a:solidFill>
                  <a:srgbClr val="A8B2C6"/>
                </a:solidFill>
              </a:defRPr>
            </a:lvl1pPr>
            <a:lvl2pPr algn="r">
              <a:defRPr sz="1350" b="1">
                <a:solidFill>
                  <a:srgbClr val="A8B2C6"/>
                </a:solidFill>
              </a:defRPr>
            </a:lvl2pPr>
            <a:lvl3pPr algn="r">
              <a:defRPr sz="1350" b="1">
                <a:solidFill>
                  <a:srgbClr val="A8B2C6"/>
                </a:solidFill>
              </a:defRPr>
            </a:lvl3pPr>
            <a:lvl4pPr algn="r">
              <a:defRPr sz="1350" b="1">
                <a:solidFill>
                  <a:srgbClr val="A8B2C6"/>
                </a:solidFill>
              </a:defRPr>
            </a:lvl4pPr>
            <a:lvl5pPr algn="r">
              <a:defRPr sz="1350" b="1">
                <a:solidFill>
                  <a:srgbClr val="A8B2C6"/>
                </a:solidFill>
              </a:defRPr>
            </a:lvl5pPr>
            <a:lvl6pPr algn="r">
              <a:defRPr sz="1350" b="1">
                <a:solidFill>
                  <a:srgbClr val="A8B2C6"/>
                </a:solidFill>
              </a:defRPr>
            </a:lvl6pPr>
            <a:lvl7pPr algn="r">
              <a:defRPr sz="1350" b="1">
                <a:solidFill>
                  <a:srgbClr val="A8B2C6"/>
                </a:solidFill>
              </a:defRPr>
            </a:lvl7pPr>
            <a:lvl8pPr algn="r">
              <a:defRPr sz="1350" b="1">
                <a:solidFill>
                  <a:srgbClr val="A8B2C6"/>
                </a:solidFill>
              </a:defRPr>
            </a:lvl8pPr>
            <a:lvl9pPr algn="r">
              <a:defRPr sz="1350" b="1">
                <a:solidFill>
                  <a:srgbClr val="A8B2C6"/>
                </a:solidFill>
              </a:defRPr>
            </a:lvl9pPr>
          </a:lstStyle>
          <a:p xmlns:a="http://schemas.openxmlformats.org/drawingml/2006/main">
            <a:pPr algn="r">
              <a:defRPr sz="1350" b="1">
                <a:solidFill>
                  <a:srgbClr val="A8B2C6"/>
                </a:solidFill>
              </a:defRPr>
            </a:pPr>
            <a:r>
              <a:rPr sz="1350" b="1">
                <a:solidFill>
                  <a:srgbClr val="A8B2C6"/>
                </a:solidFill>
              </a:rPr>
              <a:t>10</a:t>
            </a:r>
          </a:p>
        </p:txBody>
      </p:sp>
      <p:sp>
        <p:nvSpPr>
          <p:cNvPr id="3" name="">
            <a:extLst xmlns:a="http://schemas.openxmlformats.org/drawingml/2006/main">
              <a:ext uri="{FF2B5EF4-FFF2-40B4-BE49-F238E27FC236}">
                <a16:creationId xmlns:a16="http://schemas.microsoft.com/office/drawing/2014/main" id="{13678A13-C44E-4490-84D2-6820BF65A50B}"/>
              </a:ext>
            </a:extLst>
          </p:cNvPr>
          <p:cNvSpPr>
            <a:spLocks xmlns:a="http://schemas.openxmlformats.org/drawingml/2006/main" noGrp="1"/>
          </p:cNvSpPr>
          <p:nvPr/>
        </p:nvSpPr>
        <p:spPr>
          <a:xfrm xmlns:a="http://schemas.openxmlformats.org/drawingml/2006/main">
            <a:off x="609600" y="7239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F6F7FB"/>
                </a:solidFill>
              </a:defRPr>
            </a:defPPr>
            <a:lvl1pPr algn="l">
              <a:defRPr sz="2550" b="1">
                <a:solidFill>
                  <a:srgbClr val="F6F7FB"/>
                </a:solidFill>
              </a:defRPr>
            </a:lvl1pPr>
            <a:lvl2pPr algn="l">
              <a:defRPr sz="2550" b="1">
                <a:solidFill>
                  <a:srgbClr val="F6F7FB"/>
                </a:solidFill>
              </a:defRPr>
            </a:lvl2pPr>
            <a:lvl3pPr algn="l">
              <a:defRPr sz="2550" b="1">
                <a:solidFill>
                  <a:srgbClr val="F6F7FB"/>
                </a:solidFill>
              </a:defRPr>
            </a:lvl3pPr>
            <a:lvl4pPr algn="l">
              <a:defRPr sz="2550" b="1">
                <a:solidFill>
                  <a:srgbClr val="F6F7FB"/>
                </a:solidFill>
              </a:defRPr>
            </a:lvl4pPr>
            <a:lvl5pPr algn="l">
              <a:defRPr sz="2550" b="1">
                <a:solidFill>
                  <a:srgbClr val="F6F7FB"/>
                </a:solidFill>
              </a:defRPr>
            </a:lvl5pPr>
            <a:lvl6pPr algn="l">
              <a:defRPr sz="2550" b="1">
                <a:solidFill>
                  <a:srgbClr val="F6F7FB"/>
                </a:solidFill>
              </a:defRPr>
            </a:lvl6pPr>
            <a:lvl7pPr algn="l">
              <a:defRPr sz="2550" b="1">
                <a:solidFill>
                  <a:srgbClr val="F6F7FB"/>
                </a:solidFill>
              </a:defRPr>
            </a:lvl7pPr>
            <a:lvl8pPr algn="l">
              <a:defRPr sz="2550" b="1">
                <a:solidFill>
                  <a:srgbClr val="F6F7FB"/>
                </a:solidFill>
              </a:defRPr>
            </a:lvl8pPr>
            <a:lvl9pPr algn="l">
              <a:defRPr sz="2550" b="1">
                <a:solidFill>
                  <a:srgbClr val="F6F7FB"/>
                </a:solidFill>
              </a:defRPr>
            </a:lvl9pPr>
          </a:lstStyle>
          <a:p xmlns:a="http://schemas.openxmlformats.org/drawingml/2006/main">
            <a:pPr algn="l">
              <a:defRPr sz="2550" b="1">
                <a:solidFill>
                  <a:srgbClr val="F6F7FB"/>
                </a:solidFill>
              </a:defRPr>
            </a:pPr>
            <a:r>
              <a:rPr sz="2550" b="1">
                <a:solidFill>
                  <a:srgbClr val="F6F7FB"/>
                </a:solidFill>
              </a:rPr>
              <a:t>Selecting the correct monitoring type</a:t>
            </a:r>
          </a:p>
        </p:txBody>
      </p:sp>
      <p:sp>
        <p:nvSpPr>
          <p:cNvPr id="4" name="">
            <a:extLst xmlns:a="http://schemas.openxmlformats.org/drawingml/2006/main">
              <a:ext uri="{FF2B5EF4-FFF2-40B4-BE49-F238E27FC236}">
                <a16:creationId xmlns:a16="http://schemas.microsoft.com/office/drawing/2014/main" id="{6294A223-A697-4E22-9334-01EEF79994D4}"/>
              </a:ext>
            </a:extLst>
          </p:cNvPr>
          <p:cNvSpPr>
            <a:spLocks xmlns:a="http://schemas.openxmlformats.org/drawingml/2006/main" noGrp="1"/>
          </p:cNvSpPr>
          <p:nvPr/>
        </p:nvSpPr>
        <p:spPr>
          <a:xfrm xmlns:a="http://schemas.openxmlformats.org/drawingml/2006/main">
            <a:off x="609600" y="65341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750" b="0">
                <a:solidFill>
                  <a:srgbClr val="A8B2C6"/>
                </a:solidFill>
              </a:defRPr>
            </a:defPPr>
            <a:lvl1pPr algn="l">
              <a:defRPr sz="750" b="0">
                <a:solidFill>
                  <a:srgbClr val="A8B2C6"/>
                </a:solidFill>
              </a:defRPr>
            </a:lvl1pPr>
            <a:lvl2pPr algn="l">
              <a:defRPr sz="750" b="0">
                <a:solidFill>
                  <a:srgbClr val="A8B2C6"/>
                </a:solidFill>
              </a:defRPr>
            </a:lvl2pPr>
            <a:lvl3pPr algn="l">
              <a:defRPr sz="750" b="0">
                <a:solidFill>
                  <a:srgbClr val="A8B2C6"/>
                </a:solidFill>
              </a:defRPr>
            </a:lvl3pPr>
            <a:lvl4pPr algn="l">
              <a:defRPr sz="750" b="0">
                <a:solidFill>
                  <a:srgbClr val="A8B2C6"/>
                </a:solidFill>
              </a:defRPr>
            </a:lvl4pPr>
            <a:lvl5pPr algn="l">
              <a:defRPr sz="750" b="0">
                <a:solidFill>
                  <a:srgbClr val="A8B2C6"/>
                </a:solidFill>
              </a:defRPr>
            </a:lvl5pPr>
            <a:lvl6pPr algn="l">
              <a:defRPr sz="750" b="0">
                <a:solidFill>
                  <a:srgbClr val="A8B2C6"/>
                </a:solidFill>
              </a:defRPr>
            </a:lvl6pPr>
            <a:lvl7pPr algn="l">
              <a:defRPr sz="750" b="0">
                <a:solidFill>
                  <a:srgbClr val="A8B2C6"/>
                </a:solidFill>
              </a:defRPr>
            </a:lvl7pPr>
            <a:lvl8pPr algn="l">
              <a:defRPr sz="750" b="0">
                <a:solidFill>
                  <a:srgbClr val="A8B2C6"/>
                </a:solidFill>
              </a:defRPr>
            </a:lvl8pPr>
            <a:lvl9pPr algn="l">
              <a:defRPr sz="750" b="0">
                <a:solidFill>
                  <a:srgbClr val="A8B2C6"/>
                </a:solidFill>
              </a:defRPr>
            </a:lvl9pPr>
          </a:lstStyle>
          <a:p xmlns:a="http://schemas.openxmlformats.org/drawingml/2006/main">
            <a:pPr algn="l">
              <a:defRPr sz="750" b="0">
                <a:solidFill>
                  <a:srgbClr val="A8B2C6"/>
                </a:solidFill>
              </a:defRPr>
            </a:pPr>
            <a:r>
              <a:rPr sz="750" b="0">
                <a:solidFill>
                  <a:srgbClr val="A8B2C6"/>
                </a:solidFill>
              </a:rPr>
              <a:t>AWS ML Engineer · Week 10 · Part 2</a:t>
            </a:r>
          </a:p>
        </p:txBody>
      </p:sp>
      <p:sp>
        <p:nvSpPr>
          <p:cNvPr id="5" name="">
            <a:extLst xmlns:a="http://schemas.openxmlformats.org/drawingml/2006/main">
              <a:ext uri="{FF2B5EF4-FFF2-40B4-BE49-F238E27FC236}">
                <a16:creationId xmlns:a16="http://schemas.microsoft.com/office/drawing/2014/main" id="{CBB1F679-5AC5-41AC-82B1-5A93F0908AC3}"/>
              </a:ext>
            </a:extLst>
          </p:cNvPr>
          <p:cNvSpPr>
            <a:spLocks xmlns:a="http://schemas.openxmlformats.org/drawingml/2006/main" noGrp="1"/>
          </p:cNvSpPr>
          <p:nvPr/>
        </p:nvSpPr>
        <p:spPr>
          <a:xfrm xmlns:a="http://schemas.openxmlformats.org/drawingml/2006/main">
            <a:off x="857250" y="1809750"/>
            <a:ext cx="4000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F6F7FB"/>
                </a:solidFill>
              </a:defRPr>
            </a:defPPr>
            <a:lvl1pPr algn="l">
              <a:defRPr sz="1500" b="1">
                <a:solidFill>
                  <a:srgbClr val="F6F7FB"/>
                </a:solidFill>
              </a:defRPr>
            </a:lvl1pPr>
            <a:lvl2pPr algn="l">
              <a:defRPr sz="1500" b="1">
                <a:solidFill>
                  <a:srgbClr val="F6F7FB"/>
                </a:solidFill>
              </a:defRPr>
            </a:lvl2pPr>
            <a:lvl3pPr algn="l">
              <a:defRPr sz="1500" b="1">
                <a:solidFill>
                  <a:srgbClr val="F6F7FB"/>
                </a:solidFill>
              </a:defRPr>
            </a:lvl3pPr>
            <a:lvl4pPr algn="l">
              <a:defRPr sz="1500" b="1">
                <a:solidFill>
                  <a:srgbClr val="F6F7FB"/>
                </a:solidFill>
              </a:defRPr>
            </a:lvl4pPr>
            <a:lvl5pPr algn="l">
              <a:defRPr sz="1500" b="1">
                <a:solidFill>
                  <a:srgbClr val="F6F7FB"/>
                </a:solidFill>
              </a:defRPr>
            </a:lvl5pPr>
            <a:lvl6pPr algn="l">
              <a:defRPr sz="1500" b="1">
                <a:solidFill>
                  <a:srgbClr val="F6F7FB"/>
                </a:solidFill>
              </a:defRPr>
            </a:lvl6pPr>
            <a:lvl7pPr algn="l">
              <a:defRPr sz="1500" b="1">
                <a:solidFill>
                  <a:srgbClr val="F6F7FB"/>
                </a:solidFill>
              </a:defRPr>
            </a:lvl7pPr>
            <a:lvl8pPr algn="l">
              <a:defRPr sz="1500" b="1">
                <a:solidFill>
                  <a:srgbClr val="F6F7FB"/>
                </a:solidFill>
              </a:defRPr>
            </a:lvl8pPr>
            <a:lvl9pPr algn="l">
              <a:defRPr sz="1500" b="1">
                <a:solidFill>
                  <a:srgbClr val="F6F7FB"/>
                </a:solidFill>
              </a:defRPr>
            </a:lvl9pPr>
          </a:lstStyle>
          <a:p xmlns:a="http://schemas.openxmlformats.org/drawingml/2006/main">
            <a:pPr algn="l">
              <a:defRPr sz="1500" b="1">
                <a:solidFill>
                  <a:srgbClr val="F6F7FB"/>
                </a:solidFill>
              </a:defRPr>
            </a:pPr>
            <a:r>
              <a:rPr sz="1500" b="1">
                <a:solidFill>
                  <a:srgbClr val="F6F7FB"/>
                </a:solidFill>
              </a:rPr>
              <a:t>INPUT STATISTICS</a:t>
            </a:r>
          </a:p>
        </p:txBody>
      </p:sp>
      <p:sp>
        <p:nvSpPr>
          <p:cNvPr id="6" name="">
            <a:extLst xmlns:a="http://schemas.openxmlformats.org/drawingml/2006/main">
              <a:ext uri="{FF2B5EF4-FFF2-40B4-BE49-F238E27FC236}">
                <a16:creationId xmlns:a16="http://schemas.microsoft.com/office/drawing/2014/main" id="{D0A25D7E-D791-48A9-A5A3-4657D16C4270}"/>
              </a:ext>
            </a:extLst>
          </p:cNvPr>
          <p:cNvSpPr>
            <a:spLocks xmlns:a="http://schemas.openxmlformats.org/drawingml/2006/main" noGrp="1"/>
          </p:cNvSpPr>
          <p:nvPr/>
        </p:nvSpPr>
        <p:spPr>
          <a:xfrm xmlns:a="http://schemas.openxmlformats.org/drawingml/2006/main">
            <a:off x="4762500" y="1905000"/>
            <a:ext cx="1524000" cy="419100"/>
          </a:xfrm>
          <a:prstGeom xmlns:a="http://schemas.openxmlformats.org/drawingml/2006/main" prst="rightArrow">
            <a:avLst/>
          </a:prstGeom>
          <a:solidFill xmlns:a="http://schemas.openxmlformats.org/drawingml/2006/main">
            <a:srgbClr val="3A86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5B682A6-D62B-46BF-9413-19D1DC11CA18}"/>
              </a:ext>
            </a:extLst>
          </p:cNvPr>
          <p:cNvSpPr>
            <a:spLocks xmlns:a="http://schemas.openxmlformats.org/drawingml/2006/main" noGrp="1"/>
          </p:cNvSpPr>
          <p:nvPr/>
        </p:nvSpPr>
        <p:spPr>
          <a:xfrm xmlns:a="http://schemas.openxmlformats.org/drawingml/2006/main">
            <a:off x="6667500" y="1714500"/>
            <a:ext cx="4095750" cy="781050"/>
          </a:xfrm>
          <a:prstGeom xmlns:a="http://schemas.openxmlformats.org/drawingml/2006/main" prst="roundRect">
            <a:avLst>
              <a:gd name="adj" fmla="val 14634"/>
            </a:avLst>
          </a:prstGeom>
          <a:solidFill xmlns:a="http://schemas.openxmlformats.org/drawingml/2006/main">
            <a:srgbClr val="17213D"/>
          </a:solidFill>
          <a:ln xmlns:a="http://schemas.openxmlformats.org/drawingml/2006/main" w="19050">
            <a:solidFill>
              <a:srgbClr val="3A86FF"/>
            </a:solidFill>
            <a:prstDash val="solid"/>
          </a:ln>
        </p:spPr>
      </p:sp>
      <p:sp>
        <p:nvSpPr>
          <p:cNvPr id="8" name="">
            <a:extLst xmlns:a="http://schemas.openxmlformats.org/drawingml/2006/main">
              <a:ext uri="{FF2B5EF4-FFF2-40B4-BE49-F238E27FC236}">
                <a16:creationId xmlns:a16="http://schemas.microsoft.com/office/drawing/2014/main" id="{D8937817-4717-4BFD-9865-AD94BD2B0AB7}"/>
              </a:ext>
            </a:extLst>
          </p:cNvPr>
          <p:cNvSpPr>
            <a:spLocks xmlns:a="http://schemas.openxmlformats.org/drawingml/2006/main" noGrp="1"/>
          </p:cNvSpPr>
          <p:nvPr/>
        </p:nvSpPr>
        <p:spPr>
          <a:xfrm xmlns:a="http://schemas.openxmlformats.org/drawingml/2006/main">
            <a:off x="7000875" y="1857375"/>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3A86FF"/>
                </a:solidFill>
              </a:defRPr>
            </a:defPPr>
            <a:lvl1pPr algn="ctr">
              <a:defRPr sz="1500" b="1">
                <a:solidFill>
                  <a:srgbClr val="3A86FF"/>
                </a:solidFill>
              </a:defRPr>
            </a:lvl1pPr>
            <a:lvl2pPr algn="ctr">
              <a:defRPr sz="1500" b="1">
                <a:solidFill>
                  <a:srgbClr val="3A86FF"/>
                </a:solidFill>
              </a:defRPr>
            </a:lvl2pPr>
            <a:lvl3pPr algn="ctr">
              <a:defRPr sz="1500" b="1">
                <a:solidFill>
                  <a:srgbClr val="3A86FF"/>
                </a:solidFill>
              </a:defRPr>
            </a:lvl3pPr>
            <a:lvl4pPr algn="ctr">
              <a:defRPr sz="1500" b="1">
                <a:solidFill>
                  <a:srgbClr val="3A86FF"/>
                </a:solidFill>
              </a:defRPr>
            </a:lvl4pPr>
            <a:lvl5pPr algn="ctr">
              <a:defRPr sz="1500" b="1">
                <a:solidFill>
                  <a:srgbClr val="3A86FF"/>
                </a:solidFill>
              </a:defRPr>
            </a:lvl5pPr>
            <a:lvl6pPr algn="ctr">
              <a:defRPr sz="1500" b="1">
                <a:solidFill>
                  <a:srgbClr val="3A86FF"/>
                </a:solidFill>
              </a:defRPr>
            </a:lvl6pPr>
            <a:lvl7pPr algn="ctr">
              <a:defRPr sz="1500" b="1">
                <a:solidFill>
                  <a:srgbClr val="3A86FF"/>
                </a:solidFill>
              </a:defRPr>
            </a:lvl7pPr>
            <a:lvl8pPr algn="ctr">
              <a:defRPr sz="1500" b="1">
                <a:solidFill>
                  <a:srgbClr val="3A86FF"/>
                </a:solidFill>
              </a:defRPr>
            </a:lvl8pPr>
            <a:lvl9pPr algn="ctr">
              <a:defRPr sz="1500" b="1">
                <a:solidFill>
                  <a:srgbClr val="3A86FF"/>
                </a:solidFill>
              </a:defRPr>
            </a:lvl9pPr>
          </a:lstStyle>
          <a:p xmlns:a="http://schemas.openxmlformats.org/drawingml/2006/main">
            <a:pPr algn="ctr">
              <a:defRPr sz="1500" b="1">
                <a:solidFill>
                  <a:srgbClr val="3A86FF"/>
                </a:solidFill>
              </a:defRPr>
            </a:pPr>
            <a:r>
              <a:rPr sz="1500" b="1">
                <a:solidFill>
                  <a:srgbClr val="3A86FF"/>
                </a:solidFill>
              </a:rPr>
              <a:t>DATA QUALITY</a:t>
            </a:r>
          </a:p>
        </p:txBody>
      </p:sp>
      <p:sp>
        <p:nvSpPr>
          <p:cNvPr id="9" name="">
            <a:extLst xmlns:a="http://schemas.openxmlformats.org/drawingml/2006/main">
              <a:ext uri="{FF2B5EF4-FFF2-40B4-BE49-F238E27FC236}">
                <a16:creationId xmlns:a16="http://schemas.microsoft.com/office/drawing/2014/main" id="{786CC3D8-5F34-42C0-88BC-8141E0071007}"/>
              </a:ext>
            </a:extLst>
          </p:cNvPr>
          <p:cNvSpPr>
            <a:spLocks xmlns:a="http://schemas.openxmlformats.org/drawingml/2006/main" noGrp="1"/>
          </p:cNvSpPr>
          <p:nvPr/>
        </p:nvSpPr>
        <p:spPr>
          <a:xfrm xmlns:a="http://schemas.openxmlformats.org/drawingml/2006/main">
            <a:off x="857250" y="2790825"/>
            <a:ext cx="4000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F6F7FB"/>
                </a:solidFill>
              </a:defRPr>
            </a:defPPr>
            <a:lvl1pPr algn="l">
              <a:defRPr sz="1500" b="1">
                <a:solidFill>
                  <a:srgbClr val="F6F7FB"/>
                </a:solidFill>
              </a:defRPr>
            </a:lvl1pPr>
            <a:lvl2pPr algn="l">
              <a:defRPr sz="1500" b="1">
                <a:solidFill>
                  <a:srgbClr val="F6F7FB"/>
                </a:solidFill>
              </a:defRPr>
            </a:lvl2pPr>
            <a:lvl3pPr algn="l">
              <a:defRPr sz="1500" b="1">
                <a:solidFill>
                  <a:srgbClr val="F6F7FB"/>
                </a:solidFill>
              </a:defRPr>
            </a:lvl3pPr>
            <a:lvl4pPr algn="l">
              <a:defRPr sz="1500" b="1">
                <a:solidFill>
                  <a:srgbClr val="F6F7FB"/>
                </a:solidFill>
              </a:defRPr>
            </a:lvl4pPr>
            <a:lvl5pPr algn="l">
              <a:defRPr sz="1500" b="1">
                <a:solidFill>
                  <a:srgbClr val="F6F7FB"/>
                </a:solidFill>
              </a:defRPr>
            </a:lvl5pPr>
            <a:lvl6pPr algn="l">
              <a:defRPr sz="1500" b="1">
                <a:solidFill>
                  <a:srgbClr val="F6F7FB"/>
                </a:solidFill>
              </a:defRPr>
            </a:lvl6pPr>
            <a:lvl7pPr algn="l">
              <a:defRPr sz="1500" b="1">
                <a:solidFill>
                  <a:srgbClr val="F6F7FB"/>
                </a:solidFill>
              </a:defRPr>
            </a:lvl7pPr>
            <a:lvl8pPr algn="l">
              <a:defRPr sz="1500" b="1">
                <a:solidFill>
                  <a:srgbClr val="F6F7FB"/>
                </a:solidFill>
              </a:defRPr>
            </a:lvl8pPr>
            <a:lvl9pPr algn="l">
              <a:defRPr sz="1500" b="1">
                <a:solidFill>
                  <a:srgbClr val="F6F7FB"/>
                </a:solidFill>
              </a:defRPr>
            </a:lvl9pPr>
          </a:lstStyle>
          <a:p xmlns:a="http://schemas.openxmlformats.org/drawingml/2006/main">
            <a:pPr algn="l">
              <a:defRPr sz="1500" b="1">
                <a:solidFill>
                  <a:srgbClr val="F6F7FB"/>
                </a:solidFill>
              </a:defRPr>
            </a:pPr>
            <a:r>
              <a:rPr sz="1500" b="1">
                <a:solidFill>
                  <a:srgbClr val="F6F7FB"/>
                </a:solidFill>
              </a:rPr>
              <a:t>PREDICTION PERFORMANCE</a:t>
            </a:r>
          </a:p>
        </p:txBody>
      </p:sp>
      <p:sp>
        <p:nvSpPr>
          <p:cNvPr id="10" name="">
            <a:extLst xmlns:a="http://schemas.openxmlformats.org/drawingml/2006/main">
              <a:ext uri="{FF2B5EF4-FFF2-40B4-BE49-F238E27FC236}">
                <a16:creationId xmlns:a16="http://schemas.microsoft.com/office/drawing/2014/main" id="{0F770F48-730E-44A2-98E8-80868D0679AA}"/>
              </a:ext>
            </a:extLst>
          </p:cNvPr>
          <p:cNvSpPr>
            <a:spLocks xmlns:a="http://schemas.openxmlformats.org/drawingml/2006/main" noGrp="1"/>
          </p:cNvSpPr>
          <p:nvPr/>
        </p:nvSpPr>
        <p:spPr>
          <a:xfrm xmlns:a="http://schemas.openxmlformats.org/drawingml/2006/main">
            <a:off x="4762500" y="2886075"/>
            <a:ext cx="1524000" cy="419100"/>
          </a:xfrm>
          <a:prstGeom xmlns:a="http://schemas.openxmlformats.org/drawingml/2006/main" prst="rightArrow">
            <a:avLst/>
          </a:prstGeom>
          <a:solidFill xmlns:a="http://schemas.openxmlformats.org/drawingml/2006/main">
            <a:srgbClr val="FFD16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4DD476F-8E83-4A01-8EA6-372E9C6D107D}"/>
              </a:ext>
            </a:extLst>
          </p:cNvPr>
          <p:cNvSpPr>
            <a:spLocks xmlns:a="http://schemas.openxmlformats.org/drawingml/2006/main" noGrp="1"/>
          </p:cNvSpPr>
          <p:nvPr/>
        </p:nvSpPr>
        <p:spPr>
          <a:xfrm xmlns:a="http://schemas.openxmlformats.org/drawingml/2006/main">
            <a:off x="6667500" y="2695575"/>
            <a:ext cx="4095750" cy="781050"/>
          </a:xfrm>
          <a:prstGeom xmlns:a="http://schemas.openxmlformats.org/drawingml/2006/main" prst="roundRect">
            <a:avLst>
              <a:gd name="adj" fmla="val 14634"/>
            </a:avLst>
          </a:prstGeom>
          <a:solidFill xmlns:a="http://schemas.openxmlformats.org/drawingml/2006/main">
            <a:srgbClr val="17213D"/>
          </a:solidFill>
          <a:ln xmlns:a="http://schemas.openxmlformats.org/drawingml/2006/main" w="19050">
            <a:solidFill>
              <a:srgbClr val="FFD166"/>
            </a:solidFill>
            <a:prstDash val="solid"/>
          </a:ln>
        </p:spPr>
      </p:sp>
      <p:sp>
        <p:nvSpPr>
          <p:cNvPr id="12" name="">
            <a:extLst xmlns:a="http://schemas.openxmlformats.org/drawingml/2006/main">
              <a:ext uri="{FF2B5EF4-FFF2-40B4-BE49-F238E27FC236}">
                <a16:creationId xmlns:a16="http://schemas.microsoft.com/office/drawing/2014/main" id="{B5EB9DFB-6697-455B-9F19-F726999FBA6D}"/>
              </a:ext>
            </a:extLst>
          </p:cNvPr>
          <p:cNvSpPr>
            <a:spLocks xmlns:a="http://schemas.openxmlformats.org/drawingml/2006/main" noGrp="1"/>
          </p:cNvSpPr>
          <p:nvPr/>
        </p:nvSpPr>
        <p:spPr>
          <a:xfrm xmlns:a="http://schemas.openxmlformats.org/drawingml/2006/main">
            <a:off x="7000875" y="2838450"/>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D166"/>
                </a:solidFill>
              </a:defRPr>
            </a:defPPr>
            <a:lvl1pPr algn="ctr">
              <a:defRPr sz="1500" b="1">
                <a:solidFill>
                  <a:srgbClr val="FFD166"/>
                </a:solidFill>
              </a:defRPr>
            </a:lvl1pPr>
            <a:lvl2pPr algn="ctr">
              <a:defRPr sz="1500" b="1">
                <a:solidFill>
                  <a:srgbClr val="FFD166"/>
                </a:solidFill>
              </a:defRPr>
            </a:lvl2pPr>
            <a:lvl3pPr algn="ctr">
              <a:defRPr sz="1500" b="1">
                <a:solidFill>
                  <a:srgbClr val="FFD166"/>
                </a:solidFill>
              </a:defRPr>
            </a:lvl3pPr>
            <a:lvl4pPr algn="ctr">
              <a:defRPr sz="1500" b="1">
                <a:solidFill>
                  <a:srgbClr val="FFD166"/>
                </a:solidFill>
              </a:defRPr>
            </a:lvl4pPr>
            <a:lvl5pPr algn="ctr">
              <a:defRPr sz="1500" b="1">
                <a:solidFill>
                  <a:srgbClr val="FFD166"/>
                </a:solidFill>
              </a:defRPr>
            </a:lvl5pPr>
            <a:lvl6pPr algn="ctr">
              <a:defRPr sz="1500" b="1">
                <a:solidFill>
                  <a:srgbClr val="FFD166"/>
                </a:solidFill>
              </a:defRPr>
            </a:lvl6pPr>
            <a:lvl7pPr algn="ctr">
              <a:defRPr sz="1500" b="1">
                <a:solidFill>
                  <a:srgbClr val="FFD166"/>
                </a:solidFill>
              </a:defRPr>
            </a:lvl7pPr>
            <a:lvl8pPr algn="ctr">
              <a:defRPr sz="1500" b="1">
                <a:solidFill>
                  <a:srgbClr val="FFD166"/>
                </a:solidFill>
              </a:defRPr>
            </a:lvl8pPr>
            <a:lvl9pPr algn="ctr">
              <a:defRPr sz="1500" b="1">
                <a:solidFill>
                  <a:srgbClr val="FFD166"/>
                </a:solidFill>
              </a:defRPr>
            </a:lvl9pPr>
          </a:lstStyle>
          <a:p xmlns:a="http://schemas.openxmlformats.org/drawingml/2006/main">
            <a:pPr algn="ctr">
              <a:defRPr sz="1500" b="1">
                <a:solidFill>
                  <a:srgbClr val="FFD166"/>
                </a:solidFill>
              </a:defRPr>
            </a:pPr>
            <a:r>
              <a:rPr sz="1500" b="1">
                <a:solidFill>
                  <a:srgbClr val="FFD166"/>
                </a:solidFill>
              </a:rPr>
              <a:t>MODEL QUALITY</a:t>
            </a:r>
          </a:p>
        </p:txBody>
      </p:sp>
      <p:sp>
        <p:nvSpPr>
          <p:cNvPr id="13" name="">
            <a:extLst xmlns:a="http://schemas.openxmlformats.org/drawingml/2006/main">
              <a:ext uri="{FF2B5EF4-FFF2-40B4-BE49-F238E27FC236}">
                <a16:creationId xmlns:a16="http://schemas.microsoft.com/office/drawing/2014/main" id="{51363CFB-2663-4217-A2C9-7F20646983E2}"/>
              </a:ext>
            </a:extLst>
          </p:cNvPr>
          <p:cNvSpPr>
            <a:spLocks xmlns:a="http://schemas.openxmlformats.org/drawingml/2006/main" noGrp="1"/>
          </p:cNvSpPr>
          <p:nvPr/>
        </p:nvSpPr>
        <p:spPr>
          <a:xfrm xmlns:a="http://schemas.openxmlformats.org/drawingml/2006/main">
            <a:off x="857250" y="3771900"/>
            <a:ext cx="4000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F6F7FB"/>
                </a:solidFill>
              </a:defRPr>
            </a:defPPr>
            <a:lvl1pPr algn="l">
              <a:defRPr sz="1500" b="1">
                <a:solidFill>
                  <a:srgbClr val="F6F7FB"/>
                </a:solidFill>
              </a:defRPr>
            </a:lvl1pPr>
            <a:lvl2pPr algn="l">
              <a:defRPr sz="1500" b="1">
                <a:solidFill>
                  <a:srgbClr val="F6F7FB"/>
                </a:solidFill>
              </a:defRPr>
            </a:lvl2pPr>
            <a:lvl3pPr algn="l">
              <a:defRPr sz="1500" b="1">
                <a:solidFill>
                  <a:srgbClr val="F6F7FB"/>
                </a:solidFill>
              </a:defRPr>
            </a:lvl3pPr>
            <a:lvl4pPr algn="l">
              <a:defRPr sz="1500" b="1">
                <a:solidFill>
                  <a:srgbClr val="F6F7FB"/>
                </a:solidFill>
              </a:defRPr>
            </a:lvl4pPr>
            <a:lvl5pPr algn="l">
              <a:defRPr sz="1500" b="1">
                <a:solidFill>
                  <a:srgbClr val="F6F7FB"/>
                </a:solidFill>
              </a:defRPr>
            </a:lvl5pPr>
            <a:lvl6pPr algn="l">
              <a:defRPr sz="1500" b="1">
                <a:solidFill>
                  <a:srgbClr val="F6F7FB"/>
                </a:solidFill>
              </a:defRPr>
            </a:lvl6pPr>
            <a:lvl7pPr algn="l">
              <a:defRPr sz="1500" b="1">
                <a:solidFill>
                  <a:srgbClr val="F6F7FB"/>
                </a:solidFill>
              </a:defRPr>
            </a:lvl7pPr>
            <a:lvl8pPr algn="l">
              <a:defRPr sz="1500" b="1">
                <a:solidFill>
                  <a:srgbClr val="F6F7FB"/>
                </a:solidFill>
              </a:defRPr>
            </a:lvl8pPr>
            <a:lvl9pPr algn="l">
              <a:defRPr sz="1500" b="1">
                <a:solidFill>
                  <a:srgbClr val="F6F7FB"/>
                </a:solidFill>
              </a:defRPr>
            </a:lvl9pPr>
          </a:lstStyle>
          <a:p xmlns:a="http://schemas.openxmlformats.org/drawingml/2006/main">
            <a:pPr algn="l">
              <a:defRPr sz="1500" b="1">
                <a:solidFill>
                  <a:srgbClr val="F6F7FB"/>
                </a:solidFill>
              </a:defRPr>
            </a:pPr>
            <a:r>
              <a:rPr sz="1500" b="1">
                <a:solidFill>
                  <a:srgbClr val="F6F7FB"/>
                </a:solidFill>
              </a:rPr>
              <a:t>GROUP FAIRNESS</a:t>
            </a:r>
          </a:p>
        </p:txBody>
      </p:sp>
      <p:sp>
        <p:nvSpPr>
          <p:cNvPr id="14" name="">
            <a:extLst xmlns:a="http://schemas.openxmlformats.org/drawingml/2006/main">
              <a:ext uri="{FF2B5EF4-FFF2-40B4-BE49-F238E27FC236}">
                <a16:creationId xmlns:a16="http://schemas.microsoft.com/office/drawing/2014/main" id="{F893732E-48DA-46D8-A3C1-6A05EB24AA95}"/>
              </a:ext>
            </a:extLst>
          </p:cNvPr>
          <p:cNvSpPr>
            <a:spLocks xmlns:a="http://schemas.openxmlformats.org/drawingml/2006/main" noGrp="1"/>
          </p:cNvSpPr>
          <p:nvPr/>
        </p:nvSpPr>
        <p:spPr>
          <a:xfrm xmlns:a="http://schemas.openxmlformats.org/drawingml/2006/main">
            <a:off x="4762500" y="3867150"/>
            <a:ext cx="1524000" cy="419100"/>
          </a:xfrm>
          <a:prstGeom xmlns:a="http://schemas.openxmlformats.org/drawingml/2006/main" prst="rightArrow">
            <a:avLst/>
          </a:prstGeom>
          <a:solidFill xmlns:a="http://schemas.openxmlformats.org/drawingml/2006/main">
            <a:srgbClr val="FF7A0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2A0C441-81F0-44A9-900C-95D8AB1E7AA7}"/>
              </a:ext>
            </a:extLst>
          </p:cNvPr>
          <p:cNvSpPr>
            <a:spLocks xmlns:a="http://schemas.openxmlformats.org/drawingml/2006/main" noGrp="1"/>
          </p:cNvSpPr>
          <p:nvPr/>
        </p:nvSpPr>
        <p:spPr>
          <a:xfrm xmlns:a="http://schemas.openxmlformats.org/drawingml/2006/main">
            <a:off x="6667500" y="3676650"/>
            <a:ext cx="4095750" cy="781050"/>
          </a:xfrm>
          <a:prstGeom xmlns:a="http://schemas.openxmlformats.org/drawingml/2006/main" prst="roundRect">
            <a:avLst>
              <a:gd name="adj" fmla="val 14634"/>
            </a:avLst>
          </a:prstGeom>
          <a:solidFill xmlns:a="http://schemas.openxmlformats.org/drawingml/2006/main">
            <a:srgbClr val="17213D"/>
          </a:solidFill>
          <a:ln xmlns:a="http://schemas.openxmlformats.org/drawingml/2006/main" w="19050">
            <a:solidFill>
              <a:srgbClr val="FF7A00"/>
            </a:solidFill>
            <a:prstDash val="solid"/>
          </a:ln>
        </p:spPr>
      </p:sp>
      <p:sp>
        <p:nvSpPr>
          <p:cNvPr id="16" name="">
            <a:extLst xmlns:a="http://schemas.openxmlformats.org/drawingml/2006/main">
              <a:ext uri="{FF2B5EF4-FFF2-40B4-BE49-F238E27FC236}">
                <a16:creationId xmlns:a16="http://schemas.microsoft.com/office/drawing/2014/main" id="{E1B5DB38-75A0-418D-BD0F-77DDB08752A9}"/>
              </a:ext>
            </a:extLst>
          </p:cNvPr>
          <p:cNvSpPr>
            <a:spLocks xmlns:a="http://schemas.openxmlformats.org/drawingml/2006/main" noGrp="1"/>
          </p:cNvSpPr>
          <p:nvPr/>
        </p:nvSpPr>
        <p:spPr>
          <a:xfrm xmlns:a="http://schemas.openxmlformats.org/drawingml/2006/main">
            <a:off x="7000875" y="3819525"/>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7A00"/>
                </a:solidFill>
              </a:defRPr>
            </a:defPPr>
            <a:lvl1pPr algn="ctr">
              <a:defRPr sz="1500" b="1">
                <a:solidFill>
                  <a:srgbClr val="FF7A00"/>
                </a:solidFill>
              </a:defRPr>
            </a:lvl1pPr>
            <a:lvl2pPr algn="ctr">
              <a:defRPr sz="1500" b="1">
                <a:solidFill>
                  <a:srgbClr val="FF7A00"/>
                </a:solidFill>
              </a:defRPr>
            </a:lvl2pPr>
            <a:lvl3pPr algn="ctr">
              <a:defRPr sz="1500" b="1">
                <a:solidFill>
                  <a:srgbClr val="FF7A00"/>
                </a:solidFill>
              </a:defRPr>
            </a:lvl3pPr>
            <a:lvl4pPr algn="ctr">
              <a:defRPr sz="1500" b="1">
                <a:solidFill>
                  <a:srgbClr val="FF7A00"/>
                </a:solidFill>
              </a:defRPr>
            </a:lvl4pPr>
            <a:lvl5pPr algn="ctr">
              <a:defRPr sz="1500" b="1">
                <a:solidFill>
                  <a:srgbClr val="FF7A00"/>
                </a:solidFill>
              </a:defRPr>
            </a:lvl5pPr>
            <a:lvl6pPr algn="ctr">
              <a:defRPr sz="1500" b="1">
                <a:solidFill>
                  <a:srgbClr val="FF7A00"/>
                </a:solidFill>
              </a:defRPr>
            </a:lvl6pPr>
            <a:lvl7pPr algn="ctr">
              <a:defRPr sz="1500" b="1">
                <a:solidFill>
                  <a:srgbClr val="FF7A00"/>
                </a:solidFill>
              </a:defRPr>
            </a:lvl7pPr>
            <a:lvl8pPr algn="ctr">
              <a:defRPr sz="1500" b="1">
                <a:solidFill>
                  <a:srgbClr val="FF7A00"/>
                </a:solidFill>
              </a:defRPr>
            </a:lvl8pPr>
            <a:lvl9pPr algn="ctr">
              <a:defRPr sz="1500" b="1">
                <a:solidFill>
                  <a:srgbClr val="FF7A00"/>
                </a:solidFill>
              </a:defRPr>
            </a:lvl9pPr>
          </a:lstStyle>
          <a:p xmlns:a="http://schemas.openxmlformats.org/drawingml/2006/main">
            <a:pPr algn="ctr">
              <a:defRPr sz="1500" b="1">
                <a:solidFill>
                  <a:srgbClr val="FF7A00"/>
                </a:solidFill>
              </a:defRPr>
            </a:pPr>
            <a:r>
              <a:rPr sz="1500" b="1">
                <a:solidFill>
                  <a:srgbClr val="FF7A00"/>
                </a:solidFill>
              </a:rPr>
              <a:t>BIAS DRIFT</a:t>
            </a:r>
          </a:p>
        </p:txBody>
      </p:sp>
      <p:sp>
        <p:nvSpPr>
          <p:cNvPr id="17" name="">
            <a:extLst xmlns:a="http://schemas.openxmlformats.org/drawingml/2006/main">
              <a:ext uri="{FF2B5EF4-FFF2-40B4-BE49-F238E27FC236}">
                <a16:creationId xmlns:a16="http://schemas.microsoft.com/office/drawing/2014/main" id="{07F171EA-CA3D-4EC6-B639-FCF24CC01332}"/>
              </a:ext>
            </a:extLst>
          </p:cNvPr>
          <p:cNvSpPr>
            <a:spLocks xmlns:a="http://schemas.openxmlformats.org/drawingml/2006/main" noGrp="1"/>
          </p:cNvSpPr>
          <p:nvPr/>
        </p:nvSpPr>
        <p:spPr>
          <a:xfrm xmlns:a="http://schemas.openxmlformats.org/drawingml/2006/main">
            <a:off x="857250" y="4752975"/>
            <a:ext cx="4000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F6F7FB"/>
                </a:solidFill>
              </a:defRPr>
            </a:defPPr>
            <a:lvl1pPr algn="l">
              <a:defRPr sz="1500" b="1">
                <a:solidFill>
                  <a:srgbClr val="F6F7FB"/>
                </a:solidFill>
              </a:defRPr>
            </a:lvl1pPr>
            <a:lvl2pPr algn="l">
              <a:defRPr sz="1500" b="1">
                <a:solidFill>
                  <a:srgbClr val="F6F7FB"/>
                </a:solidFill>
              </a:defRPr>
            </a:lvl2pPr>
            <a:lvl3pPr algn="l">
              <a:defRPr sz="1500" b="1">
                <a:solidFill>
                  <a:srgbClr val="F6F7FB"/>
                </a:solidFill>
              </a:defRPr>
            </a:lvl3pPr>
            <a:lvl4pPr algn="l">
              <a:defRPr sz="1500" b="1">
                <a:solidFill>
                  <a:srgbClr val="F6F7FB"/>
                </a:solidFill>
              </a:defRPr>
            </a:lvl4pPr>
            <a:lvl5pPr algn="l">
              <a:defRPr sz="1500" b="1">
                <a:solidFill>
                  <a:srgbClr val="F6F7FB"/>
                </a:solidFill>
              </a:defRPr>
            </a:lvl5pPr>
            <a:lvl6pPr algn="l">
              <a:defRPr sz="1500" b="1">
                <a:solidFill>
                  <a:srgbClr val="F6F7FB"/>
                </a:solidFill>
              </a:defRPr>
            </a:lvl6pPr>
            <a:lvl7pPr algn="l">
              <a:defRPr sz="1500" b="1">
                <a:solidFill>
                  <a:srgbClr val="F6F7FB"/>
                </a:solidFill>
              </a:defRPr>
            </a:lvl7pPr>
            <a:lvl8pPr algn="l">
              <a:defRPr sz="1500" b="1">
                <a:solidFill>
                  <a:srgbClr val="F6F7FB"/>
                </a:solidFill>
              </a:defRPr>
            </a:lvl8pPr>
            <a:lvl9pPr algn="l">
              <a:defRPr sz="1500" b="1">
                <a:solidFill>
                  <a:srgbClr val="F6F7FB"/>
                </a:solidFill>
              </a:defRPr>
            </a:lvl9pPr>
          </a:lstStyle>
          <a:p xmlns:a="http://schemas.openxmlformats.org/drawingml/2006/main">
            <a:pPr algn="l">
              <a:defRPr sz="1500" b="1">
                <a:solidFill>
                  <a:srgbClr val="F6F7FB"/>
                </a:solidFill>
              </a:defRPr>
            </a:pPr>
            <a:r>
              <a:rPr sz="1500" b="1">
                <a:solidFill>
                  <a:srgbClr val="F6F7FB"/>
                </a:solidFill>
              </a:rPr>
              <a:t>FEATURE RANKING</a:t>
            </a:r>
          </a:p>
        </p:txBody>
      </p:sp>
      <p:sp>
        <p:nvSpPr>
          <p:cNvPr id="18" name="">
            <a:extLst xmlns:a="http://schemas.openxmlformats.org/drawingml/2006/main">
              <a:ext uri="{FF2B5EF4-FFF2-40B4-BE49-F238E27FC236}">
                <a16:creationId xmlns:a16="http://schemas.microsoft.com/office/drawing/2014/main" id="{37911CEA-C090-435A-AC3F-2C8DB4E919F7}"/>
              </a:ext>
            </a:extLst>
          </p:cNvPr>
          <p:cNvSpPr>
            <a:spLocks xmlns:a="http://schemas.openxmlformats.org/drawingml/2006/main" noGrp="1"/>
          </p:cNvSpPr>
          <p:nvPr/>
        </p:nvSpPr>
        <p:spPr>
          <a:xfrm xmlns:a="http://schemas.openxmlformats.org/drawingml/2006/main">
            <a:off x="4762500" y="4848225"/>
            <a:ext cx="1524000" cy="419100"/>
          </a:xfrm>
          <a:prstGeom xmlns:a="http://schemas.openxmlformats.org/drawingml/2006/main" prst="rightArrow">
            <a:avLst/>
          </a:prstGeom>
          <a:solidFill xmlns:a="http://schemas.openxmlformats.org/drawingml/2006/main">
            <a:srgbClr val="9B5DE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570792C-0CB1-4F1F-956F-FFC8741CEA62}"/>
              </a:ext>
            </a:extLst>
          </p:cNvPr>
          <p:cNvSpPr>
            <a:spLocks xmlns:a="http://schemas.openxmlformats.org/drawingml/2006/main" noGrp="1"/>
          </p:cNvSpPr>
          <p:nvPr/>
        </p:nvSpPr>
        <p:spPr>
          <a:xfrm xmlns:a="http://schemas.openxmlformats.org/drawingml/2006/main">
            <a:off x="6667500" y="4657725"/>
            <a:ext cx="4095750" cy="781050"/>
          </a:xfrm>
          <a:prstGeom xmlns:a="http://schemas.openxmlformats.org/drawingml/2006/main" prst="roundRect">
            <a:avLst>
              <a:gd name="adj" fmla="val 14634"/>
            </a:avLst>
          </a:prstGeom>
          <a:solidFill xmlns:a="http://schemas.openxmlformats.org/drawingml/2006/main">
            <a:srgbClr val="17213D"/>
          </a:solidFill>
          <a:ln xmlns:a="http://schemas.openxmlformats.org/drawingml/2006/main" w="19050">
            <a:solidFill>
              <a:srgbClr val="9B5DE5"/>
            </a:solidFill>
            <a:prstDash val="solid"/>
          </a:ln>
        </p:spPr>
      </p:sp>
      <p:sp>
        <p:nvSpPr>
          <p:cNvPr id="20" name="">
            <a:extLst xmlns:a="http://schemas.openxmlformats.org/drawingml/2006/main">
              <a:ext uri="{FF2B5EF4-FFF2-40B4-BE49-F238E27FC236}">
                <a16:creationId xmlns:a16="http://schemas.microsoft.com/office/drawing/2014/main" id="{7996498E-444D-4BAC-80AD-6E217A36D21C}"/>
              </a:ext>
            </a:extLst>
          </p:cNvPr>
          <p:cNvSpPr>
            <a:spLocks xmlns:a="http://schemas.openxmlformats.org/drawingml/2006/main" noGrp="1"/>
          </p:cNvSpPr>
          <p:nvPr/>
        </p:nvSpPr>
        <p:spPr>
          <a:xfrm xmlns:a="http://schemas.openxmlformats.org/drawingml/2006/main">
            <a:off x="7000875" y="4800600"/>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9B5DE5"/>
                </a:solidFill>
              </a:defRPr>
            </a:defPPr>
            <a:lvl1pPr algn="ctr">
              <a:defRPr sz="1500" b="1">
                <a:solidFill>
                  <a:srgbClr val="9B5DE5"/>
                </a:solidFill>
              </a:defRPr>
            </a:lvl1pPr>
            <a:lvl2pPr algn="ctr">
              <a:defRPr sz="1500" b="1">
                <a:solidFill>
                  <a:srgbClr val="9B5DE5"/>
                </a:solidFill>
              </a:defRPr>
            </a:lvl2pPr>
            <a:lvl3pPr algn="ctr">
              <a:defRPr sz="1500" b="1">
                <a:solidFill>
                  <a:srgbClr val="9B5DE5"/>
                </a:solidFill>
              </a:defRPr>
            </a:lvl3pPr>
            <a:lvl4pPr algn="ctr">
              <a:defRPr sz="1500" b="1">
                <a:solidFill>
                  <a:srgbClr val="9B5DE5"/>
                </a:solidFill>
              </a:defRPr>
            </a:lvl4pPr>
            <a:lvl5pPr algn="ctr">
              <a:defRPr sz="1500" b="1">
                <a:solidFill>
                  <a:srgbClr val="9B5DE5"/>
                </a:solidFill>
              </a:defRPr>
            </a:lvl5pPr>
            <a:lvl6pPr algn="ctr">
              <a:defRPr sz="1500" b="1">
                <a:solidFill>
                  <a:srgbClr val="9B5DE5"/>
                </a:solidFill>
              </a:defRPr>
            </a:lvl6pPr>
            <a:lvl7pPr algn="ctr">
              <a:defRPr sz="1500" b="1">
                <a:solidFill>
                  <a:srgbClr val="9B5DE5"/>
                </a:solidFill>
              </a:defRPr>
            </a:lvl7pPr>
            <a:lvl8pPr algn="ctr">
              <a:defRPr sz="1500" b="1">
                <a:solidFill>
                  <a:srgbClr val="9B5DE5"/>
                </a:solidFill>
              </a:defRPr>
            </a:lvl8pPr>
            <a:lvl9pPr algn="ctr">
              <a:defRPr sz="1500" b="1">
                <a:solidFill>
                  <a:srgbClr val="9B5DE5"/>
                </a:solidFill>
              </a:defRPr>
            </a:lvl9pPr>
          </a:lstStyle>
          <a:p xmlns:a="http://schemas.openxmlformats.org/drawingml/2006/main">
            <a:pPr algn="ctr">
              <a:defRPr sz="1500" b="1">
                <a:solidFill>
                  <a:srgbClr val="9B5DE5"/>
                </a:solidFill>
              </a:defRPr>
            </a:pPr>
            <a:r>
              <a:rPr sz="1500" b="1">
                <a:solidFill>
                  <a:srgbClr val="9B5DE5"/>
                </a:solidFill>
              </a:rPr>
              <a:t>ATTRIBUTION DRIFT</a:t>
            </a:r>
          </a:p>
        </p:txBody>
      </p:sp>
    </p:spTree>
    <p:extLst>
      <p:ext uri="{BB962C8B-B14F-4D97-AF65-F5344CB8AC3E}">
        <p14:creationId xmlns:p14="http://schemas.microsoft.com/office/powerpoint/2010/main" val="11523349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2026-10-27T18:41:29.2870000Z</dcterms:created>
  <dcterms:modified xsi:type="dcterms:W3CDTF">2026-10-27T18:41:29.2870000Z</dcterms:modified>
</coreProperties>
</file>